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Robo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orient="horz" pos="191">
          <p15:clr>
            <a:srgbClr val="A4A3A4"/>
          </p15:clr>
        </p15:guide>
        <p15:guide id="3" orient="horz" pos="854">
          <p15:clr>
            <a:srgbClr val="A4A3A4"/>
          </p15:clr>
        </p15:guide>
        <p15:guide id="4" orient="horz" pos="821">
          <p15:clr>
            <a:srgbClr val="A4A3A4"/>
          </p15:clr>
        </p15:guide>
        <p15:guide id="5" orient="horz" pos="3049">
          <p15:clr>
            <a:srgbClr val="A4A3A4"/>
          </p15:clr>
        </p15:guide>
        <p15:guide id="6" orient="horz" pos="3151">
          <p15:clr>
            <a:srgbClr val="A4A3A4"/>
          </p15:clr>
        </p15:guide>
        <p15:guide id="7" pos="2880">
          <p15:clr>
            <a:srgbClr val="A4A3A4"/>
          </p15:clr>
        </p15:guide>
        <p15:guide id="8" pos="476">
          <p15:clr>
            <a:srgbClr val="A4A3A4"/>
          </p15:clr>
        </p15:guide>
        <p15:guide id="9" pos="5193">
          <p15:clr>
            <a:srgbClr val="A4A3A4"/>
          </p15:clr>
        </p15:guide>
        <p15:guide id="10" pos="5465">
          <p15:clr>
            <a:srgbClr val="A4A3A4"/>
          </p15:clr>
        </p15:guide>
      </p15:sldGuideLst>
    </p:ext>
    <p:ext uri="GoogleSlidesCustomDataVersion2">
      <go:slidesCustomData xmlns:go="http://customooxmlschemas.google.com/" r:id="rId34" roundtripDataSignature="AMtx7mhiFknzSHtjjUnw1IUPhRGDG3hH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191" orient="horz"/>
        <p:guide pos="854" orient="horz"/>
        <p:guide pos="821" orient="horz"/>
        <p:guide pos="3049" orient="horz"/>
        <p:guide pos="3151" orient="horz"/>
        <p:guide pos="2880"/>
        <p:guide pos="476"/>
        <p:guide pos="5193"/>
        <p:guide pos="5465"/>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6.xml"/><Relationship Id="rId33" Type="http://schemas.openxmlformats.org/officeDocument/2006/relationships/font" Target="fonts/Roboto-boldItalic.fntdata"/><Relationship Id="rId10" Type="http://schemas.openxmlformats.org/officeDocument/2006/relationships/slide" Target="slides/slide5.xml"/><Relationship Id="rId32" Type="http://schemas.openxmlformats.org/officeDocument/2006/relationships/font" Target="fonts/Roboto-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FR"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pgi.com/color-contrast-checker/" TargetMode="External"/><Relationship Id="rId3" Type="http://schemas.openxmlformats.org/officeDocument/2006/relationships/hyperlink" Target="https://app.contrast-finder.org/" TargetMode="External"/><Relationship Id="rId4" Type="http://schemas.openxmlformats.org/officeDocument/2006/relationships/hyperlink" Target="https://dequeuniversity.com/color-contrast"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anaguru.com/pac-comprendre-et-corriger-les-erreurs-daccessibilite/" TargetMode="External"/><Relationship Id="rId3" Type="http://schemas.openxmlformats.org/officeDocument/2006/relationships/hyperlink" Target="https://check.axes4.com/de/" TargetMode="External"/><Relationship Id="rId4" Type="http://schemas.openxmlformats.org/officeDocument/2006/relationships/hyperlink" Target="https://checkers.eiii.eu/en/pdfcheck/"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anaguru.com/pac-comprendre-et-corriger-les-erreurs-daccessibilite/" TargetMode="External"/><Relationship Id="rId3" Type="http://schemas.openxmlformats.org/officeDocument/2006/relationships/hyperlink" Target="https://check.axes4.com/de/" TargetMode="External"/><Relationship Id="rId4" Type="http://schemas.openxmlformats.org/officeDocument/2006/relationships/hyperlink" Target="https://checkers.eiii.eu/en/pdfcheck/"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ideance.net/blog/578/comment-concevoir-un-document-word-accessible-gaad-2023/" TargetMode="External"/><Relationship Id="rId3" Type="http://schemas.openxmlformats.org/officeDocument/2006/relationships/hyperlink" Target="https://ideance.net/blog/wp-content/uploads/2023/07/2023-05-17-Document-Word-accessible-GAAD.pptx" TargetMode="External"/><Relationship Id="rId4" Type="http://schemas.openxmlformats.org/officeDocument/2006/relationships/hyperlink" Target="https://www.youtube.com/watch?v=aJ35DRdhDZ8"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446bda4025_1_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g3446bda4025_1_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g3446bda4025_1_9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67a3484e33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g367a3484e33_0_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317500" lvl="0" marL="457200" rtl="0" algn="l">
              <a:lnSpc>
                <a:spcPct val="200000"/>
              </a:lnSpc>
              <a:spcBef>
                <a:spcPts val="0"/>
              </a:spcBef>
              <a:spcAft>
                <a:spcPts val="0"/>
              </a:spcAft>
              <a:buSzPts val="1400"/>
              <a:buChar char="●"/>
            </a:pPr>
            <a:r>
              <a:rPr lang="fr-FR"/>
              <a:t>Quoi → Qui → Pourquoi → Cadre légal → Comment</a:t>
            </a:r>
            <a:endParaRPr/>
          </a:p>
        </p:txBody>
      </p:sp>
      <p:sp>
        <p:nvSpPr>
          <p:cNvPr id="132" name="Google Shape;132;g367a3484e33_0_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68041a9cdd_0_1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368041a9cdd_0_1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SzPts val="1400"/>
              <a:buNone/>
            </a:pPr>
            <a:r>
              <a:rPr b="1" lang="fr-FR" sz="1400">
                <a:solidFill>
                  <a:schemeClr val="dk2"/>
                </a:solidFill>
                <a:highlight>
                  <a:srgbClr val="EDF2FA"/>
                </a:highlight>
              </a:rPr>
              <a:t>Application Mac - PC - Colour Contrast Analyser (CCA) :</a:t>
            </a:r>
            <a:endParaRPr b="1" sz="1400">
              <a:solidFill>
                <a:schemeClr val="dk2"/>
              </a:solidFill>
              <a:highlight>
                <a:srgbClr val="EDF2FA"/>
              </a:highlight>
            </a:endParaRPr>
          </a:p>
          <a:p>
            <a:pPr indent="0" lvl="0" marL="0" rtl="0" algn="l">
              <a:lnSpc>
                <a:spcPct val="115000"/>
              </a:lnSpc>
              <a:spcBef>
                <a:spcPts val="1000"/>
              </a:spcBef>
              <a:spcAft>
                <a:spcPts val="0"/>
              </a:spcAft>
              <a:buSzPts val="1400"/>
              <a:buNone/>
            </a:pPr>
            <a:r>
              <a:rPr lang="fr-FR" sz="1400" u="sng">
                <a:solidFill>
                  <a:schemeClr val="hlink"/>
                </a:solidFill>
                <a:highlight>
                  <a:srgbClr val="EDF2FA"/>
                </a:highlight>
                <a:hlinkClick r:id="rId2"/>
              </a:rPr>
              <a:t>https://www.tpgi.com/color-contrast-checker/</a:t>
            </a:r>
            <a:endParaRPr sz="1400">
              <a:highlight>
                <a:srgbClr val="EDF2FA"/>
              </a:highlight>
            </a:endParaRPr>
          </a:p>
          <a:p>
            <a:pPr indent="0" lvl="0" marL="0" rtl="0" algn="l">
              <a:lnSpc>
                <a:spcPct val="115000"/>
              </a:lnSpc>
              <a:spcBef>
                <a:spcPts val="1000"/>
              </a:spcBef>
              <a:spcAft>
                <a:spcPts val="0"/>
              </a:spcAft>
              <a:buSzPts val="1400"/>
              <a:buNone/>
            </a:pPr>
            <a:r>
              <a:rPr lang="fr-FR" sz="1400">
                <a:highlight>
                  <a:srgbClr val="EDF2FA"/>
                </a:highlight>
              </a:rPr>
              <a:t>Service en ligne :</a:t>
            </a:r>
            <a:r>
              <a:rPr lang="fr-FR" sz="1400" u="sng">
                <a:solidFill>
                  <a:schemeClr val="hlink"/>
                </a:solidFill>
                <a:highlight>
                  <a:srgbClr val="EDF2FA"/>
                </a:highlight>
                <a:hlinkClick r:id="rId3"/>
              </a:rPr>
              <a:t> https://app.contrast-finder.org/</a:t>
            </a:r>
            <a:endParaRPr sz="1400">
              <a:highlight>
                <a:srgbClr val="EDF2FA"/>
              </a:highlight>
            </a:endParaRPr>
          </a:p>
          <a:p>
            <a:pPr indent="0" lvl="0" marL="0" rtl="0" algn="l">
              <a:lnSpc>
                <a:spcPct val="115000"/>
              </a:lnSpc>
              <a:spcBef>
                <a:spcPts val="1000"/>
              </a:spcBef>
              <a:spcAft>
                <a:spcPts val="0"/>
              </a:spcAft>
              <a:buSzPts val="1400"/>
              <a:buNone/>
            </a:pPr>
            <a:r>
              <a:rPr b="1" lang="fr-FR" sz="1400">
                <a:solidFill>
                  <a:schemeClr val="dk2"/>
                </a:solidFill>
              </a:rPr>
              <a:t>Recherche d’un « bon contraste »</a:t>
            </a:r>
            <a:endParaRPr b="1" sz="1400">
              <a:solidFill>
                <a:schemeClr val="dk2"/>
              </a:solidFill>
            </a:endParaRPr>
          </a:p>
          <a:p>
            <a:pPr indent="0" lvl="0" marL="0" rtl="0" algn="l">
              <a:lnSpc>
                <a:spcPct val="115000"/>
              </a:lnSpc>
              <a:spcBef>
                <a:spcPts val="1000"/>
              </a:spcBef>
              <a:spcAft>
                <a:spcPts val="0"/>
              </a:spcAft>
              <a:buSzPts val="1400"/>
              <a:buNone/>
            </a:pPr>
            <a:r>
              <a:rPr lang="fr-FR" sz="1400"/>
              <a:t>Modification de la couleur:</a:t>
            </a:r>
            <a:endParaRPr sz="1400"/>
          </a:p>
          <a:p>
            <a:pPr indent="-317500" lvl="0" marL="457200" rtl="0" algn="l">
              <a:lnSpc>
                <a:spcPct val="115000"/>
              </a:lnSpc>
              <a:spcBef>
                <a:spcPts val="1000"/>
              </a:spcBef>
              <a:spcAft>
                <a:spcPts val="0"/>
              </a:spcAft>
              <a:buSzPts val="1400"/>
              <a:buChar char="●"/>
            </a:pPr>
            <a:r>
              <a:rPr lang="fr-FR" sz="1400"/>
              <a:t>Du texte</a:t>
            </a:r>
            <a:endParaRPr sz="1400"/>
          </a:p>
          <a:p>
            <a:pPr indent="-317500" lvl="0" marL="457200" rtl="0" algn="l">
              <a:lnSpc>
                <a:spcPct val="115000"/>
              </a:lnSpc>
              <a:spcBef>
                <a:spcPts val="0"/>
              </a:spcBef>
              <a:spcAft>
                <a:spcPts val="0"/>
              </a:spcAft>
              <a:buSzPts val="1400"/>
              <a:buChar char="●"/>
            </a:pPr>
            <a:r>
              <a:rPr lang="fr-FR" sz="1400"/>
              <a:t>Du fond</a:t>
            </a:r>
            <a:endParaRPr sz="1400"/>
          </a:p>
          <a:p>
            <a:pPr indent="0" lvl="0" marL="0" rtl="0" algn="l">
              <a:lnSpc>
                <a:spcPct val="110000"/>
              </a:lnSpc>
              <a:spcBef>
                <a:spcPts val="600"/>
              </a:spcBef>
              <a:spcAft>
                <a:spcPts val="0"/>
              </a:spcAft>
              <a:buSzPts val="1400"/>
              <a:buNone/>
            </a:pPr>
            <a:r>
              <a:rPr lang="fr-FR" sz="1400" u="sng">
                <a:solidFill>
                  <a:schemeClr val="hlink"/>
                </a:solidFill>
                <a:hlinkClick r:id="rId4"/>
              </a:rPr>
              <a:t>https://dequeuniversity.com/color-contrast</a:t>
            </a:r>
            <a:endParaRPr sz="1400"/>
          </a:p>
          <a:p>
            <a:pPr indent="0" lvl="0" marL="0" rtl="0" algn="l">
              <a:lnSpc>
                <a:spcPct val="110000"/>
              </a:lnSpc>
              <a:spcBef>
                <a:spcPts val="0"/>
              </a:spcBef>
              <a:spcAft>
                <a:spcPts val="0"/>
              </a:spcAft>
              <a:buSzPts val="1400"/>
              <a:buNone/>
            </a:pPr>
            <a:r>
              <a:t/>
            </a:r>
            <a:endParaRPr sz="1400"/>
          </a:p>
        </p:txBody>
      </p:sp>
      <p:sp>
        <p:nvSpPr>
          <p:cNvPr id="149" name="Google Shape;149;g368041a9cdd_0_17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67b3d2acda_0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g367b3d2acda_0_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rPr b="1" lang="fr-FR" sz="1400"/>
              <a:t>Le retrait de l’image nuit-il à la compréhension du document ?</a:t>
            </a:r>
            <a:endParaRPr b="1" sz="1400"/>
          </a:p>
          <a:p>
            <a:pPr indent="0" lvl="0" marL="0" rtl="0" algn="l">
              <a:lnSpc>
                <a:spcPct val="115000"/>
              </a:lnSpc>
              <a:spcBef>
                <a:spcPts val="500"/>
              </a:spcBef>
              <a:spcAft>
                <a:spcPts val="0"/>
              </a:spcAft>
              <a:buClr>
                <a:schemeClr val="dk1"/>
              </a:buClr>
              <a:buSzPts val="1100"/>
              <a:buFont typeface="Arial"/>
              <a:buNone/>
            </a:pPr>
            <a:r>
              <a:rPr lang="fr-FR" sz="1400"/>
              <a:t>Remarque : une image lien est forcément une image porteuse d’information car si on retire l’image, on retire le lien.</a:t>
            </a:r>
            <a:endParaRPr sz="1400"/>
          </a:p>
          <a:p>
            <a:pPr indent="0" lvl="0" marL="0" rtl="0" algn="l">
              <a:lnSpc>
                <a:spcPct val="115000"/>
              </a:lnSpc>
              <a:spcBef>
                <a:spcPts val="0"/>
              </a:spcBef>
              <a:spcAft>
                <a:spcPts val="0"/>
              </a:spcAft>
              <a:buClr>
                <a:schemeClr val="dk1"/>
              </a:buClr>
              <a:buSzPts val="1100"/>
              <a:buFont typeface="Arial"/>
              <a:buNone/>
            </a:pPr>
            <a:r>
              <a:rPr lang="fr-FR" sz="1400"/>
              <a:t>Pour un lien, la pertinence de l’alternative se définie par la destination du lien en priorité.</a:t>
            </a:r>
            <a:endParaRPr sz="1400"/>
          </a:p>
          <a:p>
            <a:pPr indent="0" lvl="0" marL="0" rtl="0" algn="l">
              <a:lnSpc>
                <a:spcPct val="115000"/>
              </a:lnSpc>
              <a:spcBef>
                <a:spcPts val="0"/>
              </a:spcBef>
              <a:spcAft>
                <a:spcPts val="0"/>
              </a:spcAft>
              <a:buSzPts val="1400"/>
              <a:buNone/>
            </a:pPr>
            <a:r>
              <a:t/>
            </a:r>
            <a:endParaRPr/>
          </a:p>
        </p:txBody>
      </p:sp>
      <p:sp>
        <p:nvSpPr>
          <p:cNvPr id="162" name="Google Shape;162;g367b3d2acda_0_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681b18b913_0_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681b18b913_0_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rPr b="1" lang="fr-FR" sz="1400"/>
              <a:t>Word - </a:t>
            </a:r>
            <a:r>
              <a:rPr lang="fr-FR" sz="1400"/>
              <a:t>Ne jamais utiliser la génération automatique de description car celle est pratiquement jamais pertinente.</a:t>
            </a:r>
            <a:endParaRPr sz="1400"/>
          </a:p>
          <a:p>
            <a:pPr indent="0" lvl="0" marL="0" rtl="0" algn="l">
              <a:lnSpc>
                <a:spcPct val="115000"/>
              </a:lnSpc>
              <a:spcBef>
                <a:spcPts val="0"/>
              </a:spcBef>
              <a:spcAft>
                <a:spcPts val="0"/>
              </a:spcAft>
              <a:buSzPts val="1400"/>
              <a:buNone/>
            </a:pPr>
            <a:r>
              <a:t/>
            </a:r>
            <a:endParaRPr b="1" sz="1400"/>
          </a:p>
          <a:p>
            <a:pPr indent="0" lvl="0" marL="0" rtl="0" algn="l">
              <a:lnSpc>
                <a:spcPct val="115000"/>
              </a:lnSpc>
              <a:spcBef>
                <a:spcPts val="0"/>
              </a:spcBef>
              <a:spcAft>
                <a:spcPts val="0"/>
              </a:spcAft>
              <a:buSzPts val="1400"/>
              <a:buNone/>
            </a:pPr>
            <a:r>
              <a:rPr b="1" lang="fr-FR" sz="1400"/>
              <a:t>Writer - </a:t>
            </a:r>
            <a:r>
              <a:rPr lang="fr-FR" sz="1400"/>
              <a:t>LibreOffice ne propose pas d’option pour indiquer qu’une image est purement décorative</a:t>
            </a:r>
            <a:endParaRPr sz="1400"/>
          </a:p>
          <a:p>
            <a:pPr indent="0" lvl="0" marL="0" rtl="0" algn="l">
              <a:lnSpc>
                <a:spcPct val="115000"/>
              </a:lnSpc>
              <a:spcBef>
                <a:spcPts val="0"/>
              </a:spcBef>
              <a:spcAft>
                <a:spcPts val="0"/>
              </a:spcAft>
              <a:buSzPts val="1400"/>
              <a:buNone/>
            </a:pPr>
            <a:r>
              <a:t/>
            </a:r>
            <a:endParaRPr sz="1400"/>
          </a:p>
          <a:p>
            <a:pPr indent="-317500" lvl="0" marL="457200" rtl="0" algn="l">
              <a:lnSpc>
                <a:spcPct val="115000"/>
              </a:lnSpc>
              <a:spcBef>
                <a:spcPts val="0"/>
              </a:spcBef>
              <a:spcAft>
                <a:spcPts val="0"/>
              </a:spcAft>
              <a:buSzPts val="1400"/>
              <a:buChar char="-"/>
            </a:pPr>
            <a:r>
              <a:rPr lang="fr-FR" sz="1400"/>
              <a:t>Si la diffusion est uniquement au format « .doc » ou « .odt » il peut être pertinent de valoriser l’alternative par « sans objet » ou « décorative » pour informer les lecteurs qu’il n’y a pas d’oubli de valorisation (car quoiqu’il en soit la présence d’une image sera mentionnée).</a:t>
            </a:r>
            <a:endParaRPr sz="1400"/>
          </a:p>
          <a:p>
            <a:pPr indent="-317500" lvl="0" marL="457200" rtl="0" algn="l">
              <a:lnSpc>
                <a:spcPct val="115000"/>
              </a:lnSpc>
              <a:spcBef>
                <a:spcPts val="0"/>
              </a:spcBef>
              <a:spcAft>
                <a:spcPts val="0"/>
              </a:spcAft>
              <a:buSzPts val="1400"/>
              <a:buChar char="-"/>
            </a:pPr>
            <a:r>
              <a:rPr lang="fr-FR" sz="1400"/>
              <a:t>En cas de diffusion au format PDF, laisser l’alternative vide. Acrobat Reader ignorera alors les images sans alternative, même si lors de la génération ces images seront indiquées par le vérificateur d’accessibilité comme alternative manquante.</a:t>
            </a:r>
            <a:endParaRPr sz="1400"/>
          </a:p>
          <a:p>
            <a:pPr indent="0" lvl="0" marL="0" rtl="0" algn="l">
              <a:lnSpc>
                <a:spcPct val="115000"/>
              </a:lnSpc>
              <a:spcBef>
                <a:spcPts val="1000"/>
              </a:spcBef>
              <a:spcAft>
                <a:spcPts val="0"/>
              </a:spcAft>
              <a:buSzPts val="1400"/>
              <a:buNone/>
            </a:pPr>
            <a:r>
              <a:rPr b="1" lang="fr-FR" sz="1400"/>
              <a:t>Image informative complexe</a:t>
            </a:r>
            <a:endParaRPr b="1" sz="1400"/>
          </a:p>
          <a:p>
            <a:pPr indent="0" lvl="0" marL="0" rtl="0" algn="l">
              <a:lnSpc>
                <a:spcPct val="115000"/>
              </a:lnSpc>
              <a:spcBef>
                <a:spcPts val="0"/>
              </a:spcBef>
              <a:spcAft>
                <a:spcPts val="0"/>
              </a:spcAft>
              <a:buClr>
                <a:schemeClr val="dk1"/>
              </a:buClr>
              <a:buSzPts val="1100"/>
              <a:buFont typeface="Arial"/>
              <a:buNone/>
            </a:pPr>
            <a:r>
              <a:rPr lang="fr-FR" sz="1400"/>
              <a:t>Limite de l’alternative textuelle :</a:t>
            </a:r>
            <a:endParaRPr sz="1400"/>
          </a:p>
          <a:p>
            <a:pPr indent="-317500" lvl="0" marL="457200" rtl="0" algn="l">
              <a:lnSpc>
                <a:spcPct val="115000"/>
              </a:lnSpc>
              <a:spcBef>
                <a:spcPts val="500"/>
              </a:spcBef>
              <a:spcAft>
                <a:spcPts val="0"/>
              </a:spcAft>
              <a:buSzPts val="1400"/>
              <a:buChar char="-"/>
            </a:pPr>
            <a:r>
              <a:rPr lang="fr-FR" sz="1400"/>
              <a:t>Limitée en taille (même avec la description dans Writer) ;</a:t>
            </a:r>
            <a:endParaRPr sz="1400"/>
          </a:p>
          <a:p>
            <a:pPr indent="-317500" lvl="0" marL="457200" rtl="0" algn="l">
              <a:lnSpc>
                <a:spcPct val="115000"/>
              </a:lnSpc>
              <a:spcBef>
                <a:spcPts val="0"/>
              </a:spcBef>
              <a:spcAft>
                <a:spcPts val="0"/>
              </a:spcAft>
              <a:buSzPts val="1400"/>
              <a:buChar char="-"/>
            </a:pPr>
            <a:r>
              <a:rPr lang="fr-FR" sz="1400"/>
              <a:t>Pas de structuration possible (titres, listes, paragraphe).</a:t>
            </a:r>
            <a:endParaRPr sz="1400"/>
          </a:p>
          <a:p>
            <a:pPr indent="0" lvl="0" marL="0" rtl="0" algn="l">
              <a:lnSpc>
                <a:spcPct val="115000"/>
              </a:lnSpc>
              <a:spcBef>
                <a:spcPts val="600"/>
              </a:spcBef>
              <a:spcAft>
                <a:spcPts val="0"/>
              </a:spcAft>
              <a:buClr>
                <a:schemeClr val="dk1"/>
              </a:buClr>
              <a:buSzPts val="1100"/>
              <a:buFont typeface="Arial"/>
              <a:buNone/>
            </a:pPr>
            <a:r>
              <a:rPr lang="fr-FR" sz="1400"/>
              <a:t>Solution :</a:t>
            </a:r>
            <a:endParaRPr sz="1400"/>
          </a:p>
          <a:p>
            <a:pPr indent="-317500" lvl="0" marL="457200" rtl="0" algn="l">
              <a:lnSpc>
                <a:spcPct val="115000"/>
              </a:lnSpc>
              <a:spcBef>
                <a:spcPts val="500"/>
              </a:spcBef>
              <a:spcAft>
                <a:spcPts val="0"/>
              </a:spcAft>
              <a:buSzPts val="1400"/>
              <a:buChar char="-"/>
            </a:pPr>
            <a:r>
              <a:rPr lang="fr-FR" sz="1400"/>
              <a:t>Une description détaillée adjacente à l’image (texte ou lien);</a:t>
            </a:r>
            <a:endParaRPr sz="1400"/>
          </a:p>
          <a:p>
            <a:pPr indent="-317500" lvl="0" marL="457200" rtl="0" algn="l">
              <a:lnSpc>
                <a:spcPct val="115000"/>
              </a:lnSpc>
              <a:spcBef>
                <a:spcPts val="0"/>
              </a:spcBef>
              <a:spcAft>
                <a:spcPts val="0"/>
              </a:spcAft>
              <a:buSzPts val="1400"/>
              <a:buChar char="-"/>
            </a:pPr>
            <a:r>
              <a:rPr lang="fr-FR" sz="1400"/>
              <a:t>L’image devient soit décorative, soit mentionnée (titre + « voir détails ci-après »).</a:t>
            </a:r>
            <a:endParaRPr sz="1400"/>
          </a:p>
          <a:p>
            <a:pPr indent="0" lvl="0" marL="0" rtl="0" algn="l">
              <a:lnSpc>
                <a:spcPct val="115000"/>
              </a:lnSpc>
              <a:spcBef>
                <a:spcPts val="600"/>
              </a:spcBef>
              <a:spcAft>
                <a:spcPts val="0"/>
              </a:spcAft>
              <a:buSzPts val="1400"/>
              <a:buNone/>
            </a:pPr>
            <a:r>
              <a:t/>
            </a:r>
            <a:endParaRPr sz="1400"/>
          </a:p>
        </p:txBody>
      </p:sp>
      <p:sp>
        <p:nvSpPr>
          <p:cNvPr id="173" name="Google Shape;173;g3681b18b913_0_6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67b3d2acda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g367b3d2acda_0_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200000"/>
              </a:lnSpc>
              <a:spcBef>
                <a:spcPts val="0"/>
              </a:spcBef>
              <a:spcAft>
                <a:spcPts val="0"/>
              </a:spcAft>
              <a:buSzPts val="1400"/>
              <a:buNone/>
            </a:pPr>
            <a:r>
              <a:t/>
            </a:r>
            <a:endParaRPr/>
          </a:p>
        </p:txBody>
      </p:sp>
      <p:sp>
        <p:nvSpPr>
          <p:cNvPr id="187" name="Google Shape;187;g367b3d2acda_0_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681b18b913_0_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3681b18b913_0_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rPr lang="fr-FR"/>
              <a:t>Remarque : attention à la reprise d’anciens documents avec potentiellement un « Titre » inadéquat</a:t>
            </a:r>
            <a:endParaRPr/>
          </a:p>
        </p:txBody>
      </p:sp>
      <p:sp>
        <p:nvSpPr>
          <p:cNvPr id="197" name="Google Shape;197;g3681b18b913_0_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67b3d2acda_0_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67b3d2acda_0_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t/>
            </a:r>
            <a:endParaRPr/>
          </a:p>
        </p:txBody>
      </p:sp>
      <p:sp>
        <p:nvSpPr>
          <p:cNvPr id="210" name="Google Shape;210;g367b3d2acda_0_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68041a9cdd_0_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g368041a9cdd_0_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t/>
            </a:r>
            <a:endParaRPr/>
          </a:p>
        </p:txBody>
      </p:sp>
      <p:sp>
        <p:nvSpPr>
          <p:cNvPr id="223" name="Google Shape;223;g368041a9cdd_0_9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68041a9cdd_0_1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g368041a9cdd_0_1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t/>
            </a:r>
            <a:endParaRPr/>
          </a:p>
        </p:txBody>
      </p:sp>
      <p:sp>
        <p:nvSpPr>
          <p:cNvPr id="234" name="Google Shape;234;g368041a9cdd_0_1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68041a9cdd_0_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g368041a9cdd_0_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t/>
            </a:r>
            <a:endParaRPr/>
          </a:p>
        </p:txBody>
      </p:sp>
      <p:sp>
        <p:nvSpPr>
          <p:cNvPr id="244" name="Google Shape;244;g368041a9cdd_0_8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68041a9cdd_0_1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g368041a9cdd_0_1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0"/>
              </a:spcBef>
              <a:spcAft>
                <a:spcPts val="0"/>
              </a:spcAft>
              <a:buSzPts val="1400"/>
              <a:buAutoNum type="arabicPeriod"/>
            </a:pPr>
            <a:r>
              <a:t/>
            </a:r>
            <a:endParaRPr/>
          </a:p>
        </p:txBody>
      </p:sp>
      <p:sp>
        <p:nvSpPr>
          <p:cNvPr id="260" name="Google Shape;260;g368041a9cdd_0_1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68041a9cdd_0_2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g368041a9cdd_0_2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fr-FR" sz="1400">
                <a:solidFill>
                  <a:schemeClr val="dk2"/>
                </a:solidFill>
                <a:highlight>
                  <a:srgbClr val="EDF2FA"/>
                </a:highlight>
              </a:rPr>
              <a:t>Sommaire du document bureautique - Table des matières et signets des PDF</a:t>
            </a:r>
            <a:endParaRPr b="1" sz="1400">
              <a:solidFill>
                <a:schemeClr val="dk2"/>
              </a:solidFill>
              <a:highlight>
                <a:srgbClr val="EDF2FA"/>
              </a:highlight>
            </a:endParaRPr>
          </a:p>
          <a:p>
            <a:pPr indent="0" lvl="0" marL="0" rtl="0" algn="l">
              <a:lnSpc>
                <a:spcPct val="115000"/>
              </a:lnSpc>
              <a:spcBef>
                <a:spcPts val="1000"/>
              </a:spcBef>
              <a:spcAft>
                <a:spcPts val="0"/>
              </a:spcAft>
              <a:buClr>
                <a:schemeClr val="dk1"/>
              </a:buClr>
              <a:buSzPts val="1100"/>
              <a:buFont typeface="Arial"/>
              <a:buNone/>
            </a:pPr>
            <a:r>
              <a:rPr b="1" lang="fr-FR" sz="1400"/>
              <a:t>Générer le sommaire automatiquement</a:t>
            </a:r>
            <a:endParaRPr b="1" sz="1400"/>
          </a:p>
          <a:p>
            <a:pPr indent="-317500" lvl="0" marL="457200" rtl="0" algn="l">
              <a:lnSpc>
                <a:spcPct val="115000"/>
              </a:lnSpc>
              <a:spcBef>
                <a:spcPts val="1000"/>
              </a:spcBef>
              <a:spcAft>
                <a:spcPts val="0"/>
              </a:spcAft>
              <a:buSzPts val="1400"/>
              <a:buChar char="●"/>
            </a:pPr>
            <a:r>
              <a:rPr lang="fr-FR" sz="1400"/>
              <a:t>Identification de la structure du document, de la densité de chaque partie</a:t>
            </a:r>
            <a:endParaRPr sz="1400"/>
          </a:p>
          <a:p>
            <a:pPr indent="-317500" lvl="0" marL="457200" rtl="0" algn="l">
              <a:lnSpc>
                <a:spcPct val="115000"/>
              </a:lnSpc>
              <a:spcBef>
                <a:spcPts val="0"/>
              </a:spcBef>
              <a:spcAft>
                <a:spcPts val="0"/>
              </a:spcAft>
              <a:buSzPts val="1400"/>
              <a:buChar char="●"/>
            </a:pPr>
            <a:r>
              <a:rPr lang="fr-FR" sz="1400"/>
              <a:t>Accès direct (liens) au chapitre souhaité</a:t>
            </a:r>
            <a:endParaRPr sz="1400"/>
          </a:p>
          <a:p>
            <a:pPr indent="-317500" lvl="0" marL="457200" rtl="0" algn="l">
              <a:lnSpc>
                <a:spcPct val="115000"/>
              </a:lnSpc>
              <a:spcBef>
                <a:spcPts val="0"/>
              </a:spcBef>
              <a:spcAft>
                <a:spcPts val="0"/>
              </a:spcAft>
              <a:buSzPts val="1400"/>
              <a:buChar char="●"/>
            </a:pPr>
            <a:r>
              <a:rPr lang="fr-FR" sz="1400"/>
              <a:t>Mise à jour simplifiée en cas de modifications dans le document</a:t>
            </a:r>
            <a:endParaRPr sz="1400"/>
          </a:p>
          <a:p>
            <a:pPr indent="0" lvl="0" marL="0" rtl="0" algn="l">
              <a:lnSpc>
                <a:spcPct val="115000"/>
              </a:lnSpc>
              <a:spcBef>
                <a:spcPts val="1000"/>
              </a:spcBef>
              <a:spcAft>
                <a:spcPts val="0"/>
              </a:spcAft>
              <a:buClr>
                <a:schemeClr val="dk1"/>
              </a:buClr>
              <a:buSzPts val="1100"/>
              <a:buFont typeface="Arial"/>
              <a:buNone/>
            </a:pPr>
            <a:r>
              <a:rPr b="1" lang="fr-FR" sz="1400"/>
              <a:t>Export PDF avec « signets »</a:t>
            </a:r>
            <a:endParaRPr b="1" sz="1400"/>
          </a:p>
          <a:p>
            <a:pPr indent="-317500" lvl="0" marL="457200" rtl="0" algn="l">
              <a:lnSpc>
                <a:spcPct val="115000"/>
              </a:lnSpc>
              <a:spcBef>
                <a:spcPts val="1000"/>
              </a:spcBef>
              <a:spcAft>
                <a:spcPts val="0"/>
              </a:spcAft>
              <a:buSzPts val="1400"/>
              <a:buChar char="●"/>
            </a:pPr>
            <a:r>
              <a:rPr lang="fr-FR" sz="1400"/>
              <a:t>Redondant avec le sommaire</a:t>
            </a:r>
            <a:endParaRPr sz="1400"/>
          </a:p>
          <a:p>
            <a:pPr indent="-317500" lvl="0" marL="457200" rtl="0" algn="l">
              <a:lnSpc>
                <a:spcPct val="115000"/>
              </a:lnSpc>
              <a:spcBef>
                <a:spcPts val="0"/>
              </a:spcBef>
              <a:spcAft>
                <a:spcPts val="0"/>
              </a:spcAft>
              <a:buSzPts val="1400"/>
              <a:buChar char="●"/>
            </a:pPr>
            <a:r>
              <a:rPr lang="fr-FR" sz="1400"/>
              <a:t>Sauf pour impression</a:t>
            </a:r>
            <a:endParaRPr sz="1400"/>
          </a:p>
        </p:txBody>
      </p:sp>
      <p:sp>
        <p:nvSpPr>
          <p:cNvPr id="274" name="Google Shape;274;g368041a9cdd_0_2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68041a9cdd_0_2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g368041a9cdd_0_2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rPr b="1" lang="fr-FR" sz="1400">
                <a:solidFill>
                  <a:schemeClr val="dk2"/>
                </a:solidFill>
              </a:rPr>
              <a:t>Intérêt et types de listes</a:t>
            </a:r>
            <a:endParaRPr b="1" sz="1400">
              <a:solidFill>
                <a:schemeClr val="dk2"/>
              </a:solidFill>
            </a:endParaRPr>
          </a:p>
          <a:p>
            <a:pPr indent="-317500" lvl="0" marL="457200" rtl="0" algn="l">
              <a:lnSpc>
                <a:spcPct val="115000"/>
              </a:lnSpc>
              <a:spcBef>
                <a:spcPts val="0"/>
              </a:spcBef>
              <a:spcAft>
                <a:spcPts val="0"/>
              </a:spcAft>
              <a:buSzPts val="1400"/>
              <a:buChar char="●"/>
            </a:pPr>
            <a:r>
              <a:rPr lang="fr-FR" sz="1400"/>
              <a:t>Représentation structurée, claire, concise et facilement identifiable.</a:t>
            </a:r>
            <a:endParaRPr sz="1400"/>
          </a:p>
          <a:p>
            <a:pPr indent="-317500" lvl="0" marL="457200" rtl="0" algn="l">
              <a:lnSpc>
                <a:spcPct val="115000"/>
              </a:lnSpc>
              <a:spcBef>
                <a:spcPts val="0"/>
              </a:spcBef>
              <a:spcAft>
                <a:spcPts val="0"/>
              </a:spcAft>
              <a:buSzPts val="1400"/>
              <a:buChar char="●"/>
            </a:pPr>
            <a:r>
              <a:rPr lang="fr-FR" sz="1400"/>
              <a:t>Restitution du nombre d’élément par les lecteurs d’écran.</a:t>
            </a:r>
            <a:endParaRPr sz="1400"/>
          </a:p>
          <a:p>
            <a:pPr indent="0" lvl="0" marL="0" rtl="0" algn="l">
              <a:lnSpc>
                <a:spcPct val="115000"/>
              </a:lnSpc>
              <a:spcBef>
                <a:spcPts val="0"/>
              </a:spcBef>
              <a:spcAft>
                <a:spcPts val="0"/>
              </a:spcAft>
              <a:buSzPts val="1400"/>
              <a:buNone/>
            </a:pPr>
            <a:r>
              <a:rPr b="1" lang="fr-FR" sz="1400">
                <a:solidFill>
                  <a:schemeClr val="dk2"/>
                </a:solidFill>
              </a:rPr>
              <a:t>Liste non ordonnée (à puces) : Ordre sans importance</a:t>
            </a:r>
            <a:endParaRPr b="1" sz="1400">
              <a:solidFill>
                <a:schemeClr val="dk2"/>
              </a:solidFill>
            </a:endParaRPr>
          </a:p>
          <a:p>
            <a:pPr indent="0" lvl="0" marL="0" rtl="0" algn="l">
              <a:lnSpc>
                <a:spcPct val="115000"/>
              </a:lnSpc>
              <a:spcBef>
                <a:spcPts val="0"/>
              </a:spcBef>
              <a:spcAft>
                <a:spcPts val="0"/>
              </a:spcAft>
              <a:buSzPts val="1400"/>
              <a:buNone/>
            </a:pPr>
            <a:r>
              <a:rPr lang="fr-FR" sz="1400"/>
              <a:t>Liste de courses :</a:t>
            </a:r>
            <a:endParaRPr sz="1400"/>
          </a:p>
          <a:p>
            <a:pPr indent="-317500" lvl="0" marL="457200" rtl="0" algn="l">
              <a:lnSpc>
                <a:spcPct val="115000"/>
              </a:lnSpc>
              <a:spcBef>
                <a:spcPts val="0"/>
              </a:spcBef>
              <a:spcAft>
                <a:spcPts val="0"/>
              </a:spcAft>
              <a:buSzPts val="1400"/>
              <a:buChar char="●"/>
            </a:pPr>
            <a:r>
              <a:rPr lang="fr-FR" sz="1400"/>
              <a:t>Poires</a:t>
            </a:r>
            <a:endParaRPr sz="1400"/>
          </a:p>
          <a:p>
            <a:pPr indent="-317500" lvl="0" marL="457200" rtl="0" algn="l">
              <a:lnSpc>
                <a:spcPct val="115000"/>
              </a:lnSpc>
              <a:spcBef>
                <a:spcPts val="0"/>
              </a:spcBef>
              <a:spcAft>
                <a:spcPts val="0"/>
              </a:spcAft>
              <a:buSzPts val="1400"/>
              <a:buChar char="●"/>
            </a:pPr>
            <a:r>
              <a:rPr lang="fr-FR" sz="1400"/>
              <a:t>Chocolat</a:t>
            </a:r>
            <a:endParaRPr sz="1400"/>
          </a:p>
          <a:p>
            <a:pPr indent="-317500" lvl="0" marL="457200" rtl="0" algn="l">
              <a:lnSpc>
                <a:spcPct val="115000"/>
              </a:lnSpc>
              <a:spcBef>
                <a:spcPts val="0"/>
              </a:spcBef>
              <a:spcAft>
                <a:spcPts val="0"/>
              </a:spcAft>
              <a:buSzPts val="1400"/>
              <a:buChar char="●"/>
            </a:pPr>
            <a:r>
              <a:rPr lang="fr-FR" sz="1400"/>
              <a:t>Dentifrice</a:t>
            </a:r>
            <a:endParaRPr sz="1400"/>
          </a:p>
          <a:p>
            <a:pPr indent="0" lvl="0" marL="0" rtl="0" algn="l">
              <a:lnSpc>
                <a:spcPct val="115000"/>
              </a:lnSpc>
              <a:spcBef>
                <a:spcPts val="0"/>
              </a:spcBef>
              <a:spcAft>
                <a:spcPts val="0"/>
              </a:spcAft>
              <a:buSzPts val="1400"/>
              <a:buNone/>
            </a:pPr>
            <a:r>
              <a:rPr b="1" lang="fr-FR" sz="1400">
                <a:solidFill>
                  <a:schemeClr val="dk2"/>
                </a:solidFill>
              </a:rPr>
              <a:t>Liste ordonnée (numérotée) : ordre important</a:t>
            </a:r>
            <a:endParaRPr b="1" sz="1400">
              <a:solidFill>
                <a:schemeClr val="dk2"/>
              </a:solidFill>
            </a:endParaRPr>
          </a:p>
          <a:p>
            <a:pPr indent="0" lvl="0" marL="0" rtl="0" algn="l">
              <a:lnSpc>
                <a:spcPct val="115000"/>
              </a:lnSpc>
              <a:spcBef>
                <a:spcPts val="0"/>
              </a:spcBef>
              <a:spcAft>
                <a:spcPts val="0"/>
              </a:spcAft>
              <a:buSzPts val="1400"/>
              <a:buNone/>
            </a:pPr>
            <a:r>
              <a:rPr lang="fr-FR" sz="1400"/>
              <a:t>Procédure d’installation :</a:t>
            </a:r>
            <a:endParaRPr sz="1400"/>
          </a:p>
          <a:p>
            <a:pPr indent="-317500" lvl="0" marL="457200" rtl="0" algn="l">
              <a:lnSpc>
                <a:spcPct val="115000"/>
              </a:lnSpc>
              <a:spcBef>
                <a:spcPts val="0"/>
              </a:spcBef>
              <a:spcAft>
                <a:spcPts val="0"/>
              </a:spcAft>
              <a:buSzPts val="1400"/>
              <a:buAutoNum type="arabicPeriod"/>
            </a:pPr>
            <a:r>
              <a:rPr lang="fr-FR" sz="1400"/>
              <a:t>Télécharger rgaa.exe</a:t>
            </a:r>
            <a:endParaRPr sz="1400"/>
          </a:p>
          <a:p>
            <a:pPr indent="-317500" lvl="0" marL="457200" rtl="0" algn="l">
              <a:lnSpc>
                <a:spcPct val="115000"/>
              </a:lnSpc>
              <a:spcBef>
                <a:spcPts val="0"/>
              </a:spcBef>
              <a:spcAft>
                <a:spcPts val="0"/>
              </a:spcAft>
              <a:buSzPts val="1400"/>
              <a:buAutoNum type="arabicPeriod"/>
            </a:pPr>
            <a:r>
              <a:rPr lang="fr-FR" sz="1400"/>
              <a:t>Lancer rgaa.exe</a:t>
            </a:r>
            <a:endParaRPr sz="1400"/>
          </a:p>
          <a:p>
            <a:pPr indent="-317500" lvl="0" marL="457200" rtl="0" algn="l">
              <a:lnSpc>
                <a:spcPct val="115000"/>
              </a:lnSpc>
              <a:spcBef>
                <a:spcPts val="0"/>
              </a:spcBef>
              <a:spcAft>
                <a:spcPts val="0"/>
              </a:spcAft>
              <a:buSzPts val="1400"/>
              <a:buAutoNum type="arabicPeriod"/>
            </a:pPr>
            <a:r>
              <a:rPr lang="fr-FR" sz="1400"/>
              <a:t>Suivre les consignes</a:t>
            </a:r>
            <a:endParaRPr/>
          </a:p>
        </p:txBody>
      </p:sp>
      <p:sp>
        <p:nvSpPr>
          <p:cNvPr id="287" name="Google Shape;287;g368041a9cdd_0_2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68041a9cdd_0_2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g368041a9cdd_0_2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fr-FR" sz="1400">
                <a:highlight>
                  <a:srgbClr val="EDF2FA"/>
                </a:highlight>
              </a:rPr>
              <a:t>Lecteurs d’écran et restitution</a:t>
            </a:r>
            <a:endParaRPr b="1" sz="1400">
              <a:highlight>
                <a:srgbClr val="EDF2FA"/>
              </a:highlight>
            </a:endParaRPr>
          </a:p>
          <a:p>
            <a:pPr indent="0" lvl="0" marL="0" rtl="0" algn="l">
              <a:lnSpc>
                <a:spcPct val="115000"/>
              </a:lnSpc>
              <a:spcBef>
                <a:spcPts val="500"/>
              </a:spcBef>
              <a:spcAft>
                <a:spcPts val="0"/>
              </a:spcAft>
              <a:buSzPts val="1400"/>
              <a:buNone/>
            </a:pPr>
            <a:r>
              <a:rPr lang="fr-FR" sz="1400">
                <a:highlight>
                  <a:srgbClr val="EDF2FA"/>
                </a:highlight>
              </a:rPr>
              <a:t>Les espaces et les sauts de paragraphe (Entrée) sont interprétés par les lecteurs d’écran ⇒ éviter les paragraphes vides…</a:t>
            </a:r>
            <a:endParaRPr sz="1400">
              <a:highlight>
                <a:srgbClr val="EDF2FA"/>
              </a:highlight>
            </a:endParaRPr>
          </a:p>
          <a:p>
            <a:pPr indent="0" lvl="0" marL="0" rtl="0" algn="l">
              <a:lnSpc>
                <a:spcPct val="115000"/>
              </a:lnSpc>
              <a:spcBef>
                <a:spcPts val="1200"/>
              </a:spcBef>
              <a:spcAft>
                <a:spcPts val="0"/>
              </a:spcAft>
              <a:buClr>
                <a:schemeClr val="dk1"/>
              </a:buClr>
              <a:buSzPts val="1100"/>
              <a:buFont typeface="Arial"/>
              <a:buNone/>
            </a:pPr>
            <a:r>
              <a:rPr lang="fr-FR" sz="1400">
                <a:highlight>
                  <a:srgbClr val="EDF2FA"/>
                </a:highlight>
              </a:rPr>
              <a:t>Le retour à la ligne par Maj + Entrée n’a pas de valeur sémantique.</a:t>
            </a:r>
            <a:endParaRPr sz="1400">
              <a:highlight>
                <a:srgbClr val="EDF2FA"/>
              </a:highlight>
            </a:endParaRPr>
          </a:p>
          <a:p>
            <a:pPr indent="-317500" lvl="0" marL="457200" rtl="0" algn="l">
              <a:lnSpc>
                <a:spcPct val="115000"/>
              </a:lnSpc>
              <a:spcBef>
                <a:spcPts val="500"/>
              </a:spcBef>
              <a:spcAft>
                <a:spcPts val="0"/>
              </a:spcAft>
              <a:buSzPts val="1400"/>
              <a:buChar char="-"/>
            </a:pPr>
            <a:r>
              <a:rPr lang="fr-FR" sz="1400">
                <a:highlight>
                  <a:srgbClr val="EDF2FA"/>
                </a:highlight>
              </a:rPr>
              <a:t>Sans espace avant le retour à la ligne, le dernier mot de la première ligne et le premier de la suivante n’en forment qu’un pour le lecteur d’écran.</a:t>
            </a:r>
            <a:endParaRPr sz="1400"/>
          </a:p>
        </p:txBody>
      </p:sp>
      <p:sp>
        <p:nvSpPr>
          <p:cNvPr id="307" name="Google Shape;307;g368041a9cdd_0_27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68041a9cdd_0_2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g368041a9cdd_0_2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t/>
            </a:r>
            <a:endParaRPr/>
          </a:p>
        </p:txBody>
      </p:sp>
      <p:sp>
        <p:nvSpPr>
          <p:cNvPr id="320" name="Google Shape;320;g368041a9cdd_0_2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68041a9cdd_0_2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g368041a9cdd_0_2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t/>
            </a:r>
            <a:endParaRPr/>
          </a:p>
        </p:txBody>
      </p:sp>
      <p:sp>
        <p:nvSpPr>
          <p:cNvPr id="331" name="Google Shape;331;g368041a9cdd_0_20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68041a9cdd_0_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g368041a9cdd_0_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fr-FR" sz="1400">
                <a:solidFill>
                  <a:schemeClr val="dk2"/>
                </a:solidFill>
              </a:rPr>
              <a:t>PAC : PDF Accessibility Checker</a:t>
            </a:r>
            <a:endParaRPr b="1" sz="1400">
              <a:solidFill>
                <a:schemeClr val="dk2"/>
              </a:solidFill>
            </a:endParaRPr>
          </a:p>
          <a:p>
            <a:pPr indent="0" lvl="0" marL="0" rtl="0" algn="l">
              <a:lnSpc>
                <a:spcPct val="115000"/>
              </a:lnSpc>
              <a:spcBef>
                <a:spcPts val="0"/>
              </a:spcBef>
              <a:spcAft>
                <a:spcPts val="0"/>
              </a:spcAft>
              <a:buClr>
                <a:schemeClr val="dk1"/>
              </a:buClr>
              <a:buSzPts val="1100"/>
              <a:buFont typeface="Arial"/>
              <a:buNone/>
            </a:pPr>
            <a:r>
              <a:t/>
            </a:r>
            <a:endParaRPr sz="1400"/>
          </a:p>
          <a:p>
            <a:pPr indent="-317500" lvl="0" marL="457200" rtl="0" algn="l">
              <a:lnSpc>
                <a:spcPct val="115000"/>
              </a:lnSpc>
              <a:spcBef>
                <a:spcPts val="0"/>
              </a:spcBef>
              <a:spcAft>
                <a:spcPts val="0"/>
              </a:spcAft>
              <a:buSzPts val="1400"/>
              <a:buChar char="●"/>
            </a:pPr>
            <a:r>
              <a:rPr lang="fr-FR" sz="1400"/>
              <a:t>La société Tanaguru a publié un guide pour PAC, intitulé «PAC, comprendre et corriger les erreurs d’accessibilité». </a:t>
            </a:r>
            <a:r>
              <a:rPr lang="fr-FR" sz="1400" u="sng">
                <a:solidFill>
                  <a:schemeClr val="hlink"/>
                </a:solidFill>
                <a:hlinkClick r:id="rId2"/>
              </a:rPr>
              <a:t>https://www.tanaguru.com/pac-comprendre-et-corriger-les-erreurs-daccessibilite/</a:t>
            </a:r>
            <a:endParaRPr sz="1400"/>
          </a:p>
          <a:p>
            <a:pPr indent="-317500" lvl="0" marL="457200" rtl="0" algn="l">
              <a:lnSpc>
                <a:spcPct val="115000"/>
              </a:lnSpc>
              <a:spcBef>
                <a:spcPts val="0"/>
              </a:spcBef>
              <a:spcAft>
                <a:spcPts val="0"/>
              </a:spcAft>
              <a:buSzPts val="1400"/>
              <a:buChar char="●"/>
            </a:pPr>
            <a:r>
              <a:rPr lang="fr-FR" sz="1400"/>
              <a:t>Les corrections sont proposées uniquement via l’utilisation de «Acrobat Pro».</a:t>
            </a:r>
            <a:endParaRPr sz="1400"/>
          </a:p>
          <a:p>
            <a:pPr indent="-317500" lvl="0" marL="457200" rtl="0" algn="l">
              <a:lnSpc>
                <a:spcPct val="115000"/>
              </a:lnSpc>
              <a:spcBef>
                <a:spcPts val="0"/>
              </a:spcBef>
              <a:spcAft>
                <a:spcPts val="0"/>
              </a:spcAft>
              <a:buSzPts val="1400"/>
              <a:buChar char="●"/>
            </a:pPr>
            <a:r>
              <a:rPr lang="fr-FR" sz="1400"/>
              <a:t>Il existe également une version en ligne : </a:t>
            </a:r>
            <a:r>
              <a:rPr lang="fr-FR" sz="1400" u="sng">
                <a:solidFill>
                  <a:schemeClr val="hlink"/>
                </a:solidFill>
                <a:hlinkClick r:id="rId3"/>
              </a:rPr>
              <a:t>https://check.axes4.com/de/</a:t>
            </a:r>
            <a:endParaRPr sz="1400"/>
          </a:p>
          <a:p>
            <a:pPr indent="0" lvl="0" marL="0" rtl="0" algn="l">
              <a:lnSpc>
                <a:spcPct val="115000"/>
              </a:lnSpc>
              <a:spcBef>
                <a:spcPts val="0"/>
              </a:spcBef>
              <a:spcAft>
                <a:spcPts val="0"/>
              </a:spcAft>
              <a:buClr>
                <a:schemeClr val="dk1"/>
              </a:buClr>
              <a:buSzPts val="1100"/>
              <a:buFont typeface="Arial"/>
              <a:buNone/>
            </a:pPr>
            <a:r>
              <a:t/>
            </a:r>
            <a:endParaRPr sz="1400"/>
          </a:p>
          <a:p>
            <a:pPr indent="0" lvl="0" marL="0" rtl="0" algn="l">
              <a:lnSpc>
                <a:spcPct val="115000"/>
              </a:lnSpc>
              <a:spcBef>
                <a:spcPts val="0"/>
              </a:spcBef>
              <a:spcAft>
                <a:spcPts val="0"/>
              </a:spcAft>
              <a:buSzPts val="1400"/>
              <a:buNone/>
            </a:pPr>
            <a:r>
              <a:rPr b="1" lang="fr-FR" sz="1400">
                <a:solidFill>
                  <a:schemeClr val="dk2"/>
                </a:solidFill>
              </a:rPr>
              <a:t>Lecteur d’écran</a:t>
            </a:r>
            <a:endParaRPr b="1" sz="1400">
              <a:solidFill>
                <a:schemeClr val="dk2"/>
              </a:solidFill>
            </a:endParaRPr>
          </a:p>
          <a:p>
            <a:pPr indent="-317500" lvl="0" marL="457200" rtl="0" algn="l">
              <a:lnSpc>
                <a:spcPct val="115000"/>
              </a:lnSpc>
              <a:spcBef>
                <a:spcPts val="1000"/>
              </a:spcBef>
              <a:spcAft>
                <a:spcPts val="0"/>
              </a:spcAft>
              <a:buSzPts val="1400"/>
              <a:buChar char="●"/>
            </a:pPr>
            <a:r>
              <a:rPr lang="fr-FR" sz="1400"/>
              <a:t>Il ne vise toutefois que les personnes ayant besoin d’un lecteur d’écran et ne fournit pas de retour, par exemple, sur le contraste ou d’autres aspects purement visuels.</a:t>
            </a:r>
            <a:endParaRPr sz="1400"/>
          </a:p>
          <a:p>
            <a:pPr indent="0" lvl="0" marL="0" rtl="0" algn="l">
              <a:lnSpc>
                <a:spcPct val="115000"/>
              </a:lnSpc>
              <a:spcBef>
                <a:spcPts val="0"/>
              </a:spcBef>
              <a:spcAft>
                <a:spcPts val="0"/>
              </a:spcAft>
              <a:buSzPts val="1400"/>
              <a:buNone/>
            </a:pPr>
            <a:r>
              <a:t/>
            </a:r>
            <a:endParaRPr sz="1400"/>
          </a:p>
          <a:p>
            <a:pPr indent="0" lvl="0" marL="0" rtl="0" algn="l">
              <a:lnSpc>
                <a:spcPct val="115000"/>
              </a:lnSpc>
              <a:spcBef>
                <a:spcPts val="0"/>
              </a:spcBef>
              <a:spcAft>
                <a:spcPts val="0"/>
              </a:spcAft>
              <a:buSzPts val="1400"/>
              <a:buNone/>
            </a:pPr>
            <a:r>
              <a:rPr b="1" lang="fr-FR" sz="1400">
                <a:solidFill>
                  <a:schemeClr val="dk2"/>
                </a:solidFill>
                <a:highlight>
                  <a:srgbClr val="EDF2FA"/>
                </a:highlight>
              </a:rPr>
              <a:t>Autre outil</a:t>
            </a:r>
            <a:endParaRPr b="1" sz="1400">
              <a:solidFill>
                <a:schemeClr val="dk2"/>
              </a:solidFill>
              <a:highlight>
                <a:srgbClr val="EDF2FA"/>
              </a:highlight>
            </a:endParaRPr>
          </a:p>
          <a:p>
            <a:pPr indent="0" lvl="0" marL="0" rtl="0" algn="l">
              <a:lnSpc>
                <a:spcPct val="115000"/>
              </a:lnSpc>
              <a:spcBef>
                <a:spcPts val="1000"/>
              </a:spcBef>
              <a:spcAft>
                <a:spcPts val="0"/>
              </a:spcAft>
              <a:buSzPts val="1400"/>
              <a:buNone/>
            </a:pPr>
            <a:r>
              <a:rPr lang="fr-FR" sz="1400" u="sng">
                <a:solidFill>
                  <a:schemeClr val="hlink"/>
                </a:solidFill>
                <a:hlinkClick r:id="rId4"/>
              </a:rPr>
              <a:t>https://checkers.eiii.eu/en/pdfcheck/</a:t>
            </a:r>
            <a:endParaRPr sz="1400"/>
          </a:p>
        </p:txBody>
      </p:sp>
      <p:sp>
        <p:nvSpPr>
          <p:cNvPr id="341" name="Google Shape;341;g368041a9cdd_0_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68041a9cd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g368041a9cdd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fr-FR" sz="1400"/>
              <a:t>Word et Writer</a:t>
            </a:r>
            <a:endParaRPr b="1" sz="1400"/>
          </a:p>
          <a:p>
            <a:pPr indent="0" lvl="0" marL="0" rtl="0" algn="l">
              <a:lnSpc>
                <a:spcPct val="115000"/>
              </a:lnSpc>
              <a:spcBef>
                <a:spcPts val="600"/>
              </a:spcBef>
              <a:spcAft>
                <a:spcPts val="0"/>
              </a:spcAft>
              <a:buSzPts val="1400"/>
              <a:buNone/>
            </a:pPr>
            <a:r>
              <a:rPr lang="fr-FR" sz="1400"/>
              <a:t>L’outil de vérification d’accessibilité est une aide, ou un guide, mais ne remplace pas une analyse humaine. </a:t>
            </a:r>
            <a:endParaRPr sz="1400"/>
          </a:p>
          <a:p>
            <a:pPr indent="0" lvl="0" marL="0" rtl="0" algn="l">
              <a:lnSpc>
                <a:spcPct val="115000"/>
              </a:lnSpc>
              <a:spcBef>
                <a:spcPts val="600"/>
              </a:spcBef>
              <a:spcAft>
                <a:spcPts val="0"/>
              </a:spcAft>
              <a:buSzPts val="1400"/>
              <a:buNone/>
            </a:pPr>
            <a:r>
              <a:rPr lang="fr-FR" sz="1400"/>
              <a:t>Il peut par exemple indiquer un contraste insuffisant, ou une hiérarchie de titre incohérent (un titre 4 après un titre 2) mais pas si un élément aurait dû être un titre. </a:t>
            </a:r>
            <a:endParaRPr sz="1400"/>
          </a:p>
          <a:p>
            <a:pPr indent="0" lvl="0" marL="0" rtl="0" algn="l">
              <a:lnSpc>
                <a:spcPct val="115000"/>
              </a:lnSpc>
              <a:spcBef>
                <a:spcPts val="600"/>
              </a:spcBef>
              <a:spcAft>
                <a:spcPts val="0"/>
              </a:spcAft>
              <a:buClr>
                <a:schemeClr val="dk1"/>
              </a:buClr>
              <a:buSzPts val="1100"/>
              <a:buFont typeface="Arial"/>
              <a:buNone/>
            </a:pPr>
            <a:r>
              <a:rPr lang="fr-FR" sz="1400"/>
              <a:t>Pour cela, il est préférable de vérifier que ce dernier figure bien dans </a:t>
            </a:r>
            <a:r>
              <a:rPr b="1" lang="fr-FR" sz="1400"/>
              <a:t>le volet « Navigateur »</a:t>
            </a:r>
            <a:r>
              <a:rPr lang="fr-FR" sz="1400"/>
              <a:t> ou après export dans la liste des signets.</a:t>
            </a:r>
            <a:endParaRPr sz="1400"/>
          </a:p>
          <a:p>
            <a:pPr indent="0" lvl="0" marL="0" rtl="0" algn="l">
              <a:lnSpc>
                <a:spcPct val="115000"/>
              </a:lnSpc>
              <a:spcBef>
                <a:spcPts val="0"/>
              </a:spcBef>
              <a:spcAft>
                <a:spcPts val="0"/>
              </a:spcAft>
              <a:buSzPts val="1400"/>
              <a:buNone/>
            </a:pPr>
            <a:r>
              <a:t/>
            </a:r>
            <a:endParaRPr/>
          </a:p>
        </p:txBody>
      </p:sp>
      <p:sp>
        <p:nvSpPr>
          <p:cNvPr id="352" name="Google Shape;352;g368041a9cdd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68041a9cdd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g368041a9cdd_0_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rPr b="1" lang="fr-FR" sz="1400">
                <a:solidFill>
                  <a:schemeClr val="dk2"/>
                </a:solidFill>
              </a:rPr>
              <a:t>Word</a:t>
            </a:r>
            <a:r>
              <a:rPr b="1" lang="fr-FR" sz="1400"/>
              <a:t> : </a:t>
            </a:r>
            <a:r>
              <a:rPr lang="fr-FR" sz="1400"/>
              <a:t>« Activer le balisage avancé » facilite les retouches notamment avec Acrobat Pro.</a:t>
            </a:r>
            <a:endParaRPr sz="1400"/>
          </a:p>
          <a:p>
            <a:pPr indent="0" lvl="0" marL="0" rtl="0" algn="l">
              <a:lnSpc>
                <a:spcPct val="115000"/>
              </a:lnSpc>
              <a:spcBef>
                <a:spcPts val="0"/>
              </a:spcBef>
              <a:spcAft>
                <a:spcPts val="0"/>
              </a:spcAft>
              <a:buSzPts val="1400"/>
              <a:buNone/>
            </a:pPr>
            <a:r>
              <a:rPr lang="fr-FR" sz="1400"/>
              <a:t>Attention : La fonctionnalité Acrobat Maker ne permet pas d’enregistrer certaines propriétés du document, notamment le titre enregistré dans Fichier → Informations.</a:t>
            </a:r>
            <a:endParaRPr sz="1400"/>
          </a:p>
          <a:p>
            <a:pPr indent="0" lvl="0" marL="0" rtl="0" algn="l">
              <a:lnSpc>
                <a:spcPct val="115000"/>
              </a:lnSpc>
              <a:spcBef>
                <a:spcPts val="900"/>
              </a:spcBef>
              <a:spcAft>
                <a:spcPts val="0"/>
              </a:spcAft>
              <a:buSzPts val="1400"/>
              <a:buNone/>
            </a:pPr>
            <a:r>
              <a:rPr b="1" lang="fr-FR" sz="1400">
                <a:solidFill>
                  <a:schemeClr val="dk2"/>
                </a:solidFill>
              </a:rPr>
              <a:t>Writer</a:t>
            </a:r>
            <a:r>
              <a:rPr b="1" lang="fr-FR" sz="1400"/>
              <a:t> : </a:t>
            </a:r>
            <a:r>
              <a:rPr lang="fr-FR" sz="1400"/>
              <a:t>Cocher « Accessibilité Universelle (PDF/UA) » coche automatiquement la case « PDF marqué ».</a:t>
            </a:r>
            <a:endParaRPr sz="1400"/>
          </a:p>
          <a:p>
            <a:pPr indent="0" lvl="0" marL="0" rtl="0" algn="l">
              <a:lnSpc>
                <a:spcPct val="115000"/>
              </a:lnSpc>
              <a:spcBef>
                <a:spcPts val="0"/>
              </a:spcBef>
              <a:spcAft>
                <a:spcPts val="0"/>
              </a:spcAft>
              <a:buSzPts val="1400"/>
              <a:buNone/>
            </a:pPr>
            <a:r>
              <a:rPr lang="fr-FR" sz="1400"/>
              <a:t>L’export en PDF avec les options d’accessibilité lance automatiquement le vérificateur d’accessibilité.</a:t>
            </a:r>
            <a:endParaRPr sz="1400"/>
          </a:p>
          <a:p>
            <a:pPr indent="0" lvl="0" marL="0" rtl="0" algn="l">
              <a:lnSpc>
                <a:spcPct val="115000"/>
              </a:lnSpc>
              <a:spcBef>
                <a:spcPts val="900"/>
              </a:spcBef>
              <a:spcAft>
                <a:spcPts val="0"/>
              </a:spcAft>
              <a:buSzPts val="1400"/>
              <a:buNone/>
            </a:pPr>
            <a:r>
              <a:rPr b="1" lang="fr-FR" sz="1400">
                <a:solidFill>
                  <a:schemeClr val="dk2"/>
                </a:solidFill>
              </a:rPr>
              <a:t>Word et Writer</a:t>
            </a:r>
            <a:r>
              <a:rPr b="1" lang="fr-FR" sz="1400"/>
              <a:t> : </a:t>
            </a:r>
            <a:r>
              <a:rPr lang="fr-FR" sz="1400"/>
              <a:t>« Créer des signets » ou « Exporter le plan et autres éléments de structure » peuvent être considérés comme optionnel si un sommaire est déjà présent dans le document, mais restent conseillés.</a:t>
            </a:r>
            <a:endParaRPr sz="1400"/>
          </a:p>
          <a:p>
            <a:pPr indent="0" lvl="0" marL="0" rtl="0" algn="l">
              <a:lnSpc>
                <a:spcPct val="115000"/>
              </a:lnSpc>
              <a:spcBef>
                <a:spcPts val="0"/>
              </a:spcBef>
              <a:spcAft>
                <a:spcPts val="0"/>
              </a:spcAft>
              <a:buSzPts val="1400"/>
              <a:buNone/>
            </a:pPr>
            <a:r>
              <a:t/>
            </a:r>
            <a:endParaRPr/>
          </a:p>
        </p:txBody>
      </p:sp>
      <p:sp>
        <p:nvSpPr>
          <p:cNvPr id="365" name="Google Shape;365;g368041a9cdd_0_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68041a9cdd_0_2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g368041a9cdd_0_2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
              </a:spcBef>
              <a:spcAft>
                <a:spcPts val="0"/>
              </a:spcAft>
              <a:buSzPts val="1400"/>
              <a:buNone/>
            </a:pPr>
            <a:r>
              <a:rPr b="1" lang="fr-FR" sz="1400">
                <a:solidFill>
                  <a:schemeClr val="dk2"/>
                </a:solidFill>
                <a:highlight>
                  <a:srgbClr val="EDF2FA"/>
                </a:highlight>
              </a:rPr>
              <a:t>Difficultés et conseils d’utilisation</a:t>
            </a:r>
            <a:endParaRPr b="1" sz="1400">
              <a:solidFill>
                <a:schemeClr val="dk2"/>
              </a:solidFill>
              <a:highlight>
                <a:srgbClr val="EDF2FA"/>
              </a:highlight>
            </a:endParaRPr>
          </a:p>
          <a:p>
            <a:pPr indent="0" lvl="0" marL="0" rtl="0" algn="l">
              <a:lnSpc>
                <a:spcPct val="115000"/>
              </a:lnSpc>
              <a:spcBef>
                <a:spcPts val="100"/>
              </a:spcBef>
              <a:spcAft>
                <a:spcPts val="0"/>
              </a:spcAft>
              <a:buSzPts val="1400"/>
              <a:buNone/>
            </a:pPr>
            <a:r>
              <a:rPr lang="fr-FR" sz="1400">
                <a:highlight>
                  <a:srgbClr val="EDF2FA"/>
                </a:highlight>
              </a:rPr>
              <a:t>Les tableaux, même simples, sont des « défis » pour les utilisateurs :</a:t>
            </a:r>
            <a:endParaRPr sz="1400">
              <a:highlight>
                <a:srgbClr val="EDF2FA"/>
              </a:highlight>
            </a:endParaRPr>
          </a:p>
          <a:p>
            <a:pPr indent="-317500" lvl="0" marL="457200" rtl="0" algn="l">
              <a:lnSpc>
                <a:spcPct val="115000"/>
              </a:lnSpc>
              <a:spcBef>
                <a:spcPts val="100"/>
              </a:spcBef>
              <a:spcAft>
                <a:spcPts val="0"/>
              </a:spcAft>
              <a:buSzPts val="1400"/>
              <a:buChar char="-"/>
            </a:pPr>
            <a:r>
              <a:rPr lang="fr-FR" sz="1400">
                <a:highlight>
                  <a:srgbClr val="EDF2FA"/>
                </a:highlight>
              </a:rPr>
              <a:t>Proscrire les imbrication de tableaux.</a:t>
            </a:r>
            <a:endParaRPr sz="1400">
              <a:highlight>
                <a:srgbClr val="EDF2FA"/>
              </a:highlight>
            </a:endParaRPr>
          </a:p>
          <a:p>
            <a:pPr indent="-317500" lvl="0" marL="457200" rtl="0" algn="l">
              <a:lnSpc>
                <a:spcPct val="115000"/>
              </a:lnSpc>
              <a:spcBef>
                <a:spcPts val="0"/>
              </a:spcBef>
              <a:spcAft>
                <a:spcPts val="0"/>
              </a:spcAft>
              <a:buSzPts val="1400"/>
              <a:buChar char="-"/>
            </a:pPr>
            <a:r>
              <a:rPr lang="fr-FR" sz="1400">
                <a:highlight>
                  <a:srgbClr val="EDF2FA"/>
                </a:highlight>
              </a:rPr>
              <a:t>Utiliser les tableaux pour présenter des données (pas pour une mise en forme).</a:t>
            </a:r>
            <a:endParaRPr sz="1400">
              <a:highlight>
                <a:srgbClr val="EDF2FA"/>
              </a:highlight>
            </a:endParaRPr>
          </a:p>
          <a:p>
            <a:pPr indent="-317500" lvl="0" marL="457200" rtl="0" algn="l">
              <a:lnSpc>
                <a:spcPct val="115000"/>
              </a:lnSpc>
              <a:spcBef>
                <a:spcPts val="0"/>
              </a:spcBef>
              <a:spcAft>
                <a:spcPts val="0"/>
              </a:spcAft>
              <a:buSzPts val="1400"/>
              <a:buChar char="-"/>
            </a:pPr>
            <a:r>
              <a:rPr lang="fr-FR" sz="1400">
                <a:highlight>
                  <a:srgbClr val="EDF2FA"/>
                </a:highlight>
              </a:rPr>
              <a:t>Identifier les en-têtes et les répéter en haut de chaque page si besoin.</a:t>
            </a:r>
            <a:endParaRPr sz="1400">
              <a:highlight>
                <a:srgbClr val="EDF2FA"/>
              </a:highlight>
            </a:endParaRPr>
          </a:p>
          <a:p>
            <a:pPr indent="-317500" lvl="0" marL="457200" rtl="0" algn="l">
              <a:lnSpc>
                <a:spcPct val="115000"/>
              </a:lnSpc>
              <a:spcBef>
                <a:spcPts val="0"/>
              </a:spcBef>
              <a:spcAft>
                <a:spcPts val="0"/>
              </a:spcAft>
              <a:buSzPts val="1400"/>
              <a:buChar char="-"/>
            </a:pPr>
            <a:r>
              <a:rPr lang="fr-FR" sz="1400">
                <a:highlight>
                  <a:srgbClr val="EDF2FA"/>
                </a:highlight>
              </a:rPr>
              <a:t>Privilégier les tableaux simples (éviter les cellules fusionnées).</a:t>
            </a:r>
            <a:endParaRPr sz="1400">
              <a:highlight>
                <a:srgbClr val="EDF2FA"/>
              </a:highlight>
            </a:endParaRPr>
          </a:p>
          <a:p>
            <a:pPr indent="-317500" lvl="0" marL="457200" rtl="0" algn="l">
              <a:lnSpc>
                <a:spcPct val="115000"/>
              </a:lnSpc>
              <a:spcBef>
                <a:spcPts val="0"/>
              </a:spcBef>
              <a:spcAft>
                <a:spcPts val="0"/>
              </a:spcAft>
              <a:buSzPts val="1400"/>
              <a:buChar char="-"/>
            </a:pPr>
            <a:r>
              <a:rPr lang="fr-FR" sz="1400">
                <a:highlight>
                  <a:srgbClr val="EDF2FA"/>
                </a:highlight>
              </a:rPr>
              <a:t>Ne pas fractionner les lignes sur plusieurs pages.</a:t>
            </a:r>
            <a:endParaRPr sz="1400">
              <a:highlight>
                <a:srgbClr val="EDF2FA"/>
              </a:highlight>
            </a:endParaRPr>
          </a:p>
          <a:p>
            <a:pPr indent="-317500" lvl="0" marL="457200" rtl="0" algn="l">
              <a:lnSpc>
                <a:spcPct val="115000"/>
              </a:lnSpc>
              <a:spcBef>
                <a:spcPts val="0"/>
              </a:spcBef>
              <a:spcAft>
                <a:spcPts val="0"/>
              </a:spcAft>
              <a:buSzPts val="1400"/>
              <a:buChar char="-"/>
            </a:pPr>
            <a:r>
              <a:rPr lang="fr-FR" sz="1400">
                <a:highlight>
                  <a:srgbClr val="EDF2FA"/>
                </a:highlight>
              </a:rPr>
              <a:t>Identifier les tableaux par un titre.</a:t>
            </a:r>
            <a:endParaRPr sz="1400">
              <a:highlight>
                <a:srgbClr val="EDF2FA"/>
              </a:highlight>
            </a:endParaRPr>
          </a:p>
          <a:p>
            <a:pPr indent="0" lvl="0" marL="0" rtl="0" algn="l">
              <a:lnSpc>
                <a:spcPct val="115000"/>
              </a:lnSpc>
              <a:spcBef>
                <a:spcPts val="100"/>
              </a:spcBef>
              <a:spcAft>
                <a:spcPts val="100"/>
              </a:spcAft>
              <a:buSzPts val="1400"/>
              <a:buNone/>
            </a:pPr>
            <a:r>
              <a:t/>
            </a:r>
            <a:endParaRPr sz="1400"/>
          </a:p>
        </p:txBody>
      </p:sp>
      <p:sp>
        <p:nvSpPr>
          <p:cNvPr id="378" name="Google Shape;378;g368041a9cdd_0_29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68041a9cdd_0_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g368041a9cdd_0_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rPr b="1" lang="fr-FR" sz="1400">
                <a:solidFill>
                  <a:schemeClr val="dk2"/>
                </a:solidFill>
              </a:rPr>
              <a:t>PAC : PDF Accessibility Checker</a:t>
            </a:r>
            <a:endParaRPr b="1" sz="1400">
              <a:solidFill>
                <a:schemeClr val="dk2"/>
              </a:solidFill>
            </a:endParaRPr>
          </a:p>
          <a:p>
            <a:pPr indent="0" lvl="0" marL="0" rtl="0" algn="l">
              <a:lnSpc>
                <a:spcPct val="115000"/>
              </a:lnSpc>
              <a:spcBef>
                <a:spcPts val="0"/>
              </a:spcBef>
              <a:spcAft>
                <a:spcPts val="0"/>
              </a:spcAft>
              <a:buSzPts val="1400"/>
              <a:buNone/>
            </a:pPr>
            <a:r>
              <a:t/>
            </a:r>
            <a:endParaRPr sz="1400"/>
          </a:p>
          <a:p>
            <a:pPr indent="-317500" lvl="0" marL="457200" rtl="0" algn="l">
              <a:lnSpc>
                <a:spcPct val="115000"/>
              </a:lnSpc>
              <a:spcBef>
                <a:spcPts val="0"/>
              </a:spcBef>
              <a:spcAft>
                <a:spcPts val="0"/>
              </a:spcAft>
              <a:buSzPts val="1400"/>
              <a:buChar char="●"/>
            </a:pPr>
            <a:r>
              <a:rPr lang="fr-FR" sz="1400"/>
              <a:t>La société Tanaguru a publié un guide pour PAC, intitulé «PAC, comprendre et corriger les erreurs d’accessibilité». </a:t>
            </a:r>
            <a:r>
              <a:rPr lang="fr-FR" sz="1400" u="sng">
                <a:solidFill>
                  <a:schemeClr val="hlink"/>
                </a:solidFill>
                <a:hlinkClick r:id="rId2"/>
              </a:rPr>
              <a:t>https://www.tanaguru.com/pac-comprendre-et-corriger-les-erreurs-daccessibilite/</a:t>
            </a:r>
            <a:endParaRPr sz="1400"/>
          </a:p>
          <a:p>
            <a:pPr indent="-317500" lvl="0" marL="457200" rtl="0" algn="l">
              <a:lnSpc>
                <a:spcPct val="115000"/>
              </a:lnSpc>
              <a:spcBef>
                <a:spcPts val="0"/>
              </a:spcBef>
              <a:spcAft>
                <a:spcPts val="0"/>
              </a:spcAft>
              <a:buSzPts val="1400"/>
              <a:buChar char="●"/>
            </a:pPr>
            <a:r>
              <a:rPr lang="fr-FR" sz="1400"/>
              <a:t>Les corrections sont proposées uniquement via l’utilisation de «Acrobat Pro».</a:t>
            </a:r>
            <a:endParaRPr sz="1400"/>
          </a:p>
          <a:p>
            <a:pPr indent="-317500" lvl="0" marL="457200" rtl="0" algn="l">
              <a:lnSpc>
                <a:spcPct val="115000"/>
              </a:lnSpc>
              <a:spcBef>
                <a:spcPts val="0"/>
              </a:spcBef>
              <a:spcAft>
                <a:spcPts val="0"/>
              </a:spcAft>
              <a:buSzPts val="1400"/>
              <a:buChar char="●"/>
            </a:pPr>
            <a:r>
              <a:rPr lang="fr-FR" sz="1400"/>
              <a:t>Il existe également une version en ligne : </a:t>
            </a:r>
            <a:r>
              <a:rPr lang="fr-FR" sz="1400" u="sng">
                <a:solidFill>
                  <a:schemeClr val="hlink"/>
                </a:solidFill>
                <a:hlinkClick r:id="rId3"/>
              </a:rPr>
              <a:t>https://check.axes4.com/de/</a:t>
            </a:r>
            <a:endParaRPr sz="1400"/>
          </a:p>
          <a:p>
            <a:pPr indent="0" lvl="0" marL="0" rtl="0" algn="l">
              <a:lnSpc>
                <a:spcPct val="115000"/>
              </a:lnSpc>
              <a:spcBef>
                <a:spcPts val="0"/>
              </a:spcBef>
              <a:spcAft>
                <a:spcPts val="0"/>
              </a:spcAft>
              <a:buSzPts val="1400"/>
              <a:buNone/>
            </a:pPr>
            <a:r>
              <a:t/>
            </a:r>
            <a:endParaRPr sz="1400"/>
          </a:p>
          <a:p>
            <a:pPr indent="0" lvl="0" marL="0" rtl="0" algn="l">
              <a:lnSpc>
                <a:spcPct val="115000"/>
              </a:lnSpc>
              <a:spcBef>
                <a:spcPts val="0"/>
              </a:spcBef>
              <a:spcAft>
                <a:spcPts val="0"/>
              </a:spcAft>
              <a:buSzPts val="1400"/>
              <a:buNone/>
            </a:pPr>
            <a:r>
              <a:rPr b="1" lang="fr-FR" sz="1400">
                <a:solidFill>
                  <a:schemeClr val="dk2"/>
                </a:solidFill>
              </a:rPr>
              <a:t>Lecteur d’écran</a:t>
            </a:r>
            <a:endParaRPr b="1" sz="1400">
              <a:solidFill>
                <a:schemeClr val="dk2"/>
              </a:solidFill>
            </a:endParaRPr>
          </a:p>
          <a:p>
            <a:pPr indent="-317500" lvl="0" marL="457200" rtl="0" algn="l">
              <a:lnSpc>
                <a:spcPct val="115000"/>
              </a:lnSpc>
              <a:spcBef>
                <a:spcPts val="1000"/>
              </a:spcBef>
              <a:spcAft>
                <a:spcPts val="0"/>
              </a:spcAft>
              <a:buSzPts val="1400"/>
              <a:buChar char="●"/>
            </a:pPr>
            <a:r>
              <a:rPr lang="fr-FR" sz="1400"/>
              <a:t>Il ne vise toutefois que les personnes ayant besoin d’un lecteur d’écran et ne fournit pas de retour, par exemple, sur le contraste ou d’autres aspects purement visuels.</a:t>
            </a:r>
            <a:endParaRPr sz="1400"/>
          </a:p>
          <a:p>
            <a:pPr indent="0" lvl="0" marL="0" rtl="0" algn="l">
              <a:lnSpc>
                <a:spcPct val="115000"/>
              </a:lnSpc>
              <a:spcBef>
                <a:spcPts val="0"/>
              </a:spcBef>
              <a:spcAft>
                <a:spcPts val="0"/>
              </a:spcAft>
              <a:buSzPts val="1400"/>
              <a:buNone/>
            </a:pPr>
            <a:r>
              <a:rPr b="1" lang="fr-FR" sz="1400">
                <a:solidFill>
                  <a:schemeClr val="dk2"/>
                </a:solidFill>
                <a:highlight>
                  <a:srgbClr val="EDF2FA"/>
                </a:highlight>
              </a:rPr>
              <a:t>Autre outil</a:t>
            </a:r>
            <a:endParaRPr b="1" sz="1400">
              <a:solidFill>
                <a:schemeClr val="dk2"/>
              </a:solidFill>
              <a:highlight>
                <a:srgbClr val="EDF2FA"/>
              </a:highlight>
            </a:endParaRPr>
          </a:p>
          <a:p>
            <a:pPr indent="0" lvl="0" marL="0" rtl="0" algn="l">
              <a:lnSpc>
                <a:spcPct val="115000"/>
              </a:lnSpc>
              <a:spcBef>
                <a:spcPts val="1000"/>
              </a:spcBef>
              <a:spcAft>
                <a:spcPts val="0"/>
              </a:spcAft>
              <a:buSzPts val="1400"/>
              <a:buNone/>
            </a:pPr>
            <a:r>
              <a:rPr lang="fr-FR" sz="1400" u="sng">
                <a:solidFill>
                  <a:schemeClr val="hlink"/>
                </a:solidFill>
                <a:hlinkClick r:id="rId4"/>
              </a:rPr>
              <a:t>https://checkers.eiii.eu/en/pdfcheck/</a:t>
            </a:r>
            <a:endParaRPr sz="1400"/>
          </a:p>
        </p:txBody>
      </p:sp>
      <p:sp>
        <p:nvSpPr>
          <p:cNvPr id="395" name="Google Shape;395;g368041a9cdd_0_6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681b18b913_0_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g3681b18b913_0_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317500" lvl="0" marL="457200" rtl="0" algn="l">
              <a:lnSpc>
                <a:spcPct val="150000"/>
              </a:lnSpc>
              <a:spcBef>
                <a:spcPts val="0"/>
              </a:spcBef>
              <a:spcAft>
                <a:spcPts val="0"/>
              </a:spcAft>
              <a:buSzPts val="1400"/>
              <a:buChar char="●"/>
            </a:pPr>
            <a:r>
              <a:rPr lang="fr-FR" sz="1400" u="sng">
                <a:solidFill>
                  <a:schemeClr val="hlink"/>
                </a:solidFill>
                <a:hlinkClick r:id="rId2"/>
              </a:rPr>
              <a:t>https://ideance.net/blog/578/comment-concevoir-un-document-word-accessible-gaad-2023/</a:t>
            </a:r>
            <a:endParaRPr sz="1400"/>
          </a:p>
          <a:p>
            <a:pPr indent="-317500" lvl="0" marL="457200" rtl="0" algn="l">
              <a:lnSpc>
                <a:spcPct val="150000"/>
              </a:lnSpc>
              <a:spcBef>
                <a:spcPts val="0"/>
              </a:spcBef>
              <a:spcAft>
                <a:spcPts val="0"/>
              </a:spcAft>
              <a:buSzPts val="1400"/>
              <a:buChar char="●"/>
            </a:pPr>
            <a:r>
              <a:rPr lang="fr-FR" sz="1400" u="sng">
                <a:solidFill>
                  <a:schemeClr val="hlink"/>
                </a:solidFill>
                <a:hlinkClick r:id="rId3"/>
              </a:rPr>
              <a:t>https://ideance.net/blog/wp-content/uploads/2023/07/2023-05-17-Document-Word-accessible-GAAD.pptx</a:t>
            </a:r>
            <a:endParaRPr sz="1400"/>
          </a:p>
          <a:p>
            <a:pPr indent="-317500" lvl="0" marL="457200" rtl="0" algn="l">
              <a:lnSpc>
                <a:spcPct val="150000"/>
              </a:lnSpc>
              <a:spcBef>
                <a:spcPts val="0"/>
              </a:spcBef>
              <a:spcAft>
                <a:spcPts val="0"/>
              </a:spcAft>
              <a:buSzPts val="1400"/>
              <a:buChar char="●"/>
            </a:pPr>
            <a:r>
              <a:rPr lang="fr-FR" sz="1400" u="sng">
                <a:solidFill>
                  <a:schemeClr val="hlink"/>
                </a:solidFill>
                <a:hlinkClick r:id="rId4"/>
              </a:rPr>
              <a:t>https://www.youtube.com/watch?v=aJ35DRdhDZ8</a:t>
            </a:r>
            <a:endParaRPr sz="1400"/>
          </a:p>
          <a:p>
            <a:pPr indent="0" lvl="0" marL="0" rtl="0" algn="l">
              <a:lnSpc>
                <a:spcPct val="100000"/>
              </a:lnSpc>
              <a:spcBef>
                <a:spcPts val="0"/>
              </a:spcBef>
              <a:spcAft>
                <a:spcPts val="0"/>
              </a:spcAft>
              <a:buSzPts val="1400"/>
              <a:buNone/>
            </a:pPr>
            <a:r>
              <a:t/>
            </a:r>
            <a:endParaRPr sz="1400"/>
          </a:p>
        </p:txBody>
      </p:sp>
      <p:sp>
        <p:nvSpPr>
          <p:cNvPr id="409" name="Google Shape;409;g3681b18b913_0_8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417a403e41_2_1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g3417a403e41_2_1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9" name="Google Shape;419;g3417a403e41_2_1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uverture" showMasterSp="0">
  <p:cSld name="Couverture">
    <p:spTree>
      <p:nvGrpSpPr>
        <p:cNvPr id="17" name="Shape 17"/>
        <p:cNvGrpSpPr/>
        <p:nvPr/>
      </p:nvGrpSpPr>
      <p:grpSpPr>
        <a:xfrm>
          <a:off x="0" y="0"/>
          <a:ext cx="0" cy="0"/>
          <a:chOff x="0" y="0"/>
          <a:chExt cx="0" cy="0"/>
        </a:xfrm>
      </p:grpSpPr>
      <p:sp>
        <p:nvSpPr>
          <p:cNvPr id="18" name="Google Shape;18;p258"/>
          <p:cNvSpPr txBox="1"/>
          <p:nvPr>
            <p:ph idx="10" type="dt"/>
          </p:nvPr>
        </p:nvSpPr>
        <p:spPr>
          <a:xfrm>
            <a:off x="0" y="4963500"/>
            <a:ext cx="180000" cy="180000"/>
          </a:xfrm>
          <a:prstGeom prst="rect">
            <a:avLst/>
          </a:prstGeom>
          <a:noFill/>
          <a:ln cap="flat" cmpd="sng" w="9525">
            <a:solidFill>
              <a:schemeClr val="dk1">
                <a:alpha val="0"/>
              </a:schemeClr>
            </a:solidFill>
            <a:prstDash val="solid"/>
            <a:round/>
            <a:headEnd len="sm" w="sm" type="none"/>
            <a:tailEnd len="sm" w="sm" type="none"/>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9" name="Google Shape;19;p258"/>
          <p:cNvSpPr txBox="1"/>
          <p:nvPr>
            <p:ph idx="11" type="ftr"/>
          </p:nvPr>
        </p:nvSpPr>
        <p:spPr>
          <a:xfrm>
            <a:off x="720000" y="3919897"/>
            <a:ext cx="3240000" cy="900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15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58"/>
          <p:cNvSpPr txBox="1"/>
          <p:nvPr>
            <p:ph idx="12" type="sldNum"/>
          </p:nvPr>
        </p:nvSpPr>
        <p:spPr>
          <a:xfrm>
            <a:off x="0" y="4963500"/>
            <a:ext cx="180000" cy="180000"/>
          </a:xfrm>
          <a:prstGeom prst="rect">
            <a:avLst/>
          </a:prstGeom>
          <a:noFill/>
          <a:ln cap="flat" cmpd="sng" w="9525">
            <a:solidFill>
              <a:schemeClr val="dk1">
                <a:alpha val="0"/>
              </a:schemeClr>
            </a:solidFill>
            <a:prstDash val="solid"/>
            <a:round/>
            <a:headEnd len="sm" w="sm" type="none"/>
            <a:tailEnd len="sm" w="sm" type="none"/>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
              <a:buFont typeface="Arial"/>
              <a:buNone/>
              <a:defRPr b="1" i="0" sz="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
              <a:buFont typeface="Arial"/>
              <a:buNone/>
              <a:defRPr b="1" i="0" sz="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
              <a:buFont typeface="Arial"/>
              <a:buNone/>
              <a:defRPr b="1" i="0" sz="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
              <a:buFont typeface="Arial"/>
              <a:buNone/>
              <a:defRPr b="1" i="0" sz="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
              <a:buFont typeface="Arial"/>
              <a:buNone/>
              <a:defRPr b="1" i="0" sz="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
              <a:buFont typeface="Arial"/>
              <a:buNone/>
              <a:defRPr b="1" i="0" sz="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
              <a:buFont typeface="Arial"/>
              <a:buNone/>
              <a:defRPr b="1" i="0" sz="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
              <a:buFont typeface="Arial"/>
              <a:buNone/>
              <a:defRPr b="1" i="0" sz="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
              <a:buFont typeface="Arial"/>
              <a:buNone/>
              <a:defRPr b="1" i="0" sz="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
        <p:nvSpPr>
          <p:cNvPr id="21" name="Google Shape;21;p258"/>
          <p:cNvSpPr txBox="1"/>
          <p:nvPr>
            <p:ph type="title"/>
          </p:nvPr>
        </p:nvSpPr>
        <p:spPr>
          <a:xfrm>
            <a:off x="0" y="0"/>
            <a:ext cx="180000" cy="180000"/>
          </a:xfrm>
          <a:prstGeom prst="rect">
            <a:avLst/>
          </a:prstGeom>
          <a:noFill/>
          <a:ln cap="flat" cmpd="sng" w="9525">
            <a:solidFill>
              <a:schemeClr val="dk1">
                <a:alpha val="0"/>
              </a:schemeClr>
            </a:solidFill>
            <a:prstDash val="solid"/>
            <a:round/>
            <a:headEnd len="sm" w="sm" type="none"/>
            <a:tailEnd len="sm" w="sm" type="none"/>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00"/>
              <a:buFont typeface="Arial"/>
              <a:buNone/>
              <a:defRPr sz="1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2" name="Google Shape;22;p258"/>
          <p:cNvPicPr preferRelativeResize="0"/>
          <p:nvPr/>
        </p:nvPicPr>
        <p:blipFill rotWithShape="1">
          <a:blip r:embed="rId2">
            <a:alphaModFix/>
          </a:blip>
          <a:srcRect b="0" l="0" r="0" t="0"/>
          <a:stretch/>
        </p:blipFill>
        <p:spPr>
          <a:xfrm>
            <a:off x="323528" y="195486"/>
            <a:ext cx="3434624" cy="3111830"/>
          </a:xfrm>
          <a:prstGeom prst="rect">
            <a:avLst/>
          </a:prstGeom>
          <a:noFill/>
          <a:ln>
            <a:noFill/>
          </a:ln>
        </p:spPr>
      </p:pic>
      <p:pic>
        <p:nvPicPr>
          <p:cNvPr id="23" name="Google Shape;23;p258"/>
          <p:cNvPicPr preferRelativeResize="0"/>
          <p:nvPr/>
        </p:nvPicPr>
        <p:blipFill rotWithShape="1">
          <a:blip r:embed="rId3">
            <a:alphaModFix/>
          </a:blip>
          <a:srcRect b="0" l="0" r="0" t="0"/>
          <a:stretch/>
        </p:blipFill>
        <p:spPr>
          <a:xfrm>
            <a:off x="6133740" y="582478"/>
            <a:ext cx="2349500" cy="2349500"/>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guide id="3" orient="horz" pos="386">
          <p15:clr>
            <a:srgbClr val="FBAE40"/>
          </p15:clr>
        </p15:guide>
        <p15:guide id="4" pos="443">
          <p15:clr>
            <a:srgbClr val="FBAE40"/>
          </p15:clr>
        </p15:guide>
        <p15:guide id="5" orient="horz" pos="30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rtie" showMasterSp="0">
  <p:cSld name="Partie">
    <p:spTree>
      <p:nvGrpSpPr>
        <p:cNvPr id="24" name="Shape 24"/>
        <p:cNvGrpSpPr/>
        <p:nvPr/>
      </p:nvGrpSpPr>
      <p:grpSpPr>
        <a:xfrm>
          <a:off x="0" y="0"/>
          <a:ext cx="0" cy="0"/>
          <a:chOff x="0" y="0"/>
          <a:chExt cx="0" cy="0"/>
        </a:xfrm>
      </p:grpSpPr>
      <p:sp>
        <p:nvSpPr>
          <p:cNvPr id="25" name="Google Shape;25;p259"/>
          <p:cNvSpPr txBox="1"/>
          <p:nvPr>
            <p:ph type="title"/>
          </p:nvPr>
        </p:nvSpPr>
        <p:spPr>
          <a:xfrm>
            <a:off x="0" y="0"/>
            <a:ext cx="180000" cy="180000"/>
          </a:xfrm>
          <a:prstGeom prst="rect">
            <a:avLst/>
          </a:prstGeom>
          <a:noFill/>
          <a:ln cap="flat" cmpd="sng" w="9525">
            <a:solidFill>
              <a:schemeClr val="dk1">
                <a:alpha val="0"/>
              </a:schemeClr>
            </a:solidFill>
            <a:prstDash val="solid"/>
            <a:round/>
            <a:headEnd len="sm" w="sm" type="none"/>
            <a:tailEnd len="sm" w="sm" type="none"/>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00"/>
              <a:buFont typeface="Arial"/>
              <a:buNone/>
              <a:defRPr sz="1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59"/>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
        <p:nvSpPr>
          <p:cNvPr id="27" name="Google Shape;27;p259"/>
          <p:cNvSpPr txBox="1"/>
          <p:nvPr>
            <p:ph idx="1" type="body"/>
          </p:nvPr>
        </p:nvSpPr>
        <p:spPr>
          <a:xfrm>
            <a:off x="360000" y="2346046"/>
            <a:ext cx="8424000" cy="1181646"/>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1"/>
              </a:buClr>
              <a:buSzPts val="3250"/>
              <a:buNone/>
              <a:defRPr b="1" sz="3250" cap="none"/>
            </a:lvl1pPr>
            <a:lvl2pPr indent="-228600" lvl="1" marL="914400" algn="l">
              <a:lnSpc>
                <a:spcPct val="100000"/>
              </a:lnSpc>
              <a:spcBef>
                <a:spcPts val="500"/>
              </a:spcBef>
              <a:spcAft>
                <a:spcPts val="0"/>
              </a:spcAft>
              <a:buClr>
                <a:schemeClr val="dk1"/>
              </a:buClr>
              <a:buSzPts val="1850"/>
              <a:buNone/>
              <a:defRPr sz="1850"/>
            </a:lvl2pPr>
            <a:lvl3pPr indent="-342900" lvl="2" marL="1371600" algn="l">
              <a:lnSpc>
                <a:spcPct val="100000"/>
              </a:lnSpc>
              <a:spcBef>
                <a:spcPts val="1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cxnSp>
        <p:nvCxnSpPr>
          <p:cNvPr id="28" name="Google Shape;28;p259"/>
          <p:cNvCxnSpPr/>
          <p:nvPr/>
        </p:nvCxnSpPr>
        <p:spPr>
          <a:xfrm>
            <a:off x="360000" y="4784400"/>
            <a:ext cx="8424000" cy="0"/>
          </a:xfrm>
          <a:prstGeom prst="straightConnector1">
            <a:avLst/>
          </a:prstGeom>
          <a:noFill/>
          <a:ln cap="flat" cmpd="sng" w="10150">
            <a:solidFill>
              <a:schemeClr val="dk1"/>
            </a:solidFill>
            <a:prstDash val="solid"/>
            <a:round/>
            <a:headEnd len="sm" w="sm" type="none"/>
            <a:tailEnd len="sm" w="sm" type="none"/>
          </a:ln>
        </p:spPr>
      </p:cxnSp>
      <p:pic>
        <p:nvPicPr>
          <p:cNvPr id="29" name="Google Shape;29;p259"/>
          <p:cNvPicPr preferRelativeResize="0"/>
          <p:nvPr/>
        </p:nvPicPr>
        <p:blipFill rotWithShape="1">
          <a:blip r:embed="rId2">
            <a:alphaModFix/>
          </a:blip>
          <a:srcRect b="0" l="0" r="0" t="0"/>
          <a:stretch/>
        </p:blipFill>
        <p:spPr>
          <a:xfrm>
            <a:off x="159171" y="159582"/>
            <a:ext cx="1607283" cy="1456227"/>
          </a:xfrm>
          <a:prstGeom prst="rect">
            <a:avLst/>
          </a:prstGeom>
          <a:noFill/>
          <a:ln>
            <a:noFill/>
          </a:ln>
        </p:spPr>
      </p:pic>
      <p:pic>
        <p:nvPicPr>
          <p:cNvPr id="30" name="Google Shape;30;p259"/>
          <p:cNvPicPr preferRelativeResize="0"/>
          <p:nvPr/>
        </p:nvPicPr>
        <p:blipFill rotWithShape="1">
          <a:blip r:embed="rId3">
            <a:alphaModFix/>
          </a:blip>
          <a:srcRect b="0" l="0" r="0" t="0"/>
          <a:stretch/>
        </p:blipFill>
        <p:spPr>
          <a:xfrm>
            <a:off x="7653370" y="349250"/>
            <a:ext cx="1098689" cy="1098689"/>
          </a:xfrm>
          <a:prstGeom prst="rect">
            <a:avLst/>
          </a:prstGeom>
          <a:noFill/>
          <a:ln>
            <a:noFill/>
          </a:ln>
        </p:spPr>
      </p:pic>
      <p:sp>
        <p:nvSpPr>
          <p:cNvPr id="31" name="Google Shape;31;p259"/>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59"/>
          <p:cNvSpPr txBox="1"/>
          <p:nvPr>
            <p:ph idx="2" type="body"/>
          </p:nvPr>
        </p:nvSpPr>
        <p:spPr>
          <a:xfrm>
            <a:off x="360363" y="3579861"/>
            <a:ext cx="8423275" cy="100801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595959"/>
              </a:buClr>
              <a:buSzPts val="1100"/>
              <a:buNone/>
              <a:defRPr b="1" sz="1100">
                <a:solidFill>
                  <a:srgbClr val="595959"/>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3 cases hierarchisé">
  <p:cSld name="Contenu 3 cases hierarchisé">
    <p:spTree>
      <p:nvGrpSpPr>
        <p:cNvPr id="33" name="Shape 33"/>
        <p:cNvGrpSpPr/>
        <p:nvPr/>
      </p:nvGrpSpPr>
      <p:grpSpPr>
        <a:xfrm>
          <a:off x="0" y="0"/>
          <a:ext cx="0" cy="0"/>
          <a:chOff x="0" y="0"/>
          <a:chExt cx="0" cy="0"/>
        </a:xfrm>
      </p:grpSpPr>
      <p:sp>
        <p:nvSpPr>
          <p:cNvPr id="34" name="Google Shape;34;p267"/>
          <p:cNvSpPr txBox="1"/>
          <p:nvPr>
            <p:ph idx="1" type="body"/>
          </p:nvPr>
        </p:nvSpPr>
        <p:spPr>
          <a:xfrm>
            <a:off x="359998" y="1836000"/>
            <a:ext cx="2520000" cy="2574000"/>
          </a:xfrm>
          <a:prstGeom prst="rect">
            <a:avLst/>
          </a:prstGeom>
          <a:noFill/>
          <a:ln>
            <a:noFill/>
          </a:ln>
        </p:spPr>
        <p:txBody>
          <a:bodyPr anchorCtr="0" anchor="t" bIns="0" lIns="0" spcFirstLastPara="1" rIns="0" wrap="square" tIns="0">
            <a:noAutofit/>
          </a:bodyPr>
          <a:lstStyle>
            <a:lvl1pPr indent="-295275" lvl="0" marL="457200" algn="l">
              <a:lnSpc>
                <a:spcPct val="100000"/>
              </a:lnSpc>
              <a:spcBef>
                <a:spcPts val="400"/>
              </a:spcBef>
              <a:spcAft>
                <a:spcPts val="0"/>
              </a:spcAft>
              <a:buClr>
                <a:schemeClr val="dk1"/>
              </a:buClr>
              <a:buSzPts val="1050"/>
              <a:buFont typeface="Arial"/>
              <a:buAutoNum type="arabicPeriod"/>
              <a:defRPr b="1"/>
            </a:lvl1pPr>
            <a:lvl2pPr indent="-288925" lvl="1" marL="914400" algn="l">
              <a:lnSpc>
                <a:spcPct val="100000"/>
              </a:lnSpc>
              <a:spcBef>
                <a:spcPts val="800"/>
              </a:spcBef>
              <a:spcAft>
                <a:spcPts val="0"/>
              </a:spcAft>
              <a:buClr>
                <a:schemeClr val="dk1"/>
              </a:buClr>
              <a:buSzPts val="950"/>
              <a:buFont typeface="Arial"/>
              <a:buAutoNum type="alphaLcPeriod"/>
              <a:defRPr/>
            </a:lvl2pPr>
            <a:lvl3pPr indent="-342900" lvl="2" marL="1371600" algn="l">
              <a:lnSpc>
                <a:spcPct val="100000"/>
              </a:lnSpc>
              <a:spcBef>
                <a:spcPts val="8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5" name="Google Shape;35;p267"/>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67"/>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
        <p:nvSpPr>
          <p:cNvPr id="37" name="Google Shape;37;p267"/>
          <p:cNvSpPr txBox="1"/>
          <p:nvPr>
            <p:ph idx="2" type="body"/>
          </p:nvPr>
        </p:nvSpPr>
        <p:spPr>
          <a:xfrm>
            <a:off x="3312000" y="1836000"/>
            <a:ext cx="2520000" cy="2574000"/>
          </a:xfrm>
          <a:prstGeom prst="rect">
            <a:avLst/>
          </a:prstGeom>
          <a:noFill/>
          <a:ln>
            <a:noFill/>
          </a:ln>
        </p:spPr>
        <p:txBody>
          <a:bodyPr anchorCtr="0" anchor="t" bIns="0" lIns="0" spcFirstLastPara="1" rIns="0" wrap="square" tIns="0">
            <a:noAutofit/>
          </a:bodyPr>
          <a:lstStyle>
            <a:lvl1pPr indent="-295275" lvl="0" marL="457200" algn="l">
              <a:lnSpc>
                <a:spcPct val="100000"/>
              </a:lnSpc>
              <a:spcBef>
                <a:spcPts val="400"/>
              </a:spcBef>
              <a:spcAft>
                <a:spcPts val="0"/>
              </a:spcAft>
              <a:buClr>
                <a:schemeClr val="dk1"/>
              </a:buClr>
              <a:buSzPts val="1050"/>
              <a:buFont typeface="Arial"/>
              <a:buAutoNum type="arabicPeriod"/>
              <a:defRPr b="1"/>
            </a:lvl1pPr>
            <a:lvl2pPr indent="-288925" lvl="1" marL="914400" algn="l">
              <a:lnSpc>
                <a:spcPct val="100000"/>
              </a:lnSpc>
              <a:spcBef>
                <a:spcPts val="800"/>
              </a:spcBef>
              <a:spcAft>
                <a:spcPts val="0"/>
              </a:spcAft>
              <a:buClr>
                <a:schemeClr val="dk1"/>
              </a:buClr>
              <a:buSzPts val="950"/>
              <a:buFont typeface="Arial"/>
              <a:buAutoNum type="alphaLcPeriod"/>
              <a:defRPr/>
            </a:lvl2pPr>
            <a:lvl3pPr indent="-342900" lvl="2" marL="1371600" algn="l">
              <a:lnSpc>
                <a:spcPct val="100000"/>
              </a:lnSpc>
              <a:spcBef>
                <a:spcPts val="8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8" name="Google Shape;38;p267"/>
          <p:cNvSpPr txBox="1"/>
          <p:nvPr>
            <p:ph idx="3" type="body"/>
          </p:nvPr>
        </p:nvSpPr>
        <p:spPr>
          <a:xfrm>
            <a:off x="6263999" y="1836000"/>
            <a:ext cx="2520000" cy="2574000"/>
          </a:xfrm>
          <a:prstGeom prst="rect">
            <a:avLst/>
          </a:prstGeom>
          <a:noFill/>
          <a:ln>
            <a:noFill/>
          </a:ln>
        </p:spPr>
        <p:txBody>
          <a:bodyPr anchorCtr="0" anchor="t" bIns="0" lIns="0" spcFirstLastPara="1" rIns="0" wrap="square" tIns="0">
            <a:noAutofit/>
          </a:bodyPr>
          <a:lstStyle>
            <a:lvl1pPr indent="-295275" lvl="0" marL="457200" algn="l">
              <a:lnSpc>
                <a:spcPct val="100000"/>
              </a:lnSpc>
              <a:spcBef>
                <a:spcPts val="400"/>
              </a:spcBef>
              <a:spcAft>
                <a:spcPts val="0"/>
              </a:spcAft>
              <a:buClr>
                <a:schemeClr val="dk1"/>
              </a:buClr>
              <a:buSzPts val="1050"/>
              <a:buFont typeface="Arial"/>
              <a:buAutoNum type="arabicPeriod"/>
              <a:defRPr b="1"/>
            </a:lvl1pPr>
            <a:lvl2pPr indent="-288925" lvl="1" marL="914400" algn="l">
              <a:lnSpc>
                <a:spcPct val="100000"/>
              </a:lnSpc>
              <a:spcBef>
                <a:spcPts val="800"/>
              </a:spcBef>
              <a:spcAft>
                <a:spcPts val="0"/>
              </a:spcAft>
              <a:buClr>
                <a:schemeClr val="dk1"/>
              </a:buClr>
              <a:buSzPts val="950"/>
              <a:buFont typeface="Arial"/>
              <a:buAutoNum type="alphaLcPeriod"/>
              <a:defRPr/>
            </a:lvl2pPr>
            <a:lvl3pPr indent="-342900" lvl="2" marL="1371600" algn="l">
              <a:lnSpc>
                <a:spcPct val="100000"/>
              </a:lnSpc>
              <a:spcBef>
                <a:spcPts val="8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9" name="Google Shape;39;p267"/>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67"/>
          <p:cNvSpPr txBox="1"/>
          <p:nvPr>
            <p:ph idx="4" type="body"/>
          </p:nvPr>
        </p:nvSpPr>
        <p:spPr>
          <a:xfrm>
            <a:off x="360363" y="1419225"/>
            <a:ext cx="8423275" cy="2889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595959"/>
              </a:buClr>
              <a:buSzPts val="1100"/>
              <a:buNone/>
              <a:defRPr b="1" sz="1100">
                <a:solidFill>
                  <a:srgbClr val="595959"/>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1" name="Google Shape;41;p267"/>
          <p:cNvSpPr txBox="1"/>
          <p:nvPr>
            <p:ph idx="5" type="body"/>
          </p:nvPr>
        </p:nvSpPr>
        <p:spPr>
          <a:xfrm>
            <a:off x="3312000" y="180000"/>
            <a:ext cx="5472000" cy="3600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750"/>
              <a:buFont typeface="Arial"/>
              <a:buNone/>
              <a:defRPr b="1" sz="750"/>
            </a:lvl1pPr>
            <a:lvl2pPr indent="-228600" lvl="1" marL="914400" algn="r">
              <a:lnSpc>
                <a:spcPct val="100000"/>
              </a:lnSpc>
              <a:spcBef>
                <a:spcPts val="0"/>
              </a:spcBef>
              <a:spcAft>
                <a:spcPts val="0"/>
              </a:spcAft>
              <a:buClr>
                <a:schemeClr val="dk1"/>
              </a:buClr>
              <a:buSzPts val="750"/>
              <a:buFont typeface="Arial"/>
              <a:buNone/>
              <a:defRPr sz="750"/>
            </a:lvl2pPr>
            <a:lvl3pPr indent="-342900" lvl="2" marL="1371600" algn="l">
              <a:lnSpc>
                <a:spcPct val="100000"/>
              </a:lnSpc>
              <a:spcBef>
                <a:spcPts val="1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3 cases non hierarchisé">
  <p:cSld name="Contenu 3 cases non hierarchisé">
    <p:spTree>
      <p:nvGrpSpPr>
        <p:cNvPr id="42" name="Shape 42"/>
        <p:cNvGrpSpPr/>
        <p:nvPr/>
      </p:nvGrpSpPr>
      <p:grpSpPr>
        <a:xfrm>
          <a:off x="0" y="0"/>
          <a:ext cx="0" cy="0"/>
          <a:chOff x="0" y="0"/>
          <a:chExt cx="0" cy="0"/>
        </a:xfrm>
      </p:grpSpPr>
      <p:sp>
        <p:nvSpPr>
          <p:cNvPr id="43" name="Google Shape;43;p261"/>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61"/>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
        <p:nvSpPr>
          <p:cNvPr id="45" name="Google Shape;45;p261"/>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750"/>
              <a:buFont typeface="Arial"/>
              <a:buNone/>
              <a:defRPr b="1" sz="750"/>
            </a:lvl1pPr>
            <a:lvl2pPr indent="-228600" lvl="1" marL="914400" algn="r">
              <a:lnSpc>
                <a:spcPct val="100000"/>
              </a:lnSpc>
              <a:spcBef>
                <a:spcPts val="0"/>
              </a:spcBef>
              <a:spcAft>
                <a:spcPts val="0"/>
              </a:spcAft>
              <a:buClr>
                <a:schemeClr val="dk1"/>
              </a:buClr>
              <a:buSzPts val="750"/>
              <a:buFont typeface="Arial"/>
              <a:buNone/>
              <a:defRPr sz="750"/>
            </a:lvl2pPr>
            <a:lvl3pPr indent="-342900" lvl="2" marL="1371600" algn="l">
              <a:lnSpc>
                <a:spcPct val="100000"/>
              </a:lnSpc>
              <a:spcBef>
                <a:spcPts val="1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6" name="Google Shape;46;p261"/>
          <p:cNvSpPr txBox="1"/>
          <p:nvPr>
            <p:ph idx="2" type="body"/>
          </p:nvPr>
        </p:nvSpPr>
        <p:spPr>
          <a:xfrm>
            <a:off x="359999" y="1836000"/>
            <a:ext cx="2520000" cy="2574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050"/>
              <a:buNone/>
              <a:defRPr/>
            </a:lvl1pPr>
            <a:lvl2pPr indent="-288925" lvl="1" marL="914400" algn="l">
              <a:lnSpc>
                <a:spcPct val="100000"/>
              </a:lnSpc>
              <a:spcBef>
                <a:spcPts val="600"/>
              </a:spcBef>
              <a:spcAft>
                <a:spcPts val="0"/>
              </a:spcAft>
              <a:buClr>
                <a:schemeClr val="dk1"/>
              </a:buClr>
              <a:buSzPts val="950"/>
              <a:buChar char="•"/>
              <a:defRPr/>
            </a:lvl2pPr>
            <a:lvl3pPr indent="-282575" lvl="2" marL="1371600" algn="l">
              <a:lnSpc>
                <a:spcPct val="100000"/>
              </a:lnSpc>
              <a:spcBef>
                <a:spcPts val="600"/>
              </a:spcBef>
              <a:spcAft>
                <a:spcPts val="0"/>
              </a:spcAft>
              <a:buClr>
                <a:schemeClr val="dk1"/>
              </a:buClr>
              <a:buSzPts val="850"/>
              <a:buChar char="•"/>
              <a:defRPr/>
            </a:lvl3pPr>
            <a:lvl4pPr indent="-276225" lvl="3" marL="1828800" algn="l">
              <a:lnSpc>
                <a:spcPct val="100000"/>
              </a:lnSpc>
              <a:spcBef>
                <a:spcPts val="100"/>
              </a:spcBef>
              <a:spcAft>
                <a:spcPts val="0"/>
              </a:spcAft>
              <a:buClr>
                <a:schemeClr val="dk1"/>
              </a:buClr>
              <a:buSzPts val="750"/>
              <a:buChar char="•"/>
              <a:defRPr/>
            </a:lvl4pPr>
            <a:lvl5pPr indent="-273050" lvl="4" marL="2286000" algn="l">
              <a:lnSpc>
                <a:spcPct val="100000"/>
              </a:lnSpc>
              <a:spcBef>
                <a:spcPts val="100"/>
              </a:spcBef>
              <a:spcAft>
                <a:spcPts val="0"/>
              </a:spcAft>
              <a:buClr>
                <a:schemeClr val="dk1"/>
              </a:buClr>
              <a:buSzPts val="7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7" name="Google Shape;47;p261"/>
          <p:cNvSpPr txBox="1"/>
          <p:nvPr>
            <p:ph idx="3" type="body"/>
          </p:nvPr>
        </p:nvSpPr>
        <p:spPr>
          <a:xfrm>
            <a:off x="3312000" y="1836000"/>
            <a:ext cx="2520000" cy="2574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050"/>
              <a:buNone/>
              <a:defRPr/>
            </a:lvl1pPr>
            <a:lvl2pPr indent="-288925" lvl="1" marL="914400" algn="l">
              <a:lnSpc>
                <a:spcPct val="100000"/>
              </a:lnSpc>
              <a:spcBef>
                <a:spcPts val="600"/>
              </a:spcBef>
              <a:spcAft>
                <a:spcPts val="0"/>
              </a:spcAft>
              <a:buClr>
                <a:schemeClr val="dk1"/>
              </a:buClr>
              <a:buSzPts val="950"/>
              <a:buChar char="•"/>
              <a:defRPr/>
            </a:lvl2pPr>
            <a:lvl3pPr indent="-282575" lvl="2" marL="1371600" algn="l">
              <a:lnSpc>
                <a:spcPct val="100000"/>
              </a:lnSpc>
              <a:spcBef>
                <a:spcPts val="600"/>
              </a:spcBef>
              <a:spcAft>
                <a:spcPts val="0"/>
              </a:spcAft>
              <a:buClr>
                <a:schemeClr val="dk1"/>
              </a:buClr>
              <a:buSzPts val="850"/>
              <a:buChar char="•"/>
              <a:defRPr/>
            </a:lvl3pPr>
            <a:lvl4pPr indent="-276225" lvl="3" marL="1828800" algn="l">
              <a:lnSpc>
                <a:spcPct val="100000"/>
              </a:lnSpc>
              <a:spcBef>
                <a:spcPts val="100"/>
              </a:spcBef>
              <a:spcAft>
                <a:spcPts val="0"/>
              </a:spcAft>
              <a:buClr>
                <a:schemeClr val="dk1"/>
              </a:buClr>
              <a:buSzPts val="750"/>
              <a:buChar char="•"/>
              <a:defRPr/>
            </a:lvl4pPr>
            <a:lvl5pPr indent="-273050" lvl="4" marL="2286000" algn="l">
              <a:lnSpc>
                <a:spcPct val="100000"/>
              </a:lnSpc>
              <a:spcBef>
                <a:spcPts val="100"/>
              </a:spcBef>
              <a:spcAft>
                <a:spcPts val="0"/>
              </a:spcAft>
              <a:buClr>
                <a:schemeClr val="dk1"/>
              </a:buClr>
              <a:buSzPts val="7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8" name="Google Shape;48;p261"/>
          <p:cNvSpPr txBox="1"/>
          <p:nvPr>
            <p:ph idx="4" type="body"/>
          </p:nvPr>
        </p:nvSpPr>
        <p:spPr>
          <a:xfrm>
            <a:off x="6264000" y="1836000"/>
            <a:ext cx="2520000" cy="2574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050"/>
              <a:buNone/>
              <a:defRPr/>
            </a:lvl1pPr>
            <a:lvl2pPr indent="-288925" lvl="1" marL="914400" algn="l">
              <a:lnSpc>
                <a:spcPct val="100000"/>
              </a:lnSpc>
              <a:spcBef>
                <a:spcPts val="600"/>
              </a:spcBef>
              <a:spcAft>
                <a:spcPts val="0"/>
              </a:spcAft>
              <a:buClr>
                <a:schemeClr val="dk1"/>
              </a:buClr>
              <a:buSzPts val="950"/>
              <a:buChar char="•"/>
              <a:defRPr/>
            </a:lvl2pPr>
            <a:lvl3pPr indent="-282575" lvl="2" marL="1371600" algn="l">
              <a:lnSpc>
                <a:spcPct val="100000"/>
              </a:lnSpc>
              <a:spcBef>
                <a:spcPts val="600"/>
              </a:spcBef>
              <a:spcAft>
                <a:spcPts val="0"/>
              </a:spcAft>
              <a:buClr>
                <a:schemeClr val="dk1"/>
              </a:buClr>
              <a:buSzPts val="850"/>
              <a:buChar char="•"/>
              <a:defRPr/>
            </a:lvl3pPr>
            <a:lvl4pPr indent="-276225" lvl="3" marL="1828800" algn="l">
              <a:lnSpc>
                <a:spcPct val="100000"/>
              </a:lnSpc>
              <a:spcBef>
                <a:spcPts val="100"/>
              </a:spcBef>
              <a:spcAft>
                <a:spcPts val="0"/>
              </a:spcAft>
              <a:buClr>
                <a:schemeClr val="dk1"/>
              </a:buClr>
              <a:buSzPts val="750"/>
              <a:buChar char="•"/>
              <a:defRPr/>
            </a:lvl4pPr>
            <a:lvl5pPr indent="-273050" lvl="4" marL="2286000" algn="l">
              <a:lnSpc>
                <a:spcPct val="100000"/>
              </a:lnSpc>
              <a:spcBef>
                <a:spcPts val="100"/>
              </a:spcBef>
              <a:spcAft>
                <a:spcPts val="0"/>
              </a:spcAft>
              <a:buClr>
                <a:schemeClr val="dk1"/>
              </a:buClr>
              <a:buSzPts val="7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9" name="Google Shape;49;p261"/>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61"/>
          <p:cNvSpPr txBox="1"/>
          <p:nvPr>
            <p:ph idx="5" type="body"/>
          </p:nvPr>
        </p:nvSpPr>
        <p:spPr>
          <a:xfrm>
            <a:off x="360363" y="1419225"/>
            <a:ext cx="8423275" cy="2889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595959"/>
              </a:buClr>
              <a:buSzPts val="1100"/>
              <a:buNone/>
              <a:defRPr b="1" sz="1100">
                <a:solidFill>
                  <a:srgbClr val="595959"/>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2 cases non hierarchisé">
  <p:cSld name="Contenu 2 cases non hierarchisé">
    <p:spTree>
      <p:nvGrpSpPr>
        <p:cNvPr id="51" name="Shape 51"/>
        <p:cNvGrpSpPr/>
        <p:nvPr/>
      </p:nvGrpSpPr>
      <p:grpSpPr>
        <a:xfrm>
          <a:off x="0" y="0"/>
          <a:ext cx="0" cy="0"/>
          <a:chOff x="0" y="0"/>
          <a:chExt cx="0" cy="0"/>
        </a:xfrm>
      </p:grpSpPr>
      <p:sp>
        <p:nvSpPr>
          <p:cNvPr id="52" name="Google Shape;52;p262"/>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62"/>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
        <p:nvSpPr>
          <p:cNvPr id="54" name="Google Shape;54;p262"/>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750"/>
              <a:buFont typeface="Arial"/>
              <a:buNone/>
              <a:defRPr b="1" sz="750"/>
            </a:lvl1pPr>
            <a:lvl2pPr indent="-228600" lvl="1" marL="914400" algn="r">
              <a:lnSpc>
                <a:spcPct val="100000"/>
              </a:lnSpc>
              <a:spcBef>
                <a:spcPts val="0"/>
              </a:spcBef>
              <a:spcAft>
                <a:spcPts val="0"/>
              </a:spcAft>
              <a:buClr>
                <a:schemeClr val="dk1"/>
              </a:buClr>
              <a:buSzPts val="750"/>
              <a:buFont typeface="Arial"/>
              <a:buNone/>
              <a:defRPr sz="750"/>
            </a:lvl2pPr>
            <a:lvl3pPr indent="-342900" lvl="2" marL="1371600" algn="l">
              <a:lnSpc>
                <a:spcPct val="100000"/>
              </a:lnSpc>
              <a:spcBef>
                <a:spcPts val="1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5" name="Google Shape;55;p262"/>
          <p:cNvSpPr txBox="1"/>
          <p:nvPr>
            <p:ph idx="2" type="body"/>
          </p:nvPr>
        </p:nvSpPr>
        <p:spPr>
          <a:xfrm>
            <a:off x="359998" y="1836000"/>
            <a:ext cx="3995978" cy="2574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050"/>
              <a:buNone/>
              <a:defRPr/>
            </a:lvl1pPr>
            <a:lvl2pPr indent="-288925" lvl="1" marL="914400" algn="l">
              <a:lnSpc>
                <a:spcPct val="100000"/>
              </a:lnSpc>
              <a:spcBef>
                <a:spcPts val="600"/>
              </a:spcBef>
              <a:spcAft>
                <a:spcPts val="0"/>
              </a:spcAft>
              <a:buClr>
                <a:schemeClr val="dk1"/>
              </a:buClr>
              <a:buSzPts val="950"/>
              <a:buChar char="•"/>
              <a:defRPr/>
            </a:lvl2pPr>
            <a:lvl3pPr indent="-282575" lvl="2" marL="1371600" algn="l">
              <a:lnSpc>
                <a:spcPct val="100000"/>
              </a:lnSpc>
              <a:spcBef>
                <a:spcPts val="600"/>
              </a:spcBef>
              <a:spcAft>
                <a:spcPts val="0"/>
              </a:spcAft>
              <a:buClr>
                <a:schemeClr val="dk1"/>
              </a:buClr>
              <a:buSzPts val="850"/>
              <a:buChar char="•"/>
              <a:defRPr/>
            </a:lvl3pPr>
            <a:lvl4pPr indent="-276225" lvl="3" marL="1828800" algn="l">
              <a:lnSpc>
                <a:spcPct val="100000"/>
              </a:lnSpc>
              <a:spcBef>
                <a:spcPts val="100"/>
              </a:spcBef>
              <a:spcAft>
                <a:spcPts val="0"/>
              </a:spcAft>
              <a:buClr>
                <a:schemeClr val="dk1"/>
              </a:buClr>
              <a:buSzPts val="750"/>
              <a:buChar char="•"/>
              <a:defRPr/>
            </a:lvl4pPr>
            <a:lvl5pPr indent="-273050" lvl="4" marL="2286000" algn="l">
              <a:lnSpc>
                <a:spcPct val="100000"/>
              </a:lnSpc>
              <a:spcBef>
                <a:spcPts val="100"/>
              </a:spcBef>
              <a:spcAft>
                <a:spcPts val="0"/>
              </a:spcAft>
              <a:buClr>
                <a:schemeClr val="dk1"/>
              </a:buClr>
              <a:buSzPts val="7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6" name="Google Shape;56;p262"/>
          <p:cNvSpPr txBox="1"/>
          <p:nvPr>
            <p:ph idx="3" type="body"/>
          </p:nvPr>
        </p:nvSpPr>
        <p:spPr>
          <a:xfrm>
            <a:off x="4788023" y="1836000"/>
            <a:ext cx="3995977" cy="2574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050"/>
              <a:buNone/>
              <a:defRPr/>
            </a:lvl1pPr>
            <a:lvl2pPr indent="-288925" lvl="1" marL="914400" algn="l">
              <a:lnSpc>
                <a:spcPct val="100000"/>
              </a:lnSpc>
              <a:spcBef>
                <a:spcPts val="600"/>
              </a:spcBef>
              <a:spcAft>
                <a:spcPts val="0"/>
              </a:spcAft>
              <a:buClr>
                <a:schemeClr val="dk1"/>
              </a:buClr>
              <a:buSzPts val="950"/>
              <a:buChar char="•"/>
              <a:defRPr/>
            </a:lvl2pPr>
            <a:lvl3pPr indent="-282575" lvl="2" marL="1371600" algn="l">
              <a:lnSpc>
                <a:spcPct val="100000"/>
              </a:lnSpc>
              <a:spcBef>
                <a:spcPts val="600"/>
              </a:spcBef>
              <a:spcAft>
                <a:spcPts val="0"/>
              </a:spcAft>
              <a:buClr>
                <a:schemeClr val="dk1"/>
              </a:buClr>
              <a:buSzPts val="850"/>
              <a:buChar char="•"/>
              <a:defRPr/>
            </a:lvl3pPr>
            <a:lvl4pPr indent="-276225" lvl="3" marL="1828800" algn="l">
              <a:lnSpc>
                <a:spcPct val="100000"/>
              </a:lnSpc>
              <a:spcBef>
                <a:spcPts val="100"/>
              </a:spcBef>
              <a:spcAft>
                <a:spcPts val="0"/>
              </a:spcAft>
              <a:buClr>
                <a:schemeClr val="dk1"/>
              </a:buClr>
              <a:buSzPts val="750"/>
              <a:buChar char="•"/>
              <a:defRPr/>
            </a:lvl4pPr>
            <a:lvl5pPr indent="-273050" lvl="4" marL="2286000" algn="l">
              <a:lnSpc>
                <a:spcPct val="100000"/>
              </a:lnSpc>
              <a:spcBef>
                <a:spcPts val="100"/>
              </a:spcBef>
              <a:spcAft>
                <a:spcPts val="0"/>
              </a:spcAft>
              <a:buClr>
                <a:schemeClr val="dk1"/>
              </a:buClr>
              <a:buSzPts val="7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7" name="Google Shape;57;p262"/>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62"/>
          <p:cNvSpPr txBox="1"/>
          <p:nvPr>
            <p:ph idx="4" type="body"/>
          </p:nvPr>
        </p:nvSpPr>
        <p:spPr>
          <a:xfrm>
            <a:off x="360363" y="1419225"/>
            <a:ext cx="8423275" cy="2889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595959"/>
              </a:buClr>
              <a:buSzPts val="1100"/>
              <a:buNone/>
              <a:defRPr b="1" sz="1100">
                <a:solidFill>
                  <a:srgbClr val="595959"/>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onnes de texte">
  <p:cSld name="Colonnes de texte">
    <p:spTree>
      <p:nvGrpSpPr>
        <p:cNvPr id="59" name="Shape 59"/>
        <p:cNvGrpSpPr/>
        <p:nvPr/>
      </p:nvGrpSpPr>
      <p:grpSpPr>
        <a:xfrm>
          <a:off x="0" y="0"/>
          <a:ext cx="0" cy="0"/>
          <a:chOff x="0" y="0"/>
          <a:chExt cx="0" cy="0"/>
        </a:xfrm>
      </p:grpSpPr>
      <p:sp>
        <p:nvSpPr>
          <p:cNvPr id="60" name="Google Shape;60;g3417a403e41_0_229"/>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
        <p:nvSpPr>
          <p:cNvPr id="61" name="Google Shape;61;g3417a403e41_0_229"/>
          <p:cNvSpPr txBox="1"/>
          <p:nvPr>
            <p:ph idx="10" type="dt"/>
          </p:nvPr>
        </p:nvSpPr>
        <p:spPr>
          <a:xfrm>
            <a:off x="323852" y="4797634"/>
            <a:ext cx="1210500" cy="3459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1" i="0" sz="75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2" name="Google Shape;62;g3417a403e41_0_229"/>
          <p:cNvSpPr txBox="1"/>
          <p:nvPr>
            <p:ph idx="11" type="ftr"/>
          </p:nvPr>
        </p:nvSpPr>
        <p:spPr>
          <a:xfrm>
            <a:off x="2868782" y="195486"/>
            <a:ext cx="5880000" cy="360000"/>
          </a:xfrm>
          <a:prstGeom prst="rect">
            <a:avLst/>
          </a:prstGeom>
          <a:noFill/>
          <a:ln>
            <a:noFill/>
          </a:ln>
        </p:spPr>
        <p:txBody>
          <a:bodyPr anchorCtr="0" anchor="ctr" bIns="0" lIns="0" spcFirstLastPara="1" rIns="0" wrap="square" tIns="0">
            <a:noAutofit/>
          </a:bodyPr>
          <a:lstStyle>
            <a:lvl1pPr lvl="0" algn="r">
              <a:lnSpc>
                <a:spcPct val="100000"/>
              </a:lnSpc>
              <a:spcBef>
                <a:spcPts val="0"/>
              </a:spcBef>
              <a:spcAft>
                <a:spcPts val="0"/>
              </a:spcAft>
              <a:buSzPts val="1400"/>
              <a:buNone/>
              <a:defRPr b="1" sz="75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g3417a403e41_0_229"/>
          <p:cNvSpPr txBox="1"/>
          <p:nvPr>
            <p:ph idx="1" type="body"/>
          </p:nvPr>
        </p:nvSpPr>
        <p:spPr>
          <a:xfrm>
            <a:off x="323851" y="1275607"/>
            <a:ext cx="8424600" cy="243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400"/>
              </a:spcBef>
              <a:spcAft>
                <a:spcPts val="0"/>
              </a:spcAft>
              <a:buClr>
                <a:srgbClr val="7F7F7F"/>
              </a:buClr>
              <a:buSzPts val="1500"/>
              <a:buFont typeface="Arial"/>
              <a:buNone/>
              <a:defRPr b="1" sz="1500">
                <a:solidFill>
                  <a:srgbClr val="7F7F7F"/>
                </a:solidFill>
              </a:defRPr>
            </a:lvl1pPr>
            <a:lvl2pPr indent="-288925" lvl="1" marL="914400" algn="l">
              <a:lnSpc>
                <a:spcPct val="100000"/>
              </a:lnSpc>
              <a:spcBef>
                <a:spcPts val="800"/>
              </a:spcBef>
              <a:spcAft>
                <a:spcPts val="0"/>
              </a:spcAft>
              <a:buClr>
                <a:schemeClr val="dk1"/>
              </a:buClr>
              <a:buSzPts val="950"/>
              <a:buFont typeface="Arial"/>
              <a:buAutoNum type="alphaLcPeriod"/>
              <a:defRPr/>
            </a:lvl2pPr>
            <a:lvl3pPr indent="-342900" lvl="2" marL="1371600" algn="l">
              <a:lnSpc>
                <a:spcPct val="100000"/>
              </a:lnSpc>
              <a:spcBef>
                <a:spcPts val="8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4" name="Google Shape;64;g3417a403e41_0_229"/>
          <p:cNvSpPr txBox="1"/>
          <p:nvPr>
            <p:ph type="title"/>
          </p:nvPr>
        </p:nvSpPr>
        <p:spPr>
          <a:xfrm>
            <a:off x="323852" y="735616"/>
            <a:ext cx="8424900" cy="54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g3417a403e41_0_229"/>
          <p:cNvSpPr txBox="1"/>
          <p:nvPr>
            <p:ph idx="2" type="body"/>
          </p:nvPr>
        </p:nvSpPr>
        <p:spPr>
          <a:xfrm>
            <a:off x="323528" y="1707656"/>
            <a:ext cx="2556600" cy="2880300"/>
          </a:xfrm>
          <a:prstGeom prst="rect">
            <a:avLst/>
          </a:prstGeom>
          <a:noFill/>
          <a:ln>
            <a:noFill/>
          </a:ln>
        </p:spPr>
        <p:txBody>
          <a:bodyPr anchorCtr="0" anchor="t" bIns="0" lIns="36000" spcFirstLastPara="1" rIns="36000" wrap="square" tIns="0">
            <a:noAutofit/>
          </a:bodyPr>
          <a:lstStyle>
            <a:lvl1pPr indent="-228600" lvl="0" marL="457200" algn="l">
              <a:lnSpc>
                <a:spcPct val="100000"/>
              </a:lnSpc>
              <a:spcBef>
                <a:spcPts val="0"/>
              </a:spcBef>
              <a:spcAft>
                <a:spcPts val="0"/>
              </a:spcAft>
              <a:buClr>
                <a:schemeClr val="dk1"/>
              </a:buClr>
              <a:buSzPts val="1050"/>
              <a:buNone/>
              <a:defRPr/>
            </a:lvl1pPr>
            <a:lvl2pPr indent="-288925" lvl="1" marL="914400" algn="l">
              <a:lnSpc>
                <a:spcPct val="100000"/>
              </a:lnSpc>
              <a:spcBef>
                <a:spcPts val="600"/>
              </a:spcBef>
              <a:spcAft>
                <a:spcPts val="0"/>
              </a:spcAft>
              <a:buClr>
                <a:schemeClr val="dk1"/>
              </a:buClr>
              <a:buSzPts val="950"/>
              <a:buChar char="•"/>
              <a:defRPr/>
            </a:lvl2pPr>
            <a:lvl3pPr indent="-282575" lvl="2" marL="1371600" algn="l">
              <a:lnSpc>
                <a:spcPct val="100000"/>
              </a:lnSpc>
              <a:spcBef>
                <a:spcPts val="600"/>
              </a:spcBef>
              <a:spcAft>
                <a:spcPts val="0"/>
              </a:spcAft>
              <a:buClr>
                <a:schemeClr val="dk1"/>
              </a:buClr>
              <a:buSzPts val="850"/>
              <a:buChar char="•"/>
              <a:defRPr/>
            </a:lvl3pPr>
            <a:lvl4pPr indent="-276225" lvl="3" marL="1828800" algn="l">
              <a:lnSpc>
                <a:spcPct val="100000"/>
              </a:lnSpc>
              <a:spcBef>
                <a:spcPts val="100"/>
              </a:spcBef>
              <a:spcAft>
                <a:spcPts val="0"/>
              </a:spcAft>
              <a:buClr>
                <a:schemeClr val="dk1"/>
              </a:buClr>
              <a:buSzPts val="750"/>
              <a:buChar char="•"/>
              <a:defRPr/>
            </a:lvl4pPr>
            <a:lvl5pPr indent="-273050" lvl="4" marL="2286000" algn="l">
              <a:lnSpc>
                <a:spcPct val="100000"/>
              </a:lnSpc>
              <a:spcBef>
                <a:spcPts val="100"/>
              </a:spcBef>
              <a:spcAft>
                <a:spcPts val="0"/>
              </a:spcAft>
              <a:buClr>
                <a:schemeClr val="dk1"/>
              </a:buClr>
              <a:buSzPts val="7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6" name="Google Shape;66;g3417a403e41_0_229"/>
          <p:cNvSpPr txBox="1"/>
          <p:nvPr>
            <p:ph idx="3" type="body"/>
          </p:nvPr>
        </p:nvSpPr>
        <p:spPr>
          <a:xfrm>
            <a:off x="3275856" y="1707656"/>
            <a:ext cx="2520000" cy="2880300"/>
          </a:xfrm>
          <a:prstGeom prst="rect">
            <a:avLst/>
          </a:prstGeom>
          <a:noFill/>
          <a:ln>
            <a:noFill/>
          </a:ln>
        </p:spPr>
        <p:txBody>
          <a:bodyPr anchorCtr="0" anchor="t" bIns="0" lIns="36000" spcFirstLastPara="1" rIns="36000" wrap="square" tIns="0">
            <a:noAutofit/>
          </a:bodyPr>
          <a:lstStyle>
            <a:lvl1pPr indent="-228600" lvl="0" marL="457200" algn="l">
              <a:lnSpc>
                <a:spcPct val="100000"/>
              </a:lnSpc>
              <a:spcBef>
                <a:spcPts val="0"/>
              </a:spcBef>
              <a:spcAft>
                <a:spcPts val="0"/>
              </a:spcAft>
              <a:buClr>
                <a:schemeClr val="dk1"/>
              </a:buClr>
              <a:buSzPts val="1050"/>
              <a:buNone/>
              <a:defRPr/>
            </a:lvl1pPr>
            <a:lvl2pPr indent="-288925" lvl="1" marL="914400" algn="l">
              <a:lnSpc>
                <a:spcPct val="100000"/>
              </a:lnSpc>
              <a:spcBef>
                <a:spcPts val="600"/>
              </a:spcBef>
              <a:spcAft>
                <a:spcPts val="0"/>
              </a:spcAft>
              <a:buClr>
                <a:schemeClr val="dk1"/>
              </a:buClr>
              <a:buSzPts val="950"/>
              <a:buChar char="•"/>
              <a:defRPr/>
            </a:lvl2pPr>
            <a:lvl3pPr indent="-282575" lvl="2" marL="1371600" algn="l">
              <a:lnSpc>
                <a:spcPct val="100000"/>
              </a:lnSpc>
              <a:spcBef>
                <a:spcPts val="600"/>
              </a:spcBef>
              <a:spcAft>
                <a:spcPts val="0"/>
              </a:spcAft>
              <a:buClr>
                <a:schemeClr val="dk1"/>
              </a:buClr>
              <a:buSzPts val="850"/>
              <a:buChar char="•"/>
              <a:defRPr/>
            </a:lvl3pPr>
            <a:lvl4pPr indent="-276225" lvl="3" marL="1828800" algn="l">
              <a:lnSpc>
                <a:spcPct val="100000"/>
              </a:lnSpc>
              <a:spcBef>
                <a:spcPts val="100"/>
              </a:spcBef>
              <a:spcAft>
                <a:spcPts val="0"/>
              </a:spcAft>
              <a:buClr>
                <a:schemeClr val="dk1"/>
              </a:buClr>
              <a:buSzPts val="750"/>
              <a:buChar char="•"/>
              <a:defRPr/>
            </a:lvl4pPr>
            <a:lvl5pPr indent="-273050" lvl="4" marL="2286000" algn="l">
              <a:lnSpc>
                <a:spcPct val="100000"/>
              </a:lnSpc>
              <a:spcBef>
                <a:spcPts val="100"/>
              </a:spcBef>
              <a:spcAft>
                <a:spcPts val="0"/>
              </a:spcAft>
              <a:buClr>
                <a:schemeClr val="dk1"/>
              </a:buClr>
              <a:buSzPts val="7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7" name="Google Shape;67;g3417a403e41_0_229"/>
          <p:cNvSpPr txBox="1"/>
          <p:nvPr>
            <p:ph idx="4" type="body"/>
          </p:nvPr>
        </p:nvSpPr>
        <p:spPr>
          <a:xfrm>
            <a:off x="6228184" y="1707656"/>
            <a:ext cx="2520000" cy="2880300"/>
          </a:xfrm>
          <a:prstGeom prst="rect">
            <a:avLst/>
          </a:prstGeom>
          <a:noFill/>
          <a:ln>
            <a:noFill/>
          </a:ln>
        </p:spPr>
        <p:txBody>
          <a:bodyPr anchorCtr="0" anchor="t" bIns="0" lIns="36000" spcFirstLastPara="1" rIns="36000" wrap="square" tIns="0">
            <a:noAutofit/>
          </a:bodyPr>
          <a:lstStyle>
            <a:lvl1pPr indent="-228600" lvl="0" marL="457200" algn="l">
              <a:lnSpc>
                <a:spcPct val="100000"/>
              </a:lnSpc>
              <a:spcBef>
                <a:spcPts val="0"/>
              </a:spcBef>
              <a:spcAft>
                <a:spcPts val="0"/>
              </a:spcAft>
              <a:buClr>
                <a:schemeClr val="dk1"/>
              </a:buClr>
              <a:buSzPts val="1050"/>
              <a:buNone/>
              <a:defRPr/>
            </a:lvl1pPr>
            <a:lvl2pPr indent="-288925" lvl="1" marL="914400" algn="l">
              <a:lnSpc>
                <a:spcPct val="100000"/>
              </a:lnSpc>
              <a:spcBef>
                <a:spcPts val="600"/>
              </a:spcBef>
              <a:spcAft>
                <a:spcPts val="0"/>
              </a:spcAft>
              <a:buClr>
                <a:schemeClr val="dk1"/>
              </a:buClr>
              <a:buSzPts val="950"/>
              <a:buChar char="•"/>
              <a:defRPr/>
            </a:lvl2pPr>
            <a:lvl3pPr indent="-282575" lvl="2" marL="1371600" algn="l">
              <a:lnSpc>
                <a:spcPct val="100000"/>
              </a:lnSpc>
              <a:spcBef>
                <a:spcPts val="600"/>
              </a:spcBef>
              <a:spcAft>
                <a:spcPts val="0"/>
              </a:spcAft>
              <a:buClr>
                <a:schemeClr val="dk1"/>
              </a:buClr>
              <a:buSzPts val="850"/>
              <a:buChar char="•"/>
              <a:defRPr/>
            </a:lvl3pPr>
            <a:lvl4pPr indent="-276225" lvl="3" marL="1828800" algn="l">
              <a:lnSpc>
                <a:spcPct val="100000"/>
              </a:lnSpc>
              <a:spcBef>
                <a:spcPts val="100"/>
              </a:spcBef>
              <a:spcAft>
                <a:spcPts val="0"/>
              </a:spcAft>
              <a:buClr>
                <a:schemeClr val="dk1"/>
              </a:buClr>
              <a:buSzPts val="750"/>
              <a:buChar char="•"/>
              <a:defRPr/>
            </a:lvl4pPr>
            <a:lvl5pPr indent="-273050" lvl="4" marL="2286000" algn="l">
              <a:lnSpc>
                <a:spcPct val="100000"/>
              </a:lnSpc>
              <a:spcBef>
                <a:spcPts val="100"/>
              </a:spcBef>
              <a:spcAft>
                <a:spcPts val="0"/>
              </a:spcAft>
              <a:buClr>
                <a:schemeClr val="dk1"/>
              </a:buClr>
              <a:buSzPts val="7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pleine page vertical">
  <p:cSld name="Contenu pleine page vertical">
    <p:spTree>
      <p:nvGrpSpPr>
        <p:cNvPr id="68" name="Shape 68"/>
        <p:cNvGrpSpPr/>
        <p:nvPr/>
      </p:nvGrpSpPr>
      <p:grpSpPr>
        <a:xfrm>
          <a:off x="0" y="0"/>
          <a:ext cx="0" cy="0"/>
          <a:chOff x="0" y="0"/>
          <a:chExt cx="0" cy="0"/>
        </a:xfrm>
      </p:grpSpPr>
      <p:sp>
        <p:nvSpPr>
          <p:cNvPr id="69" name="Google Shape;69;p264"/>
          <p:cNvSpPr txBox="1"/>
          <p:nvPr>
            <p:ph idx="11" type="ftr"/>
          </p:nvPr>
        </p:nvSpPr>
        <p:spPr>
          <a:xfrm>
            <a:off x="360000" y="4783500"/>
            <a:ext cx="2555596" cy="360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4"/>
          <p:cNvSpPr txBox="1"/>
          <p:nvPr>
            <p:ph idx="1" type="body"/>
          </p:nvPr>
        </p:nvSpPr>
        <p:spPr>
          <a:xfrm>
            <a:off x="359999" y="2571750"/>
            <a:ext cx="2555597" cy="194421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050"/>
              <a:buNone/>
              <a:defRPr/>
            </a:lvl1pPr>
            <a:lvl2pPr indent="-288925" lvl="1" marL="914400" algn="l">
              <a:lnSpc>
                <a:spcPct val="100000"/>
              </a:lnSpc>
              <a:spcBef>
                <a:spcPts val="600"/>
              </a:spcBef>
              <a:spcAft>
                <a:spcPts val="0"/>
              </a:spcAft>
              <a:buClr>
                <a:schemeClr val="dk1"/>
              </a:buClr>
              <a:buSzPts val="950"/>
              <a:buChar char="•"/>
              <a:defRPr/>
            </a:lvl2pPr>
            <a:lvl3pPr indent="-282575" lvl="2" marL="1371600" algn="l">
              <a:lnSpc>
                <a:spcPct val="100000"/>
              </a:lnSpc>
              <a:spcBef>
                <a:spcPts val="600"/>
              </a:spcBef>
              <a:spcAft>
                <a:spcPts val="0"/>
              </a:spcAft>
              <a:buClr>
                <a:schemeClr val="dk1"/>
              </a:buClr>
              <a:buSzPts val="850"/>
              <a:buChar char="•"/>
              <a:defRPr/>
            </a:lvl3pPr>
            <a:lvl4pPr indent="-276225" lvl="3" marL="1828800" algn="l">
              <a:lnSpc>
                <a:spcPct val="100000"/>
              </a:lnSpc>
              <a:spcBef>
                <a:spcPts val="100"/>
              </a:spcBef>
              <a:spcAft>
                <a:spcPts val="0"/>
              </a:spcAft>
              <a:buClr>
                <a:schemeClr val="dk1"/>
              </a:buClr>
              <a:buSzPts val="750"/>
              <a:buChar char="•"/>
              <a:defRPr/>
            </a:lvl4pPr>
            <a:lvl5pPr indent="-273050" lvl="4" marL="2286000" algn="l">
              <a:lnSpc>
                <a:spcPct val="100000"/>
              </a:lnSpc>
              <a:spcBef>
                <a:spcPts val="100"/>
              </a:spcBef>
              <a:spcAft>
                <a:spcPts val="0"/>
              </a:spcAft>
              <a:buClr>
                <a:schemeClr val="dk1"/>
              </a:buClr>
              <a:buSzPts val="7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64"/>
          <p:cNvSpPr txBox="1"/>
          <p:nvPr>
            <p:ph type="title"/>
          </p:nvPr>
        </p:nvSpPr>
        <p:spPr>
          <a:xfrm>
            <a:off x="359999" y="900000"/>
            <a:ext cx="2555817" cy="95167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64"/>
          <p:cNvSpPr txBox="1"/>
          <p:nvPr>
            <p:ph idx="2" type="body"/>
          </p:nvPr>
        </p:nvSpPr>
        <p:spPr>
          <a:xfrm>
            <a:off x="360219" y="1948398"/>
            <a:ext cx="2555597" cy="2889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595959"/>
              </a:buClr>
              <a:buSzPts val="1100"/>
              <a:buNone/>
              <a:defRPr b="1" sz="1100">
                <a:solidFill>
                  <a:srgbClr val="595959"/>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3" name="Google Shape;73;p264"/>
          <p:cNvSpPr/>
          <p:nvPr/>
        </p:nvSpPr>
        <p:spPr>
          <a:xfrm>
            <a:off x="2922959" y="4768136"/>
            <a:ext cx="5897513" cy="16451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4" name="Google Shape;74;p264"/>
          <p:cNvSpPr txBox="1"/>
          <p:nvPr>
            <p:ph idx="3" type="body"/>
          </p:nvPr>
        </p:nvSpPr>
        <p:spPr>
          <a:xfrm>
            <a:off x="3276600" y="180000"/>
            <a:ext cx="5256213" cy="491203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64"/>
          <p:cNvSpPr txBox="1"/>
          <p:nvPr>
            <p:ph idx="12" type="sldNum"/>
          </p:nvPr>
        </p:nvSpPr>
        <p:spPr>
          <a:xfrm>
            <a:off x="8676456" y="4783500"/>
            <a:ext cx="467544" cy="3600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pleine page horizontal">
  <p:cSld name="Contenu pleine page horizontal">
    <p:spTree>
      <p:nvGrpSpPr>
        <p:cNvPr id="76" name="Shape 76"/>
        <p:cNvGrpSpPr/>
        <p:nvPr/>
      </p:nvGrpSpPr>
      <p:grpSpPr>
        <a:xfrm>
          <a:off x="0" y="0"/>
          <a:ext cx="0" cy="0"/>
          <a:chOff x="0" y="0"/>
          <a:chExt cx="0" cy="0"/>
        </a:xfrm>
      </p:grpSpPr>
      <p:sp>
        <p:nvSpPr>
          <p:cNvPr id="77" name="Google Shape;77;p270"/>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0"/>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
        <p:nvSpPr>
          <p:cNvPr id="79" name="Google Shape;79;p270"/>
          <p:cNvSpPr txBox="1"/>
          <p:nvPr>
            <p:ph idx="1" type="body"/>
          </p:nvPr>
        </p:nvSpPr>
        <p:spPr>
          <a:xfrm>
            <a:off x="1761561" y="124187"/>
            <a:ext cx="7020312" cy="36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2550"/>
              <a:buFont typeface="Arial"/>
              <a:buNone/>
              <a:defRPr b="1" sz="2550"/>
            </a:lvl1pPr>
            <a:lvl2pPr indent="-228600" lvl="1" marL="914400" algn="l">
              <a:lnSpc>
                <a:spcPct val="100000"/>
              </a:lnSpc>
              <a:spcBef>
                <a:spcPts val="0"/>
              </a:spcBef>
              <a:spcAft>
                <a:spcPts val="0"/>
              </a:spcAft>
              <a:buClr>
                <a:schemeClr val="dk1"/>
              </a:buClr>
              <a:buSzPts val="1050"/>
              <a:buFont typeface="Arial"/>
              <a:buNone/>
              <a:defRPr sz="1050"/>
            </a:lvl2pPr>
            <a:lvl3pPr indent="-342900" lvl="2" marL="1371600" algn="l">
              <a:lnSpc>
                <a:spcPct val="100000"/>
              </a:lnSpc>
              <a:spcBef>
                <a:spcPts val="1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 name="Google Shape;80;p270"/>
          <p:cNvSpPr txBox="1"/>
          <p:nvPr>
            <p:ph idx="2" type="body"/>
          </p:nvPr>
        </p:nvSpPr>
        <p:spPr>
          <a:xfrm>
            <a:off x="1761561" y="586755"/>
            <a:ext cx="7020312" cy="18479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595959"/>
              </a:buClr>
              <a:buSzPts val="1100"/>
              <a:buNone/>
              <a:defRPr b="1" sz="1100">
                <a:solidFill>
                  <a:srgbClr val="595959"/>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70"/>
          <p:cNvSpPr txBox="1"/>
          <p:nvPr>
            <p:ph idx="3" type="body"/>
          </p:nvPr>
        </p:nvSpPr>
        <p:spPr>
          <a:xfrm>
            <a:off x="359639" y="900000"/>
            <a:ext cx="8423999" cy="375931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simple">
  <p:cSld name="Contenu simple">
    <p:spTree>
      <p:nvGrpSpPr>
        <p:cNvPr id="82" name="Shape 82"/>
        <p:cNvGrpSpPr/>
        <p:nvPr/>
      </p:nvGrpSpPr>
      <p:grpSpPr>
        <a:xfrm>
          <a:off x="0" y="0"/>
          <a:ext cx="0" cy="0"/>
          <a:chOff x="0" y="0"/>
          <a:chExt cx="0" cy="0"/>
        </a:xfrm>
      </p:grpSpPr>
      <p:sp>
        <p:nvSpPr>
          <p:cNvPr id="83" name="Google Shape;83;p263"/>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63"/>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
        <p:nvSpPr>
          <p:cNvPr id="85" name="Google Shape;85;p263"/>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750"/>
              <a:buFont typeface="Arial"/>
              <a:buNone/>
              <a:defRPr b="1" sz="750"/>
            </a:lvl1pPr>
            <a:lvl2pPr indent="-228600" lvl="1" marL="914400" algn="r">
              <a:lnSpc>
                <a:spcPct val="100000"/>
              </a:lnSpc>
              <a:spcBef>
                <a:spcPts val="0"/>
              </a:spcBef>
              <a:spcAft>
                <a:spcPts val="0"/>
              </a:spcAft>
              <a:buClr>
                <a:schemeClr val="dk1"/>
              </a:buClr>
              <a:buSzPts val="750"/>
              <a:buFont typeface="Arial"/>
              <a:buNone/>
              <a:defRPr sz="750"/>
            </a:lvl2pPr>
            <a:lvl3pPr indent="-342900" lvl="2" marL="1371600" algn="l">
              <a:lnSpc>
                <a:spcPct val="100000"/>
              </a:lnSpc>
              <a:spcBef>
                <a:spcPts val="1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6" name="Google Shape;86;p263"/>
          <p:cNvSpPr txBox="1"/>
          <p:nvPr>
            <p:ph idx="2" type="body"/>
          </p:nvPr>
        </p:nvSpPr>
        <p:spPr>
          <a:xfrm>
            <a:off x="359998" y="1836000"/>
            <a:ext cx="8423275" cy="267996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050"/>
              <a:buNone/>
              <a:defRPr/>
            </a:lvl1pPr>
            <a:lvl2pPr indent="-288925" lvl="1" marL="914400" algn="l">
              <a:lnSpc>
                <a:spcPct val="100000"/>
              </a:lnSpc>
              <a:spcBef>
                <a:spcPts val="600"/>
              </a:spcBef>
              <a:spcAft>
                <a:spcPts val="0"/>
              </a:spcAft>
              <a:buClr>
                <a:schemeClr val="dk1"/>
              </a:buClr>
              <a:buSzPts val="950"/>
              <a:buChar char="•"/>
              <a:defRPr/>
            </a:lvl2pPr>
            <a:lvl3pPr indent="-282575" lvl="2" marL="1371600" algn="l">
              <a:lnSpc>
                <a:spcPct val="100000"/>
              </a:lnSpc>
              <a:spcBef>
                <a:spcPts val="600"/>
              </a:spcBef>
              <a:spcAft>
                <a:spcPts val="0"/>
              </a:spcAft>
              <a:buClr>
                <a:schemeClr val="dk1"/>
              </a:buClr>
              <a:buSzPts val="850"/>
              <a:buChar char="•"/>
              <a:defRPr/>
            </a:lvl3pPr>
            <a:lvl4pPr indent="-276225" lvl="3" marL="1828800" algn="l">
              <a:lnSpc>
                <a:spcPct val="100000"/>
              </a:lnSpc>
              <a:spcBef>
                <a:spcPts val="100"/>
              </a:spcBef>
              <a:spcAft>
                <a:spcPts val="0"/>
              </a:spcAft>
              <a:buClr>
                <a:schemeClr val="dk1"/>
              </a:buClr>
              <a:buSzPts val="750"/>
              <a:buChar char="•"/>
              <a:defRPr/>
            </a:lvl4pPr>
            <a:lvl5pPr indent="-273050" lvl="4" marL="2286000" algn="l">
              <a:lnSpc>
                <a:spcPct val="100000"/>
              </a:lnSpc>
              <a:spcBef>
                <a:spcPts val="100"/>
              </a:spcBef>
              <a:spcAft>
                <a:spcPts val="0"/>
              </a:spcAft>
              <a:buClr>
                <a:schemeClr val="dk1"/>
              </a:buClr>
              <a:buSzPts val="7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7" name="Google Shape;87;p263"/>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63"/>
          <p:cNvSpPr txBox="1"/>
          <p:nvPr>
            <p:ph idx="3" type="body"/>
          </p:nvPr>
        </p:nvSpPr>
        <p:spPr>
          <a:xfrm>
            <a:off x="360363" y="1419225"/>
            <a:ext cx="8423275" cy="2889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595959"/>
              </a:buClr>
              <a:buSzPts val="1100"/>
              <a:buNone/>
              <a:defRPr b="1" sz="1100">
                <a:solidFill>
                  <a:srgbClr val="595959"/>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2 cases hierarchisé">
  <p:cSld name="Contenu 2 cases hierarchisé">
    <p:spTree>
      <p:nvGrpSpPr>
        <p:cNvPr id="89" name="Shape 89"/>
        <p:cNvGrpSpPr/>
        <p:nvPr/>
      </p:nvGrpSpPr>
      <p:grpSpPr>
        <a:xfrm>
          <a:off x="0" y="0"/>
          <a:ext cx="0" cy="0"/>
          <a:chOff x="0" y="0"/>
          <a:chExt cx="0" cy="0"/>
        </a:xfrm>
      </p:grpSpPr>
      <p:sp>
        <p:nvSpPr>
          <p:cNvPr id="90" name="Google Shape;90;p265"/>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265"/>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
        <p:nvSpPr>
          <p:cNvPr id="92" name="Google Shape;92;p265"/>
          <p:cNvSpPr txBox="1"/>
          <p:nvPr>
            <p:ph idx="1" type="body"/>
          </p:nvPr>
        </p:nvSpPr>
        <p:spPr>
          <a:xfrm>
            <a:off x="4788021" y="1836000"/>
            <a:ext cx="3995978" cy="2574000"/>
          </a:xfrm>
          <a:prstGeom prst="rect">
            <a:avLst/>
          </a:prstGeom>
          <a:noFill/>
          <a:ln>
            <a:noFill/>
          </a:ln>
        </p:spPr>
        <p:txBody>
          <a:bodyPr anchorCtr="0" anchor="t" bIns="0" lIns="0" spcFirstLastPara="1" rIns="0" wrap="square" tIns="0">
            <a:noAutofit/>
          </a:bodyPr>
          <a:lstStyle>
            <a:lvl1pPr indent="-295275" lvl="0" marL="457200" algn="l">
              <a:lnSpc>
                <a:spcPct val="100000"/>
              </a:lnSpc>
              <a:spcBef>
                <a:spcPts val="400"/>
              </a:spcBef>
              <a:spcAft>
                <a:spcPts val="0"/>
              </a:spcAft>
              <a:buClr>
                <a:schemeClr val="dk1"/>
              </a:buClr>
              <a:buSzPts val="1050"/>
              <a:buFont typeface="Arial"/>
              <a:buAutoNum type="arabicPeriod"/>
              <a:defRPr b="1"/>
            </a:lvl1pPr>
            <a:lvl2pPr indent="-288925" lvl="1" marL="914400" algn="l">
              <a:lnSpc>
                <a:spcPct val="100000"/>
              </a:lnSpc>
              <a:spcBef>
                <a:spcPts val="800"/>
              </a:spcBef>
              <a:spcAft>
                <a:spcPts val="0"/>
              </a:spcAft>
              <a:buClr>
                <a:schemeClr val="dk1"/>
              </a:buClr>
              <a:buSzPts val="950"/>
              <a:buFont typeface="Arial"/>
              <a:buAutoNum type="alphaLcPeriod"/>
              <a:defRPr/>
            </a:lvl2pPr>
            <a:lvl3pPr indent="-342900" lvl="2" marL="1371600" algn="l">
              <a:lnSpc>
                <a:spcPct val="100000"/>
              </a:lnSpc>
              <a:spcBef>
                <a:spcPts val="8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3" name="Google Shape;93;p265"/>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65"/>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595959"/>
              </a:buClr>
              <a:buSzPts val="1100"/>
              <a:buNone/>
              <a:defRPr b="1" sz="1100">
                <a:solidFill>
                  <a:srgbClr val="595959"/>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5" name="Google Shape;95;p265"/>
          <p:cNvSpPr txBox="1"/>
          <p:nvPr>
            <p:ph idx="3" type="body"/>
          </p:nvPr>
        </p:nvSpPr>
        <p:spPr>
          <a:xfrm>
            <a:off x="3312000" y="180000"/>
            <a:ext cx="5472000" cy="3600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750"/>
              <a:buFont typeface="Arial"/>
              <a:buNone/>
              <a:defRPr b="1" sz="750"/>
            </a:lvl1pPr>
            <a:lvl2pPr indent="-228600" lvl="1" marL="914400" algn="r">
              <a:lnSpc>
                <a:spcPct val="100000"/>
              </a:lnSpc>
              <a:spcBef>
                <a:spcPts val="0"/>
              </a:spcBef>
              <a:spcAft>
                <a:spcPts val="0"/>
              </a:spcAft>
              <a:buClr>
                <a:schemeClr val="dk1"/>
              </a:buClr>
              <a:buSzPts val="750"/>
              <a:buFont typeface="Arial"/>
              <a:buNone/>
              <a:defRPr sz="750"/>
            </a:lvl2pPr>
            <a:lvl3pPr indent="-342900" lvl="2" marL="1371600" algn="l">
              <a:lnSpc>
                <a:spcPct val="100000"/>
              </a:lnSpc>
              <a:spcBef>
                <a:spcPts val="1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6" name="Google Shape;96;p265"/>
          <p:cNvSpPr txBox="1"/>
          <p:nvPr>
            <p:ph idx="4" type="body"/>
          </p:nvPr>
        </p:nvSpPr>
        <p:spPr>
          <a:xfrm>
            <a:off x="359998" y="1836000"/>
            <a:ext cx="3995978" cy="2574000"/>
          </a:xfrm>
          <a:prstGeom prst="rect">
            <a:avLst/>
          </a:prstGeom>
          <a:noFill/>
          <a:ln>
            <a:noFill/>
          </a:ln>
        </p:spPr>
        <p:txBody>
          <a:bodyPr anchorCtr="0" anchor="t" bIns="0" lIns="0" spcFirstLastPara="1" rIns="0" wrap="square" tIns="0">
            <a:noAutofit/>
          </a:bodyPr>
          <a:lstStyle>
            <a:lvl1pPr indent="-295275" lvl="0" marL="457200" algn="l">
              <a:lnSpc>
                <a:spcPct val="100000"/>
              </a:lnSpc>
              <a:spcBef>
                <a:spcPts val="400"/>
              </a:spcBef>
              <a:spcAft>
                <a:spcPts val="0"/>
              </a:spcAft>
              <a:buClr>
                <a:schemeClr val="dk1"/>
              </a:buClr>
              <a:buSzPts val="1050"/>
              <a:buFont typeface="Arial"/>
              <a:buAutoNum type="arabicPeriod"/>
              <a:defRPr b="1"/>
            </a:lvl1pPr>
            <a:lvl2pPr indent="-288925" lvl="1" marL="914400" algn="l">
              <a:lnSpc>
                <a:spcPct val="100000"/>
              </a:lnSpc>
              <a:spcBef>
                <a:spcPts val="800"/>
              </a:spcBef>
              <a:spcAft>
                <a:spcPts val="0"/>
              </a:spcAft>
              <a:buClr>
                <a:schemeClr val="dk1"/>
              </a:buClr>
              <a:buSzPts val="950"/>
              <a:buFont typeface="Arial"/>
              <a:buAutoNum type="alphaLcPeriod"/>
              <a:defRPr/>
            </a:lvl2pPr>
            <a:lvl3pPr indent="-342900" lvl="2" marL="1371600" algn="l">
              <a:lnSpc>
                <a:spcPct val="100000"/>
              </a:lnSpc>
              <a:spcBef>
                <a:spcPts val="8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illustré 2/3">
  <p:cSld name="Contenu illustré 2/3">
    <p:spTree>
      <p:nvGrpSpPr>
        <p:cNvPr id="97" name="Shape 97"/>
        <p:cNvGrpSpPr/>
        <p:nvPr/>
      </p:nvGrpSpPr>
      <p:grpSpPr>
        <a:xfrm>
          <a:off x="0" y="0"/>
          <a:ext cx="0" cy="0"/>
          <a:chOff x="0" y="0"/>
          <a:chExt cx="0" cy="0"/>
        </a:xfrm>
      </p:grpSpPr>
      <p:sp>
        <p:nvSpPr>
          <p:cNvPr id="98" name="Google Shape;98;p266"/>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66"/>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
        <p:nvSpPr>
          <p:cNvPr id="100" name="Google Shape;100;p266"/>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750"/>
              <a:buFont typeface="Arial"/>
              <a:buNone/>
              <a:defRPr b="1" sz="750"/>
            </a:lvl1pPr>
            <a:lvl2pPr indent="-228600" lvl="1" marL="914400" algn="r">
              <a:lnSpc>
                <a:spcPct val="100000"/>
              </a:lnSpc>
              <a:spcBef>
                <a:spcPts val="0"/>
              </a:spcBef>
              <a:spcAft>
                <a:spcPts val="0"/>
              </a:spcAft>
              <a:buClr>
                <a:schemeClr val="dk1"/>
              </a:buClr>
              <a:buSzPts val="750"/>
              <a:buFont typeface="Arial"/>
              <a:buNone/>
              <a:defRPr sz="750"/>
            </a:lvl2pPr>
            <a:lvl3pPr indent="-342900" lvl="2" marL="1371600" algn="l">
              <a:lnSpc>
                <a:spcPct val="100000"/>
              </a:lnSpc>
              <a:spcBef>
                <a:spcPts val="1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1" name="Google Shape;101;p266"/>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266"/>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595959"/>
              </a:buClr>
              <a:buSzPts val="1100"/>
              <a:buNone/>
              <a:defRPr b="1" sz="1100">
                <a:solidFill>
                  <a:srgbClr val="595959"/>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3" name="Google Shape;103;p266"/>
          <p:cNvSpPr txBox="1"/>
          <p:nvPr>
            <p:ph idx="3" type="body"/>
          </p:nvPr>
        </p:nvSpPr>
        <p:spPr>
          <a:xfrm>
            <a:off x="359999" y="1835999"/>
            <a:ext cx="2520000" cy="28225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050"/>
              <a:buNone/>
              <a:defRPr/>
            </a:lvl1pPr>
            <a:lvl2pPr indent="-288925" lvl="1" marL="914400" algn="l">
              <a:lnSpc>
                <a:spcPct val="100000"/>
              </a:lnSpc>
              <a:spcBef>
                <a:spcPts val="600"/>
              </a:spcBef>
              <a:spcAft>
                <a:spcPts val="0"/>
              </a:spcAft>
              <a:buClr>
                <a:schemeClr val="dk1"/>
              </a:buClr>
              <a:buSzPts val="950"/>
              <a:buChar char="•"/>
              <a:defRPr/>
            </a:lvl2pPr>
            <a:lvl3pPr indent="-282575" lvl="2" marL="1371600" algn="l">
              <a:lnSpc>
                <a:spcPct val="100000"/>
              </a:lnSpc>
              <a:spcBef>
                <a:spcPts val="600"/>
              </a:spcBef>
              <a:spcAft>
                <a:spcPts val="0"/>
              </a:spcAft>
              <a:buClr>
                <a:schemeClr val="dk1"/>
              </a:buClr>
              <a:buSzPts val="850"/>
              <a:buChar char="•"/>
              <a:defRPr/>
            </a:lvl3pPr>
            <a:lvl4pPr indent="-276225" lvl="3" marL="1828800" algn="l">
              <a:lnSpc>
                <a:spcPct val="100000"/>
              </a:lnSpc>
              <a:spcBef>
                <a:spcPts val="100"/>
              </a:spcBef>
              <a:spcAft>
                <a:spcPts val="0"/>
              </a:spcAft>
              <a:buClr>
                <a:schemeClr val="dk1"/>
              </a:buClr>
              <a:buSzPts val="750"/>
              <a:buChar char="•"/>
              <a:defRPr/>
            </a:lvl4pPr>
            <a:lvl5pPr indent="-273050" lvl="4" marL="2286000" algn="l">
              <a:lnSpc>
                <a:spcPct val="100000"/>
              </a:lnSpc>
              <a:spcBef>
                <a:spcPts val="100"/>
              </a:spcBef>
              <a:spcAft>
                <a:spcPts val="0"/>
              </a:spcAft>
              <a:buClr>
                <a:schemeClr val="dk1"/>
              </a:buClr>
              <a:buSzPts val="7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4" name="Google Shape;104;p266"/>
          <p:cNvSpPr txBox="1"/>
          <p:nvPr>
            <p:ph idx="4" type="body"/>
          </p:nvPr>
        </p:nvSpPr>
        <p:spPr>
          <a:xfrm>
            <a:off x="2987675" y="1836738"/>
            <a:ext cx="5795963" cy="28225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Slide" type="blank">
  <p:cSld name="BLANK">
    <p:bg>
      <p:bgPr>
        <a:solidFill>
          <a:schemeClr val="lt1"/>
        </a:solidFill>
      </p:bgPr>
    </p:bg>
    <p:spTree>
      <p:nvGrpSpPr>
        <p:cNvPr id="105" name="Shape 105"/>
        <p:cNvGrpSpPr/>
        <p:nvPr/>
      </p:nvGrpSpPr>
      <p:grpSpPr>
        <a:xfrm>
          <a:off x="0" y="0"/>
          <a:ext cx="0" cy="0"/>
          <a:chOff x="0" y="0"/>
          <a:chExt cx="0" cy="0"/>
        </a:xfrm>
      </p:grpSpPr>
      <p:sp>
        <p:nvSpPr>
          <p:cNvPr id="106" name="Google Shape;106;p260"/>
          <p:cNvSpPr/>
          <p:nvPr/>
        </p:nvSpPr>
        <p:spPr>
          <a:xfrm>
            <a:off x="0" y="771550"/>
            <a:ext cx="9144000" cy="4356888"/>
          </a:xfrm>
          <a:prstGeom prst="rect">
            <a:avLst/>
          </a:prstGeom>
          <a:solidFill>
            <a:srgbClr val="D8D8D8"/>
          </a:solidFill>
          <a:ln cap="flat" cmpd="sng" w="254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7" name="Google Shape;107;p260"/>
          <p:cNvSpPr/>
          <p:nvPr/>
        </p:nvSpPr>
        <p:spPr>
          <a:xfrm>
            <a:off x="360000" y="4784400"/>
            <a:ext cx="8421480" cy="360"/>
          </a:xfrm>
          <a:custGeom>
            <a:rect b="b" l="l" r="r" t="t"/>
            <a:pathLst>
              <a:path extrusionOk="0" h="21600" w="21600">
                <a:moveTo>
                  <a:pt x="0" y="0"/>
                </a:moveTo>
                <a:lnTo>
                  <a:pt x="21600" y="21600"/>
                </a:lnTo>
              </a:path>
            </a:pathLst>
          </a:custGeom>
          <a:noFill/>
          <a:ln cap="flat" cmpd="sng" w="10075">
            <a:solidFill>
              <a:srgbClr val="000000"/>
            </a:solidFill>
            <a:prstDash val="solid"/>
            <a:round/>
            <a:headEnd len="sm" w="sm" type="none"/>
            <a:tailEnd len="sm" w="sm" type="none"/>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itre">
  <p:cSld name="Chapitre">
    <p:spTree>
      <p:nvGrpSpPr>
        <p:cNvPr id="108" name="Shape 108"/>
        <p:cNvGrpSpPr/>
        <p:nvPr/>
      </p:nvGrpSpPr>
      <p:grpSpPr>
        <a:xfrm>
          <a:off x="0" y="0"/>
          <a:ext cx="0" cy="0"/>
          <a:chOff x="0" y="0"/>
          <a:chExt cx="0" cy="0"/>
        </a:xfrm>
      </p:grpSpPr>
      <p:sp>
        <p:nvSpPr>
          <p:cNvPr id="109" name="Google Shape;109;p268"/>
          <p:cNvSpPr/>
          <p:nvPr>
            <p:ph idx="2" type="pic"/>
          </p:nvPr>
        </p:nvSpPr>
        <p:spPr>
          <a:xfrm>
            <a:off x="0" y="738000"/>
            <a:ext cx="9144000" cy="4406400"/>
          </a:xfrm>
          <a:prstGeom prst="rect">
            <a:avLst/>
          </a:prstGeom>
          <a:solidFill>
            <a:srgbClr val="D8D8D8"/>
          </a:solidFill>
          <a:ln>
            <a:noFill/>
          </a:ln>
        </p:spPr>
      </p:sp>
      <p:sp>
        <p:nvSpPr>
          <p:cNvPr id="110" name="Google Shape;110;p268"/>
          <p:cNvSpPr txBox="1"/>
          <p:nvPr>
            <p:ph type="title"/>
          </p:nvPr>
        </p:nvSpPr>
        <p:spPr>
          <a:xfrm>
            <a:off x="359999" y="738000"/>
            <a:ext cx="8424000" cy="4046400"/>
          </a:xfrm>
          <a:prstGeom prst="rect">
            <a:avLst/>
          </a:prstGeom>
          <a:noFill/>
          <a:ln cap="flat" cmpd="sng" w="10150">
            <a:solidFill>
              <a:schemeClr val="dk1"/>
            </a:solidFill>
            <a:prstDash val="solid"/>
            <a:round/>
            <a:headEnd len="sm" w="sm" type="none"/>
            <a:tailEnd len="sm" w="sm" type="none"/>
          </a:ln>
        </p:spPr>
        <p:txBody>
          <a:bodyPr anchorCtr="0" anchor="ctr" bIns="360000" lIns="0" spcFirstLastPara="1" rIns="0" wrap="square" tIns="0">
            <a:noAutofit/>
          </a:bodyPr>
          <a:lstStyle>
            <a:lvl1pPr lvl="0" algn="l">
              <a:lnSpc>
                <a:spcPct val="90000"/>
              </a:lnSpc>
              <a:spcBef>
                <a:spcPts val="0"/>
              </a:spcBef>
              <a:spcAft>
                <a:spcPts val="0"/>
              </a:spcAft>
              <a:buClr>
                <a:schemeClr val="dk1"/>
              </a:buClr>
              <a:buSzPts val="3250"/>
              <a:buFont typeface="Arial"/>
              <a:buNone/>
              <a:defRPr sz="325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68"/>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268"/>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illustré 1/3">
  <p:cSld name="Contenu illustré 1/3">
    <p:spTree>
      <p:nvGrpSpPr>
        <p:cNvPr id="113" name="Shape 113"/>
        <p:cNvGrpSpPr/>
        <p:nvPr/>
      </p:nvGrpSpPr>
      <p:grpSpPr>
        <a:xfrm>
          <a:off x="0" y="0"/>
          <a:ext cx="0" cy="0"/>
          <a:chOff x="0" y="0"/>
          <a:chExt cx="0" cy="0"/>
        </a:xfrm>
      </p:grpSpPr>
      <p:sp>
        <p:nvSpPr>
          <p:cNvPr id="114" name="Google Shape;114;p269"/>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269"/>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
        <p:nvSpPr>
          <p:cNvPr id="116" name="Google Shape;116;p269"/>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750"/>
              <a:buFont typeface="Arial"/>
              <a:buNone/>
              <a:defRPr b="1" sz="750"/>
            </a:lvl1pPr>
            <a:lvl2pPr indent="-228600" lvl="1" marL="914400" algn="r">
              <a:lnSpc>
                <a:spcPct val="100000"/>
              </a:lnSpc>
              <a:spcBef>
                <a:spcPts val="0"/>
              </a:spcBef>
              <a:spcAft>
                <a:spcPts val="0"/>
              </a:spcAft>
              <a:buClr>
                <a:schemeClr val="dk1"/>
              </a:buClr>
              <a:buSzPts val="750"/>
              <a:buFont typeface="Arial"/>
              <a:buNone/>
              <a:defRPr sz="750"/>
            </a:lvl2pPr>
            <a:lvl3pPr indent="-342900" lvl="2" marL="1371600" algn="l">
              <a:lnSpc>
                <a:spcPct val="100000"/>
              </a:lnSpc>
              <a:spcBef>
                <a:spcPts val="1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7" name="Google Shape;117;p269"/>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269"/>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595959"/>
              </a:buClr>
              <a:buSzPts val="1100"/>
              <a:buNone/>
              <a:defRPr b="1" sz="1100">
                <a:solidFill>
                  <a:srgbClr val="595959"/>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9" name="Google Shape;119;p269"/>
          <p:cNvSpPr txBox="1"/>
          <p:nvPr>
            <p:ph idx="3" type="body"/>
          </p:nvPr>
        </p:nvSpPr>
        <p:spPr>
          <a:xfrm>
            <a:off x="359998" y="1835999"/>
            <a:ext cx="5472001" cy="28225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050"/>
              <a:buNone/>
              <a:defRPr/>
            </a:lvl1pPr>
            <a:lvl2pPr indent="-288925" lvl="1" marL="914400" algn="l">
              <a:lnSpc>
                <a:spcPct val="100000"/>
              </a:lnSpc>
              <a:spcBef>
                <a:spcPts val="600"/>
              </a:spcBef>
              <a:spcAft>
                <a:spcPts val="0"/>
              </a:spcAft>
              <a:buClr>
                <a:schemeClr val="dk1"/>
              </a:buClr>
              <a:buSzPts val="950"/>
              <a:buChar char="•"/>
              <a:defRPr/>
            </a:lvl2pPr>
            <a:lvl3pPr indent="-282575" lvl="2" marL="1371600" algn="l">
              <a:lnSpc>
                <a:spcPct val="100000"/>
              </a:lnSpc>
              <a:spcBef>
                <a:spcPts val="600"/>
              </a:spcBef>
              <a:spcAft>
                <a:spcPts val="0"/>
              </a:spcAft>
              <a:buClr>
                <a:schemeClr val="dk1"/>
              </a:buClr>
              <a:buSzPts val="850"/>
              <a:buChar char="•"/>
              <a:defRPr/>
            </a:lvl3pPr>
            <a:lvl4pPr indent="-276225" lvl="3" marL="1828800" algn="l">
              <a:lnSpc>
                <a:spcPct val="100000"/>
              </a:lnSpc>
              <a:spcBef>
                <a:spcPts val="100"/>
              </a:spcBef>
              <a:spcAft>
                <a:spcPts val="0"/>
              </a:spcAft>
              <a:buClr>
                <a:schemeClr val="dk1"/>
              </a:buClr>
              <a:buSzPts val="750"/>
              <a:buChar char="•"/>
              <a:defRPr/>
            </a:lvl4pPr>
            <a:lvl5pPr indent="-273050" lvl="4" marL="2286000" algn="l">
              <a:lnSpc>
                <a:spcPct val="100000"/>
              </a:lnSpc>
              <a:spcBef>
                <a:spcPts val="100"/>
              </a:spcBef>
              <a:spcAft>
                <a:spcPts val="0"/>
              </a:spcAft>
              <a:buClr>
                <a:schemeClr val="dk1"/>
              </a:buClr>
              <a:buSzPts val="7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0" name="Google Shape;120;p269"/>
          <p:cNvSpPr txBox="1"/>
          <p:nvPr>
            <p:ph idx="4" type="body"/>
          </p:nvPr>
        </p:nvSpPr>
        <p:spPr>
          <a:xfrm>
            <a:off x="6012160" y="1836738"/>
            <a:ext cx="2771478" cy="28225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3.jpg"/><Relationship Id="rId2" Type="http://schemas.openxmlformats.org/officeDocument/2006/relationships/image" Target="../media/image4.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theme" Target="../theme/theme1.xml"/><Relationship Id="rId16" Type="http://schemas.openxmlformats.org/officeDocument/2006/relationships/slideLayout" Target="../slideLayouts/slideLayout14.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57"/>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1"/>
              </a:buClr>
              <a:buSzPts val="2550"/>
              <a:buFont typeface="Arial"/>
              <a:buNone/>
              <a:defRPr b="1" i="0" sz="255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57"/>
          <p:cNvSpPr txBox="1"/>
          <p:nvPr>
            <p:ph idx="1" type="body"/>
          </p:nvPr>
        </p:nvSpPr>
        <p:spPr>
          <a:xfrm>
            <a:off x="359999" y="1836000"/>
            <a:ext cx="8424000" cy="25740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1pPr>
            <a:lvl2pPr indent="-288925" lvl="1" marL="914400" marR="0" rtl="0" algn="l">
              <a:lnSpc>
                <a:spcPct val="100000"/>
              </a:lnSpc>
              <a:spcBef>
                <a:spcPts val="600"/>
              </a:spcBef>
              <a:spcAft>
                <a:spcPts val="0"/>
              </a:spcAft>
              <a:buClr>
                <a:schemeClr val="dk1"/>
              </a:buClr>
              <a:buSzPts val="950"/>
              <a:buFont typeface="Arial"/>
              <a:buChar char="•"/>
              <a:defRPr b="0" i="0" sz="950" u="none" cap="none" strike="noStrike">
                <a:solidFill>
                  <a:schemeClr val="dk1"/>
                </a:solidFill>
                <a:latin typeface="Arial"/>
                <a:ea typeface="Arial"/>
                <a:cs typeface="Arial"/>
                <a:sym typeface="Arial"/>
              </a:defRPr>
            </a:lvl2pPr>
            <a:lvl3pPr indent="-282575" lvl="2" marL="1371600" marR="0" rtl="0" algn="l">
              <a:lnSpc>
                <a:spcPct val="100000"/>
              </a:lnSpc>
              <a:spcBef>
                <a:spcPts val="600"/>
              </a:spcBef>
              <a:spcAft>
                <a:spcPts val="0"/>
              </a:spcAft>
              <a:buClr>
                <a:schemeClr val="dk1"/>
              </a:buClr>
              <a:buSzPts val="850"/>
              <a:buFont typeface="Arial"/>
              <a:buChar char="•"/>
              <a:defRPr b="0" i="0" sz="850" u="none" cap="none" strike="noStrike">
                <a:solidFill>
                  <a:schemeClr val="dk1"/>
                </a:solidFill>
                <a:latin typeface="Arial"/>
                <a:ea typeface="Arial"/>
                <a:cs typeface="Arial"/>
                <a:sym typeface="Arial"/>
              </a:defRPr>
            </a:lvl3pPr>
            <a:lvl4pPr indent="-276225" lvl="3" marL="1828800" marR="0" rtl="0" algn="l">
              <a:lnSpc>
                <a:spcPct val="100000"/>
              </a:lnSpc>
              <a:spcBef>
                <a:spcPts val="100"/>
              </a:spcBef>
              <a:spcAft>
                <a:spcPts val="0"/>
              </a:spcAft>
              <a:buClr>
                <a:schemeClr val="dk1"/>
              </a:buClr>
              <a:buSzPts val="750"/>
              <a:buFont typeface="Arial"/>
              <a:buChar char="•"/>
              <a:defRPr b="0" i="0" sz="750" u="none" cap="none" strike="noStrike">
                <a:solidFill>
                  <a:schemeClr val="dk1"/>
                </a:solidFill>
                <a:latin typeface="Arial"/>
                <a:ea typeface="Arial"/>
                <a:cs typeface="Arial"/>
                <a:sym typeface="Arial"/>
              </a:defRPr>
            </a:lvl4pPr>
            <a:lvl5pPr indent="-273050" lvl="4" marL="2286000" marR="0" rtl="0" algn="l">
              <a:lnSpc>
                <a:spcPct val="100000"/>
              </a:lnSpc>
              <a:spcBef>
                <a:spcPts val="100"/>
              </a:spcBef>
              <a:spcAft>
                <a:spcPts val="0"/>
              </a:spcAft>
              <a:buClr>
                <a:schemeClr val="dk1"/>
              </a:buClr>
              <a:buSzPts val="700"/>
              <a:buFont typeface="Arial"/>
              <a:buChar char="•"/>
              <a:defRPr b="0" i="0" sz="7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57"/>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1" i="0" sz="75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57"/>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1"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cxnSp>
        <p:nvCxnSpPr>
          <p:cNvPr id="14" name="Google Shape;14;p257"/>
          <p:cNvCxnSpPr/>
          <p:nvPr/>
        </p:nvCxnSpPr>
        <p:spPr>
          <a:xfrm>
            <a:off x="360000" y="4784400"/>
            <a:ext cx="8424000" cy="0"/>
          </a:xfrm>
          <a:prstGeom prst="straightConnector1">
            <a:avLst/>
          </a:prstGeom>
          <a:noFill/>
          <a:ln cap="flat" cmpd="sng" w="10150">
            <a:solidFill>
              <a:schemeClr val="dk1"/>
            </a:solidFill>
            <a:prstDash val="solid"/>
            <a:round/>
            <a:headEnd len="sm" w="sm" type="none"/>
            <a:tailEnd len="sm" w="sm" type="none"/>
          </a:ln>
        </p:spPr>
      </p:cxnSp>
      <p:pic>
        <p:nvPicPr>
          <p:cNvPr id="15" name="Google Shape;15;p257"/>
          <p:cNvPicPr preferRelativeResize="0"/>
          <p:nvPr/>
        </p:nvPicPr>
        <p:blipFill rotWithShape="1">
          <a:blip r:embed="rId1">
            <a:alphaModFix/>
          </a:blip>
          <a:srcRect b="0" l="0" r="0" t="0"/>
          <a:stretch/>
        </p:blipFill>
        <p:spPr>
          <a:xfrm>
            <a:off x="289483" y="110279"/>
            <a:ext cx="552807" cy="500852"/>
          </a:xfrm>
          <a:prstGeom prst="rect">
            <a:avLst/>
          </a:prstGeom>
          <a:noFill/>
          <a:ln>
            <a:noFill/>
          </a:ln>
        </p:spPr>
      </p:pic>
      <p:pic>
        <p:nvPicPr>
          <p:cNvPr id="16" name="Google Shape;16;p257"/>
          <p:cNvPicPr preferRelativeResize="0"/>
          <p:nvPr/>
        </p:nvPicPr>
        <p:blipFill rotWithShape="1">
          <a:blip r:embed="rId2">
            <a:alphaModFix/>
          </a:blip>
          <a:srcRect b="0" l="0" r="0" t="0"/>
          <a:stretch/>
        </p:blipFill>
        <p:spPr>
          <a:xfrm>
            <a:off x="1150474" y="182454"/>
            <a:ext cx="358447" cy="35844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jpg"/><Relationship Id="rId4" Type="http://schemas.openxmlformats.org/officeDocument/2006/relationships/image" Target="../media/image7.jpg"/><Relationship Id="rId5" Type="http://schemas.openxmlformats.org/officeDocument/2006/relationships/image" Target="../media/image6.png"/><Relationship Id="rId6"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1.png"/><Relationship Id="rId4" Type="http://schemas.openxmlformats.org/officeDocument/2006/relationships/image" Target="../media/image26.png"/><Relationship Id="rId5" Type="http://schemas.openxmlformats.org/officeDocument/2006/relationships/image" Target="../media/image19.png"/><Relationship Id="rId6" Type="http://schemas.openxmlformats.org/officeDocument/2006/relationships/image" Target="../media/image21.png"/><Relationship Id="rId7"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20.png"/><Relationship Id="rId5"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11" Type="http://schemas.openxmlformats.org/officeDocument/2006/relationships/image" Target="../media/image34.png"/><Relationship Id="rId10" Type="http://schemas.openxmlformats.org/officeDocument/2006/relationships/image" Target="../media/image37.png"/><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3.png"/><Relationship Id="rId4" Type="http://schemas.openxmlformats.org/officeDocument/2006/relationships/image" Target="../media/image31.png"/><Relationship Id="rId9" Type="http://schemas.openxmlformats.org/officeDocument/2006/relationships/image" Target="../media/image29.png"/><Relationship Id="rId5" Type="http://schemas.openxmlformats.org/officeDocument/2006/relationships/image" Target="../media/image28.png"/><Relationship Id="rId6" Type="http://schemas.openxmlformats.org/officeDocument/2006/relationships/image" Target="../media/image32.png"/><Relationship Id="rId7" Type="http://schemas.openxmlformats.org/officeDocument/2006/relationships/image" Target="../media/image35.png"/><Relationship Id="rId8"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0.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tanaguru.com/pac-comprendre-et-corriger-les-erreurs-daccessibilite/" TargetMode="External"/><Relationship Id="rId4" Type="http://schemas.openxmlformats.org/officeDocument/2006/relationships/hyperlink" Target="https://check.axes4.com/d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8.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0.png"/><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4.png"/><Relationship Id="rId4" Type="http://schemas.openxmlformats.org/officeDocument/2006/relationships/image" Target="../media/image39.png"/><Relationship Id="rId5" Type="http://schemas.openxmlformats.org/officeDocument/2006/relationships/image" Target="../media/image53.png"/><Relationship Id="rId6" Type="http://schemas.openxmlformats.org/officeDocument/2006/relationships/image" Target="../media/image48.png"/><Relationship Id="rId7" Type="http://schemas.openxmlformats.org/officeDocument/2006/relationships/image" Target="../media/image42.png"/><Relationship Id="rId8" Type="http://schemas.openxmlformats.org/officeDocument/2006/relationships/image" Target="../media/image4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1.png"/><Relationship Id="rId4" Type="http://schemas.openxmlformats.org/officeDocument/2006/relationships/image" Target="../media/image49.png"/><Relationship Id="rId5" Type="http://schemas.openxmlformats.org/officeDocument/2006/relationships/image" Target="../media/image4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ideance.net/blog/578/comment-concevoir-un-document-word-accessible-gaad-2023/" TargetMode="External"/><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2.png"/><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446bda4025_1_92"/>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127" name="Google Shape;127;g3446bda4025_1_92"/>
          <p:cNvSpPr txBox="1"/>
          <p:nvPr>
            <p:ph idx="1" type="body"/>
          </p:nvPr>
        </p:nvSpPr>
        <p:spPr>
          <a:xfrm>
            <a:off x="360000" y="2346046"/>
            <a:ext cx="8424000" cy="1181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3250"/>
              <a:buNone/>
            </a:pPr>
            <a:r>
              <a:rPr lang="fr-FR">
                <a:solidFill>
                  <a:schemeClr val="dk2"/>
                </a:solidFill>
              </a:rPr>
              <a:t>Partie 2 - travaux pratiques</a:t>
            </a:r>
            <a:endParaRPr>
              <a:solidFill>
                <a:schemeClr val="dk2"/>
              </a:solidFill>
            </a:endParaRPr>
          </a:p>
        </p:txBody>
      </p:sp>
      <p:sp>
        <p:nvSpPr>
          <p:cNvPr id="128" name="Google Shape;128;g3446bda4025_1_92"/>
          <p:cNvSpPr txBox="1"/>
          <p:nvPr>
            <p:ph idx="2" type="body"/>
          </p:nvPr>
        </p:nvSpPr>
        <p:spPr>
          <a:xfrm>
            <a:off x="360375" y="3017244"/>
            <a:ext cx="8423400" cy="1570500"/>
          </a:xfrm>
          <a:prstGeom prst="rect">
            <a:avLst/>
          </a:prstGeom>
          <a:noFill/>
          <a:ln>
            <a:noFill/>
          </a:ln>
        </p:spPr>
        <p:txBody>
          <a:bodyPr anchorCtr="0" anchor="t" bIns="0" lIns="0" spcFirstLastPara="1" rIns="0" wrap="square" tIns="0">
            <a:noAutofit/>
          </a:bodyPr>
          <a:lstStyle/>
          <a:p>
            <a:pPr indent="0" lvl="0" marL="0" rtl="0" algn="l">
              <a:lnSpc>
                <a:spcPct val="200000"/>
              </a:lnSpc>
              <a:spcBef>
                <a:spcPts val="0"/>
              </a:spcBef>
              <a:spcAft>
                <a:spcPts val="0"/>
              </a:spcAft>
              <a:buSzPts val="1100"/>
              <a:buNone/>
            </a:pPr>
            <a:r>
              <a:rPr lang="fr-FR" sz="1400">
                <a:solidFill>
                  <a:schemeClr val="dk1"/>
                </a:solidFill>
              </a:rPr>
              <a:t>Créer des documents bureautiques accessibles avec la suite Office et la suite LibreOffice</a:t>
            </a:r>
            <a:endParaRPr b="0" sz="1400">
              <a:solidFill>
                <a:schemeClr val="dk1"/>
              </a:solidFill>
            </a:endParaRPr>
          </a:p>
          <a:p>
            <a:pPr indent="0" lvl="0" marL="0" rtl="0" algn="l">
              <a:lnSpc>
                <a:spcPct val="100000"/>
              </a:lnSpc>
              <a:spcBef>
                <a:spcPts val="500"/>
              </a:spcBef>
              <a:spcAft>
                <a:spcPts val="500"/>
              </a:spcAft>
              <a:buSzPts val="11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67a3484e33_0_8"/>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135" name="Google Shape;135;g367a3484e33_0_8"/>
          <p:cNvSpPr txBox="1"/>
          <p:nvPr>
            <p:ph type="title"/>
          </p:nvPr>
        </p:nvSpPr>
        <p:spPr>
          <a:xfrm>
            <a:off x="359999" y="900000"/>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fr-FR">
                <a:solidFill>
                  <a:schemeClr val="dk2"/>
                </a:solidFill>
                <a:highlight>
                  <a:schemeClr val="lt1"/>
                </a:highlight>
              </a:rPr>
              <a:t>L’accessibilité numérique - travaux pratique</a:t>
            </a:r>
            <a:endParaRPr>
              <a:solidFill>
                <a:schemeClr val="dk2"/>
              </a:solidFill>
              <a:highlight>
                <a:schemeClr val="lt1"/>
              </a:highlight>
            </a:endParaRPr>
          </a:p>
        </p:txBody>
      </p:sp>
      <p:sp>
        <p:nvSpPr>
          <p:cNvPr id="136" name="Google Shape;136;g367a3484e33_0_8"/>
          <p:cNvSpPr txBox="1"/>
          <p:nvPr>
            <p:ph idx="4" type="body"/>
          </p:nvPr>
        </p:nvSpPr>
        <p:spPr>
          <a:xfrm>
            <a:off x="360000" y="1347600"/>
            <a:ext cx="8315700" cy="615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lang="fr-FR" sz="1600">
                <a:solidFill>
                  <a:schemeClr val="dk1"/>
                </a:solidFill>
              </a:rPr>
              <a:t>Partie 2 - </a:t>
            </a:r>
            <a:r>
              <a:rPr lang="fr-FR" sz="1400">
                <a:solidFill>
                  <a:schemeClr val="dk1"/>
                </a:solidFill>
              </a:rPr>
              <a:t>Créer des documents bureautiques accessibles avec la suite Office et la suite LibreOffice</a:t>
            </a:r>
            <a:endParaRPr sz="1600">
              <a:solidFill>
                <a:schemeClr val="dk1"/>
              </a:solidFill>
            </a:endParaRPr>
          </a:p>
        </p:txBody>
      </p:sp>
      <p:sp>
        <p:nvSpPr>
          <p:cNvPr id="137" name="Google Shape;137;g367a3484e33_0_8"/>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g367a3484e33_0_8"/>
          <p:cNvSpPr txBox="1"/>
          <p:nvPr/>
        </p:nvSpPr>
        <p:spPr>
          <a:xfrm>
            <a:off x="391650" y="2086200"/>
            <a:ext cx="2457600" cy="1071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1" i="0" lang="fr-FR" sz="1400" u="none" cap="none" strike="noStrike">
                <a:solidFill>
                  <a:schemeClr val="dk1"/>
                </a:solidFill>
              </a:rPr>
              <a:t>Word</a:t>
            </a:r>
            <a:endParaRPr>
              <a:solidFill>
                <a:schemeClr val="dk1"/>
              </a:solidFill>
            </a:endParaRPr>
          </a:p>
          <a:p>
            <a:pPr indent="0" lvl="0" marL="0" marR="0" rtl="0" algn="l">
              <a:lnSpc>
                <a:spcPct val="115000"/>
              </a:lnSpc>
              <a:spcBef>
                <a:spcPts val="0"/>
              </a:spcBef>
              <a:spcAft>
                <a:spcPts val="0"/>
              </a:spcAft>
              <a:buClr>
                <a:srgbClr val="000000"/>
              </a:buClr>
              <a:buSzPts val="1400"/>
              <a:buFont typeface="Arial"/>
              <a:buNone/>
            </a:pPr>
            <a:r>
              <a:rPr lang="fr-FR">
                <a:solidFill>
                  <a:schemeClr val="dk1"/>
                </a:solidFill>
              </a:rPr>
              <a:t>30 minutes</a:t>
            </a:r>
            <a:endParaRPr b="0" i="0" sz="1400" u="none" cap="none" strike="noStrike">
              <a:solidFill>
                <a:schemeClr val="dk1"/>
              </a:solidFill>
              <a:latin typeface="Arial"/>
              <a:ea typeface="Arial"/>
              <a:cs typeface="Arial"/>
              <a:sym typeface="Arial"/>
            </a:endParaRPr>
          </a:p>
        </p:txBody>
      </p:sp>
      <p:sp>
        <p:nvSpPr>
          <p:cNvPr id="139" name="Google Shape;139;g367a3484e33_0_8"/>
          <p:cNvSpPr txBox="1"/>
          <p:nvPr/>
        </p:nvSpPr>
        <p:spPr>
          <a:xfrm>
            <a:off x="405825" y="3281100"/>
            <a:ext cx="2393100" cy="12651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fr-FR" sz="1400" u="none" cap="none" strike="noStrike">
                <a:solidFill>
                  <a:schemeClr val="dk1"/>
                </a:solidFill>
                <a:latin typeface="Arial"/>
                <a:ea typeface="Arial"/>
                <a:cs typeface="Arial"/>
                <a:sym typeface="Arial"/>
              </a:rPr>
              <a:t>Jeudi 6 juin de 10h</a:t>
            </a:r>
            <a:r>
              <a:rPr lang="fr-FR">
                <a:solidFill>
                  <a:schemeClr val="dk1"/>
                </a:solidFill>
              </a:rPr>
              <a:t>00</a:t>
            </a:r>
            <a:r>
              <a:rPr b="0" i="0" lang="fr-FR" sz="1400" u="none" cap="none" strike="noStrike">
                <a:solidFill>
                  <a:schemeClr val="dk1"/>
                </a:solidFill>
                <a:latin typeface="Arial"/>
                <a:ea typeface="Arial"/>
                <a:cs typeface="Arial"/>
                <a:sym typeface="Arial"/>
              </a:rPr>
              <a:t> à 12h</a:t>
            </a:r>
            <a:r>
              <a:rPr lang="fr-FR">
                <a:solidFill>
                  <a:schemeClr val="dk1"/>
                </a:solidFill>
              </a:rPr>
              <a:t>00</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rPr b="0" i="0" lang="fr-FR" sz="1400" u="none" cap="none" strike="noStrike">
                <a:solidFill>
                  <a:schemeClr val="dk1"/>
                </a:solidFill>
                <a:latin typeface="Arial"/>
                <a:ea typeface="Arial"/>
                <a:cs typeface="Arial"/>
                <a:sym typeface="Arial"/>
              </a:rPr>
              <a:t>Atrium en salle 213</a:t>
            </a:r>
            <a:endParaRPr b="0" i="0" sz="1400" u="none" cap="none" strike="noStrike">
              <a:solidFill>
                <a:schemeClr val="dk1"/>
              </a:solidFill>
              <a:latin typeface="Arial"/>
              <a:ea typeface="Arial"/>
              <a:cs typeface="Arial"/>
              <a:sym typeface="Arial"/>
            </a:endParaRPr>
          </a:p>
        </p:txBody>
      </p:sp>
      <p:pic>
        <p:nvPicPr>
          <p:cNvPr descr="Microsoft Word" id="140" name="Google Shape;140;g367a3484e33_0_8"/>
          <p:cNvPicPr preferRelativeResize="0"/>
          <p:nvPr/>
        </p:nvPicPr>
        <p:blipFill rotWithShape="1">
          <a:blip r:embed="rId3">
            <a:alphaModFix/>
          </a:blip>
          <a:srcRect b="0" l="0" r="0" t="0"/>
          <a:stretch/>
        </p:blipFill>
        <p:spPr>
          <a:xfrm>
            <a:off x="2953388" y="3280899"/>
            <a:ext cx="1201125" cy="1265100"/>
          </a:xfrm>
          <a:prstGeom prst="rect">
            <a:avLst/>
          </a:prstGeom>
          <a:noFill/>
          <a:ln cap="flat" cmpd="sng" w="9525">
            <a:solidFill>
              <a:schemeClr val="dk2"/>
            </a:solidFill>
            <a:prstDash val="solid"/>
            <a:round/>
            <a:headEnd len="sm" w="sm" type="none"/>
            <a:tailEnd len="sm" w="sm" type="none"/>
          </a:ln>
        </p:spPr>
      </p:pic>
      <p:pic>
        <p:nvPicPr>
          <p:cNvPr descr="PDF" id="141" name="Google Shape;141;g367a3484e33_0_8"/>
          <p:cNvPicPr preferRelativeResize="0"/>
          <p:nvPr/>
        </p:nvPicPr>
        <p:blipFill rotWithShape="1">
          <a:blip r:embed="rId4">
            <a:alphaModFix/>
          </a:blip>
          <a:srcRect b="0" l="0" r="0" t="0"/>
          <a:stretch/>
        </p:blipFill>
        <p:spPr>
          <a:xfrm>
            <a:off x="5618700" y="3280900"/>
            <a:ext cx="949200" cy="1185325"/>
          </a:xfrm>
          <a:prstGeom prst="rect">
            <a:avLst/>
          </a:prstGeom>
          <a:noFill/>
          <a:ln cap="flat" cmpd="sng" w="9525">
            <a:solidFill>
              <a:schemeClr val="dk2"/>
            </a:solidFill>
            <a:prstDash val="solid"/>
            <a:round/>
            <a:headEnd len="sm" w="sm" type="none"/>
            <a:tailEnd len="sm" w="sm" type="none"/>
          </a:ln>
        </p:spPr>
      </p:pic>
      <p:pic>
        <p:nvPicPr>
          <p:cNvPr descr="Vérifier l'accessibilité de votre document Word" id="142" name="Google Shape;142;g367a3484e33_0_8"/>
          <p:cNvPicPr preferRelativeResize="0"/>
          <p:nvPr/>
        </p:nvPicPr>
        <p:blipFill rotWithShape="1">
          <a:blip r:embed="rId5">
            <a:alphaModFix/>
          </a:blip>
          <a:srcRect b="0" l="0" r="0" t="0"/>
          <a:stretch/>
        </p:blipFill>
        <p:spPr>
          <a:xfrm>
            <a:off x="6676500" y="3280900"/>
            <a:ext cx="1912757" cy="1071150"/>
          </a:xfrm>
          <a:prstGeom prst="rect">
            <a:avLst/>
          </a:prstGeom>
          <a:noFill/>
          <a:ln cap="flat" cmpd="sng" w="9525">
            <a:solidFill>
              <a:schemeClr val="dk2"/>
            </a:solidFill>
            <a:prstDash val="solid"/>
            <a:round/>
            <a:headEnd len="sm" w="sm" type="none"/>
            <a:tailEnd len="sm" w="sm" type="none"/>
          </a:ln>
        </p:spPr>
      </p:pic>
      <p:pic>
        <p:nvPicPr>
          <p:cNvPr descr="Writer libre office" id="143" name="Google Shape;143;g367a3484e33_0_8" title="download.jpg"/>
          <p:cNvPicPr preferRelativeResize="0"/>
          <p:nvPr/>
        </p:nvPicPr>
        <p:blipFill rotWithShape="1">
          <a:blip r:embed="rId6">
            <a:alphaModFix/>
          </a:blip>
          <a:srcRect b="0" l="0" r="0" t="0"/>
          <a:stretch/>
        </p:blipFill>
        <p:spPr>
          <a:xfrm>
            <a:off x="4308970" y="3280895"/>
            <a:ext cx="1201125" cy="1201125"/>
          </a:xfrm>
          <a:prstGeom prst="rect">
            <a:avLst/>
          </a:prstGeom>
          <a:noFill/>
          <a:ln cap="flat" cmpd="sng" w="9525">
            <a:solidFill>
              <a:schemeClr val="dk2"/>
            </a:solidFill>
            <a:prstDash val="solid"/>
            <a:round/>
            <a:headEnd len="sm" w="sm" type="none"/>
            <a:tailEnd len="sm" w="sm" type="none"/>
          </a:ln>
        </p:spPr>
      </p:pic>
      <p:sp>
        <p:nvSpPr>
          <p:cNvPr id="144" name="Google Shape;144;g367a3484e33_0_8"/>
          <p:cNvSpPr txBox="1"/>
          <p:nvPr/>
        </p:nvSpPr>
        <p:spPr>
          <a:xfrm>
            <a:off x="2936550" y="2086100"/>
            <a:ext cx="2593800" cy="1071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chemeClr val="dk1"/>
                </a:solidFill>
              </a:rPr>
              <a:t>Writer</a:t>
            </a:r>
            <a:endParaRPr b="1">
              <a:solidFill>
                <a:schemeClr val="dk1"/>
              </a:solidFill>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chemeClr val="dk1"/>
                </a:solidFill>
                <a:latin typeface="Arial"/>
                <a:ea typeface="Arial"/>
                <a:cs typeface="Arial"/>
                <a:sym typeface="Arial"/>
              </a:rPr>
              <a:t>30 m</a:t>
            </a:r>
            <a:r>
              <a:rPr lang="fr-FR">
                <a:solidFill>
                  <a:schemeClr val="dk1"/>
                </a:solidFill>
              </a:rPr>
              <a:t>inutes</a:t>
            </a:r>
            <a:endParaRPr b="0" i="0" sz="1400" u="none" cap="none" strike="noStrike">
              <a:solidFill>
                <a:schemeClr val="dk1"/>
              </a:solidFill>
              <a:latin typeface="Arial"/>
              <a:ea typeface="Arial"/>
              <a:cs typeface="Arial"/>
              <a:sym typeface="Arial"/>
            </a:endParaRPr>
          </a:p>
        </p:txBody>
      </p:sp>
      <p:sp>
        <p:nvSpPr>
          <p:cNvPr id="145" name="Google Shape;145;g367a3484e33_0_8"/>
          <p:cNvSpPr txBox="1"/>
          <p:nvPr/>
        </p:nvSpPr>
        <p:spPr>
          <a:xfrm>
            <a:off x="5618700" y="2086100"/>
            <a:ext cx="3000000" cy="1071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chemeClr val="dk1"/>
                </a:solidFill>
                <a:latin typeface="Arial"/>
                <a:ea typeface="Arial"/>
                <a:cs typeface="Arial"/>
                <a:sym typeface="Arial"/>
              </a:rPr>
              <a:t>Export PDF</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68041a9cdd_0_174"/>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152" name="Google Shape;152;g368041a9cdd_0_174"/>
          <p:cNvSpPr txBox="1"/>
          <p:nvPr>
            <p:ph type="title"/>
          </p:nvPr>
        </p:nvSpPr>
        <p:spPr>
          <a:xfrm>
            <a:off x="359999" y="900000"/>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t/>
            </a:r>
            <a:endParaRPr>
              <a:solidFill>
                <a:schemeClr val="dk2"/>
              </a:solidFill>
              <a:highlight>
                <a:schemeClr val="lt1"/>
              </a:highlight>
            </a:endParaRPr>
          </a:p>
        </p:txBody>
      </p:sp>
      <p:sp>
        <p:nvSpPr>
          <p:cNvPr id="153" name="Google Shape;153;g368041a9cdd_0_174"/>
          <p:cNvSpPr txBox="1"/>
          <p:nvPr>
            <p:ph idx="4" type="body"/>
          </p:nvPr>
        </p:nvSpPr>
        <p:spPr>
          <a:xfrm>
            <a:off x="360000" y="1347600"/>
            <a:ext cx="8315700" cy="288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lang="fr-FR" sz="1600">
                <a:solidFill>
                  <a:schemeClr val="dk2"/>
                </a:solidFill>
              </a:rPr>
              <a:t>Couleur et contrast minimum</a:t>
            </a:r>
            <a:endParaRPr sz="1600">
              <a:solidFill>
                <a:schemeClr val="dk2"/>
              </a:solidFill>
            </a:endParaRPr>
          </a:p>
        </p:txBody>
      </p:sp>
      <p:sp>
        <p:nvSpPr>
          <p:cNvPr id="154" name="Google Shape;154;g368041a9cdd_0_174"/>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g368041a9cdd_0_174"/>
          <p:cNvSpPr txBox="1"/>
          <p:nvPr/>
        </p:nvSpPr>
        <p:spPr>
          <a:xfrm>
            <a:off x="423275" y="1812425"/>
            <a:ext cx="5725500" cy="29712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chemeClr val="dk1"/>
              </a:buClr>
              <a:buSzPts val="1100"/>
              <a:buFont typeface="Arial"/>
              <a:buNone/>
            </a:pPr>
            <a:r>
              <a:rPr b="1" i="0" lang="fr-FR" sz="1400" u="none" cap="none" strike="noStrike">
                <a:solidFill>
                  <a:schemeClr val="dk1"/>
                </a:solidFill>
                <a:latin typeface="Arial"/>
                <a:ea typeface="Arial"/>
                <a:cs typeface="Arial"/>
                <a:sym typeface="Arial"/>
              </a:rPr>
              <a:t>En fonction de la taille et de la graisse</a:t>
            </a:r>
            <a:endParaRPr b="1" i="0" sz="1400" u="none" cap="none" strike="noStrike">
              <a:solidFill>
                <a:schemeClr val="dk1"/>
              </a:solidFill>
              <a:latin typeface="Arial"/>
              <a:ea typeface="Arial"/>
              <a:cs typeface="Arial"/>
              <a:sym typeface="Arial"/>
            </a:endParaRPr>
          </a:p>
          <a:p>
            <a:pPr indent="0" lvl="0" marL="0" marR="0" rtl="0" algn="l">
              <a:lnSpc>
                <a:spcPct val="115000"/>
              </a:lnSpc>
              <a:spcBef>
                <a:spcPts val="1000"/>
              </a:spcBef>
              <a:spcAft>
                <a:spcPts val="0"/>
              </a:spcAft>
              <a:buClr>
                <a:schemeClr val="dk1"/>
              </a:buClr>
              <a:buSzPts val="1100"/>
              <a:buFont typeface="Arial"/>
              <a:buNone/>
            </a:pPr>
            <a:r>
              <a:rPr b="0" i="0" lang="fr-FR" sz="1400" u="none" cap="none" strike="noStrike">
                <a:solidFill>
                  <a:schemeClr val="dk1"/>
                </a:solidFill>
                <a:latin typeface="Arial"/>
                <a:ea typeface="Arial"/>
                <a:cs typeface="Arial"/>
                <a:sym typeface="Arial"/>
              </a:rPr>
              <a:t>Pour du texte, y compris inséré dans une image, le contraste minimum requis dépend de la taille et de la graisse du texte :</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100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Texte normal (&lt; 18 pt  ou &lt; 14 pt gras) : 4,5:1</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100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Grand texte (≥ 18 pt ou ≥ 14 pt gras) : 3:1.</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100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Icônes informatives : 3:1</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100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Exemple d’icône avec un contraste de 1,7:1</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p:txBody>
      </p:sp>
      <p:sp>
        <p:nvSpPr>
          <p:cNvPr id="156" name="Google Shape;156;g368041a9cdd_0_174"/>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Colour Contrast Analyser : rapport entre deux couleurs permettant d'avoir un ratio de contraste et son niveau de conformité selon qu'il s'agit d'un teste normal ou d'un grand texte." id="157" name="Google Shape;157;g368041a9cdd_0_174"/>
          <p:cNvPicPr preferRelativeResize="0"/>
          <p:nvPr/>
        </p:nvPicPr>
        <p:blipFill rotWithShape="1">
          <a:blip r:embed="rId3">
            <a:alphaModFix/>
          </a:blip>
          <a:srcRect b="0" l="0" r="0" t="0"/>
          <a:stretch/>
        </p:blipFill>
        <p:spPr>
          <a:xfrm>
            <a:off x="6264000" y="1812425"/>
            <a:ext cx="2028825" cy="2752725"/>
          </a:xfrm>
          <a:prstGeom prst="rect">
            <a:avLst/>
          </a:prstGeom>
          <a:noFill/>
          <a:ln cap="flat" cmpd="sng" w="9525">
            <a:solidFill>
              <a:schemeClr val="dk2"/>
            </a:solidFill>
            <a:prstDash val="solid"/>
            <a:round/>
            <a:headEnd len="sm" w="sm" type="none"/>
            <a:tailEnd len="sm" w="sm" type="none"/>
          </a:ln>
        </p:spPr>
      </p:pic>
      <p:pic>
        <p:nvPicPr>
          <p:cNvPr descr="icone avec un contraste insuffisant." id="158" name="Google Shape;158;g368041a9cdd_0_174"/>
          <p:cNvPicPr preferRelativeResize="0"/>
          <p:nvPr/>
        </p:nvPicPr>
        <p:blipFill rotWithShape="1">
          <a:blip r:embed="rId4">
            <a:alphaModFix/>
          </a:blip>
          <a:srcRect b="0" l="0" r="0" t="0"/>
          <a:stretch/>
        </p:blipFill>
        <p:spPr>
          <a:xfrm>
            <a:off x="4672175" y="4191100"/>
            <a:ext cx="285750" cy="276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67b3d2acda_0_34"/>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165" name="Google Shape;165;g367b3d2acda_0_34"/>
          <p:cNvSpPr txBox="1"/>
          <p:nvPr>
            <p:ph type="title"/>
          </p:nvPr>
        </p:nvSpPr>
        <p:spPr>
          <a:xfrm>
            <a:off x="359999" y="900000"/>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fr-FR">
                <a:solidFill>
                  <a:schemeClr val="dk2"/>
                </a:solidFill>
                <a:highlight>
                  <a:schemeClr val="lt1"/>
                </a:highlight>
              </a:rPr>
              <a:t>L’accessibilité numérique - travaux pratique</a:t>
            </a:r>
            <a:endParaRPr>
              <a:solidFill>
                <a:schemeClr val="dk2"/>
              </a:solidFill>
              <a:highlight>
                <a:schemeClr val="lt1"/>
              </a:highlight>
            </a:endParaRPr>
          </a:p>
        </p:txBody>
      </p:sp>
      <p:sp>
        <p:nvSpPr>
          <p:cNvPr id="166" name="Google Shape;166;g367b3d2acda_0_34"/>
          <p:cNvSpPr txBox="1"/>
          <p:nvPr>
            <p:ph idx="4" type="body"/>
          </p:nvPr>
        </p:nvSpPr>
        <p:spPr>
          <a:xfrm>
            <a:off x="360000" y="1347600"/>
            <a:ext cx="8315700" cy="288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lang="fr-FR" sz="1600">
                <a:solidFill>
                  <a:schemeClr val="dk2"/>
                </a:solidFill>
              </a:rPr>
              <a:t>Image informative ou de décoration</a:t>
            </a:r>
            <a:endParaRPr sz="1600">
              <a:solidFill>
                <a:schemeClr val="dk2"/>
              </a:solidFill>
            </a:endParaRPr>
          </a:p>
        </p:txBody>
      </p:sp>
      <p:sp>
        <p:nvSpPr>
          <p:cNvPr id="167" name="Google Shape;167;g367b3d2acda_0_34"/>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g367b3d2acda_0_34"/>
          <p:cNvSpPr txBox="1"/>
          <p:nvPr/>
        </p:nvSpPr>
        <p:spPr>
          <a:xfrm>
            <a:off x="423275" y="1812425"/>
            <a:ext cx="4014000" cy="2811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fr-FR" sz="1800" u="none" cap="none" strike="noStrike">
                <a:solidFill>
                  <a:schemeClr val="dk1"/>
                </a:solidFill>
                <a:latin typeface="Arial"/>
                <a:ea typeface="Arial"/>
                <a:cs typeface="Arial"/>
                <a:sym typeface="Arial"/>
              </a:rPr>
              <a:t>Image porteuse d’information</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chemeClr val="dk1"/>
              </a:buClr>
              <a:buSzPts val="1100"/>
              <a:buFont typeface="Arial"/>
              <a:buNone/>
            </a:pPr>
            <a:r>
              <a:rPr b="0" i="0" lang="fr-FR" sz="1600" u="none" cap="none" strike="noStrike">
                <a:solidFill>
                  <a:schemeClr val="dk1"/>
                </a:solidFill>
                <a:latin typeface="Arial"/>
                <a:ea typeface="Arial"/>
                <a:cs typeface="Arial"/>
                <a:sym typeface="Arial"/>
              </a:rPr>
              <a:t>Son retrait entraîne une perte d’information (contenu, intentions, ambiance…) :</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chemeClr val="dk1"/>
              </a:buClr>
              <a:buSzPts val="1100"/>
              <a:buFont typeface="Arial"/>
              <a:buNone/>
            </a:pPr>
            <a:r>
              <a:rPr b="0" i="0" lang="fr-FR" sz="1600" u="none" cap="none" strike="noStrike">
                <a:solidFill>
                  <a:schemeClr val="dk1"/>
                </a:solidFill>
                <a:latin typeface="Arial"/>
                <a:ea typeface="Arial"/>
                <a:cs typeface="Arial"/>
                <a:sym typeface="Arial"/>
              </a:rPr>
              <a:t>→ Élaborer et implémenter un texte de remplacement : l’alternative textuelle</a:t>
            </a:r>
            <a:br>
              <a:rPr b="0" i="0" lang="fr-FR" sz="1600" u="none" cap="none" strike="noStrike">
                <a:solidFill>
                  <a:schemeClr val="dk1"/>
                </a:solidFill>
                <a:latin typeface="Arial"/>
                <a:ea typeface="Arial"/>
                <a:cs typeface="Arial"/>
                <a:sym typeface="Arial"/>
              </a:rPr>
            </a:br>
            <a:r>
              <a:rPr b="0" i="0" lang="fr-FR" sz="1600" u="none" cap="none" strike="noStrike">
                <a:solidFill>
                  <a:schemeClr val="dk1"/>
                </a:solidFill>
                <a:latin typeface="Arial"/>
                <a:ea typeface="Arial"/>
                <a:cs typeface="Arial"/>
                <a:sym typeface="Arial"/>
              </a:rPr>
              <a:t> </a:t>
            </a:r>
            <a:r>
              <a:rPr b="0" i="0" lang="fr-FR" sz="1400" u="none" cap="none" strike="noStrike">
                <a:solidFill>
                  <a:schemeClr val="dk1"/>
                </a:solidFill>
                <a:latin typeface="Arial"/>
                <a:ea typeface="Arial"/>
                <a:cs typeface="Arial"/>
                <a:sym typeface="Arial"/>
              </a:rPr>
              <a:t>claire et concise, non redondante mais complète</a:t>
            </a:r>
            <a:r>
              <a:rPr b="0" i="0" lang="fr-FR" sz="1600" u="none" cap="none" strike="noStrike">
                <a:solidFill>
                  <a:schemeClr val="dk1"/>
                </a:solidFill>
                <a:latin typeface="Arial"/>
                <a:ea typeface="Arial"/>
                <a:cs typeface="Arial"/>
                <a:sym typeface="Arial"/>
              </a:rPr>
              <a:t>.</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chemeClr val="dk1"/>
              </a:buClr>
              <a:buSzPts val="11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700"/>
              <a:buFont typeface="Arial"/>
              <a:buNone/>
            </a:pPr>
            <a:r>
              <a:t/>
            </a:r>
            <a:endParaRPr b="1" i="0" sz="1700" u="none" cap="none" strike="noStrike">
              <a:solidFill>
                <a:schemeClr val="dk1"/>
              </a:solidFill>
              <a:latin typeface="Arial"/>
              <a:ea typeface="Arial"/>
              <a:cs typeface="Arial"/>
              <a:sym typeface="Arial"/>
            </a:endParaRPr>
          </a:p>
        </p:txBody>
      </p:sp>
      <p:sp>
        <p:nvSpPr>
          <p:cNvPr id="169" name="Google Shape;169;g367b3d2acda_0_34"/>
          <p:cNvSpPr txBox="1"/>
          <p:nvPr/>
        </p:nvSpPr>
        <p:spPr>
          <a:xfrm>
            <a:off x="4572000" y="1817175"/>
            <a:ext cx="4186800" cy="2814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fr-FR" sz="1800" u="none" cap="none" strike="noStrike">
                <a:solidFill>
                  <a:schemeClr val="dk1"/>
                </a:solidFill>
                <a:latin typeface="Arial"/>
                <a:ea typeface="Arial"/>
                <a:cs typeface="Arial"/>
                <a:sym typeface="Arial"/>
              </a:rPr>
              <a:t>Image de décoration</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chemeClr val="dk1"/>
              </a:buClr>
              <a:buSzPts val="1100"/>
              <a:buFont typeface="Arial"/>
              <a:buNone/>
            </a:pPr>
            <a:r>
              <a:rPr b="0" i="0" lang="fr-FR" sz="1600" u="none" cap="none" strike="noStrike">
                <a:solidFill>
                  <a:schemeClr val="dk1"/>
                </a:solidFill>
                <a:latin typeface="Arial"/>
                <a:ea typeface="Arial"/>
                <a:cs typeface="Arial"/>
                <a:sym typeface="Arial"/>
              </a:rPr>
              <a:t>Aucune information complémentaire par rapport au texte :</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chemeClr val="dk1"/>
              </a:buClr>
              <a:buSzPts val="1100"/>
              <a:buFont typeface="Arial"/>
              <a:buNone/>
            </a:pPr>
            <a:r>
              <a:rPr b="0" i="0" lang="fr-FR" sz="1600" u="none" cap="none" strike="noStrike">
                <a:solidFill>
                  <a:schemeClr val="dk1"/>
                </a:solidFill>
                <a:latin typeface="Arial"/>
                <a:ea typeface="Arial"/>
                <a:cs typeface="Arial"/>
                <a:sym typeface="Arial"/>
              </a:rPr>
              <a:t>→ Faire en sorte qu’elle soit ignorée par les technologie d’assistance.</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681b18b913_0_65"/>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176" name="Google Shape;176;g3681b18b913_0_65"/>
          <p:cNvSpPr txBox="1"/>
          <p:nvPr>
            <p:ph type="title"/>
          </p:nvPr>
        </p:nvSpPr>
        <p:spPr>
          <a:xfrm>
            <a:off x="359999" y="900000"/>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fr-FR">
                <a:solidFill>
                  <a:schemeClr val="dk2"/>
                </a:solidFill>
                <a:highlight>
                  <a:schemeClr val="lt1"/>
                </a:highlight>
              </a:rPr>
              <a:t>L’accessibilité numérique - travaux pratique</a:t>
            </a:r>
            <a:endParaRPr>
              <a:solidFill>
                <a:schemeClr val="dk2"/>
              </a:solidFill>
              <a:highlight>
                <a:schemeClr val="lt1"/>
              </a:highlight>
            </a:endParaRPr>
          </a:p>
        </p:txBody>
      </p:sp>
      <p:sp>
        <p:nvSpPr>
          <p:cNvPr id="177" name="Google Shape;177;g3681b18b913_0_65"/>
          <p:cNvSpPr txBox="1"/>
          <p:nvPr>
            <p:ph idx="4" type="body"/>
          </p:nvPr>
        </p:nvSpPr>
        <p:spPr>
          <a:xfrm>
            <a:off x="360000" y="1347600"/>
            <a:ext cx="8315700" cy="288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lang="fr-FR" sz="1600">
                <a:solidFill>
                  <a:schemeClr val="dk1"/>
                </a:solidFill>
              </a:rPr>
              <a:t>Traitement des images - implémenter l’alternative</a:t>
            </a:r>
            <a:endParaRPr sz="1600">
              <a:solidFill>
                <a:schemeClr val="dk1"/>
              </a:solidFill>
            </a:endParaRPr>
          </a:p>
        </p:txBody>
      </p:sp>
      <p:sp>
        <p:nvSpPr>
          <p:cNvPr id="178" name="Google Shape;178;g3681b18b913_0_65"/>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g3681b18b913_0_65"/>
          <p:cNvSpPr txBox="1"/>
          <p:nvPr/>
        </p:nvSpPr>
        <p:spPr>
          <a:xfrm>
            <a:off x="423275" y="1812425"/>
            <a:ext cx="4014000" cy="2811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Word</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200"/>
              <a:buFont typeface="Arial"/>
              <a:buNone/>
            </a:pPr>
            <a:r>
              <a:rPr b="0" i="0" lang="fr-FR" sz="1200" u="none" cap="none" strike="noStrike">
                <a:solidFill>
                  <a:schemeClr val="dk1"/>
                </a:solidFill>
                <a:latin typeface="Arial"/>
                <a:ea typeface="Arial"/>
                <a:cs typeface="Arial"/>
                <a:sym typeface="Arial"/>
              </a:rPr>
              <a:t>Clic droit sur l’image → Modifier le texte de remplacement </a:t>
            </a:r>
            <a:endParaRPr b="0" i="0" sz="1200" u="none" cap="none" strike="noStrike">
              <a:solidFill>
                <a:schemeClr val="dk1"/>
              </a:solidFill>
              <a:latin typeface="Arial"/>
              <a:ea typeface="Arial"/>
              <a:cs typeface="Arial"/>
              <a:sym typeface="Arial"/>
            </a:endParaRPr>
          </a:p>
          <a:p>
            <a:pPr indent="-304800" lvl="0" marL="457200" marR="0" rtl="0" algn="l">
              <a:lnSpc>
                <a:spcPct val="115000"/>
              </a:lnSpc>
              <a:spcBef>
                <a:spcPts val="500"/>
              </a:spcBef>
              <a:spcAft>
                <a:spcPts val="0"/>
              </a:spcAft>
              <a:buClr>
                <a:schemeClr val="dk1"/>
              </a:buClr>
              <a:buSzPts val="1200"/>
              <a:buFont typeface="Arial"/>
              <a:buChar char="●"/>
            </a:pPr>
            <a:r>
              <a:rPr b="0" i="0" lang="fr-FR" sz="1200" u="none" cap="none" strike="noStrike">
                <a:solidFill>
                  <a:schemeClr val="dk1"/>
                </a:solidFill>
                <a:latin typeface="Arial"/>
                <a:ea typeface="Arial"/>
                <a:cs typeface="Arial"/>
                <a:sym typeface="Arial"/>
              </a:rPr>
              <a:t>Remplir la zone de saisie ;</a:t>
            </a:r>
            <a:endParaRPr b="0" i="0" sz="1200" u="none" cap="none" strike="noStrike">
              <a:solidFill>
                <a:schemeClr val="dk1"/>
              </a:solidFill>
              <a:latin typeface="Arial"/>
              <a:ea typeface="Arial"/>
              <a:cs typeface="Arial"/>
              <a:sym typeface="Arial"/>
            </a:endParaRPr>
          </a:p>
          <a:p>
            <a:pPr indent="-304800" lvl="0" marL="457200" marR="0" rtl="0" algn="l">
              <a:lnSpc>
                <a:spcPct val="115000"/>
              </a:lnSpc>
              <a:spcBef>
                <a:spcPts val="0"/>
              </a:spcBef>
              <a:spcAft>
                <a:spcPts val="0"/>
              </a:spcAft>
              <a:buClr>
                <a:schemeClr val="dk1"/>
              </a:buClr>
              <a:buSzPts val="1200"/>
              <a:buFont typeface="Arial"/>
              <a:buChar char="●"/>
            </a:pPr>
            <a:r>
              <a:rPr b="0" i="0" lang="fr-FR" sz="1200" u="none" cap="none" strike="noStrike">
                <a:solidFill>
                  <a:schemeClr val="dk1"/>
                </a:solidFill>
                <a:latin typeface="Arial"/>
                <a:ea typeface="Arial"/>
                <a:cs typeface="Arial"/>
                <a:sym typeface="Arial"/>
              </a:rPr>
              <a:t>Ou cocher la case « Marquer comme</a:t>
            </a:r>
            <a:endParaRPr b="0" i="0" sz="1200" u="none" cap="none" strike="noStrike">
              <a:solidFill>
                <a:schemeClr val="dk1"/>
              </a:solidFill>
              <a:latin typeface="Arial"/>
              <a:ea typeface="Arial"/>
              <a:cs typeface="Arial"/>
              <a:sym typeface="Arial"/>
            </a:endParaRPr>
          </a:p>
          <a:p>
            <a:pPr indent="-304800" lvl="0" marL="457200" marR="0" rtl="0" algn="l">
              <a:lnSpc>
                <a:spcPct val="115000"/>
              </a:lnSpc>
              <a:spcBef>
                <a:spcPts val="0"/>
              </a:spcBef>
              <a:spcAft>
                <a:spcPts val="0"/>
              </a:spcAft>
              <a:buClr>
                <a:schemeClr val="dk1"/>
              </a:buClr>
              <a:buSzPts val="1200"/>
              <a:buFont typeface="Arial"/>
              <a:buChar char="●"/>
            </a:pPr>
            <a:r>
              <a:rPr b="0" i="0" lang="fr-FR" sz="1200" u="none" cap="none" strike="noStrike">
                <a:solidFill>
                  <a:schemeClr val="dk1"/>
                </a:solidFill>
                <a:latin typeface="Arial"/>
                <a:ea typeface="Arial"/>
                <a:cs typeface="Arial"/>
                <a:sym typeface="Arial"/>
              </a:rPr>
              <a:t>décoratif »</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50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p:txBody>
      </p:sp>
      <p:sp>
        <p:nvSpPr>
          <p:cNvPr id="180" name="Google Shape;180;g3681b18b913_0_65"/>
          <p:cNvSpPr txBox="1"/>
          <p:nvPr/>
        </p:nvSpPr>
        <p:spPr>
          <a:xfrm>
            <a:off x="4572000" y="1817175"/>
            <a:ext cx="4186800" cy="2814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Writer</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0" i="0" lang="fr-FR" sz="1200" u="none" cap="none" strike="noStrike">
                <a:solidFill>
                  <a:schemeClr val="dk1"/>
                </a:solidFill>
                <a:latin typeface="Arial"/>
                <a:ea typeface="Arial"/>
                <a:cs typeface="Arial"/>
                <a:sym typeface="Arial"/>
              </a:rPr>
              <a:t>Clic droit sur l’image → Propriétés → Option </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200"/>
              <a:buFont typeface="Arial"/>
              <a:buNone/>
            </a:pPr>
            <a:r>
              <a:rPr b="0" i="0" lang="fr-FR" sz="1200" u="none" cap="none" strike="noStrike">
                <a:solidFill>
                  <a:schemeClr val="dk1"/>
                </a:solidFill>
                <a:latin typeface="Arial"/>
                <a:ea typeface="Arial"/>
                <a:cs typeface="Arial"/>
                <a:sym typeface="Arial"/>
              </a:rPr>
              <a:t>Puis valoriser le champ Alternative (texte seul) et le champ Description si besoin.</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p:txBody>
      </p:sp>
      <p:pic>
        <p:nvPicPr>
          <p:cNvPr descr="Décoratif" id="181" name="Google Shape;181;g3681b18b913_0_65" title="1.png"/>
          <p:cNvPicPr preferRelativeResize="0"/>
          <p:nvPr/>
        </p:nvPicPr>
        <p:blipFill rotWithShape="1">
          <a:blip r:embed="rId3">
            <a:alphaModFix/>
          </a:blip>
          <a:srcRect b="0" l="0" r="0" t="0"/>
          <a:stretch/>
        </p:blipFill>
        <p:spPr>
          <a:xfrm>
            <a:off x="461375" y="3759263"/>
            <a:ext cx="1853623" cy="595200"/>
          </a:xfrm>
          <a:prstGeom prst="rect">
            <a:avLst/>
          </a:prstGeom>
          <a:noFill/>
          <a:ln>
            <a:noFill/>
          </a:ln>
        </p:spPr>
      </p:pic>
      <p:pic>
        <p:nvPicPr>
          <p:cNvPr descr="Décoratif" id="182" name="Google Shape;182;g3681b18b913_0_65" title="2.png"/>
          <p:cNvPicPr preferRelativeResize="0"/>
          <p:nvPr/>
        </p:nvPicPr>
        <p:blipFill rotWithShape="1">
          <a:blip r:embed="rId4">
            <a:alphaModFix/>
          </a:blip>
          <a:srcRect b="0" l="0" r="0" t="0"/>
          <a:stretch/>
        </p:blipFill>
        <p:spPr>
          <a:xfrm>
            <a:off x="2394275" y="3194849"/>
            <a:ext cx="1853625" cy="1553269"/>
          </a:xfrm>
          <a:prstGeom prst="rect">
            <a:avLst/>
          </a:prstGeom>
          <a:noFill/>
          <a:ln>
            <a:noFill/>
          </a:ln>
        </p:spPr>
      </p:pic>
      <p:pic>
        <p:nvPicPr>
          <p:cNvPr descr="Décoratif" id="183" name="Google Shape;183;g3681b18b913_0_65" title="4.png"/>
          <p:cNvPicPr preferRelativeResize="0"/>
          <p:nvPr/>
        </p:nvPicPr>
        <p:blipFill rotWithShape="1">
          <a:blip r:embed="rId5">
            <a:alphaModFix/>
          </a:blip>
          <a:srcRect b="0" l="0" r="0" t="0"/>
          <a:stretch/>
        </p:blipFill>
        <p:spPr>
          <a:xfrm>
            <a:off x="4767450" y="3194850"/>
            <a:ext cx="3795900" cy="1248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67b3d2acda_0_15"/>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190" name="Google Shape;190;g367b3d2acda_0_15"/>
          <p:cNvSpPr txBox="1"/>
          <p:nvPr>
            <p:ph type="title"/>
          </p:nvPr>
        </p:nvSpPr>
        <p:spPr>
          <a:xfrm>
            <a:off x="359999" y="900000"/>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fr-FR">
                <a:solidFill>
                  <a:schemeClr val="dk2"/>
                </a:solidFill>
                <a:highlight>
                  <a:schemeClr val="lt1"/>
                </a:highlight>
              </a:rPr>
              <a:t>L’accessibilité numérique - travaux pratique</a:t>
            </a:r>
            <a:endParaRPr>
              <a:solidFill>
                <a:schemeClr val="dk2"/>
              </a:solidFill>
              <a:highlight>
                <a:schemeClr val="lt1"/>
              </a:highlight>
            </a:endParaRPr>
          </a:p>
        </p:txBody>
      </p:sp>
      <p:sp>
        <p:nvSpPr>
          <p:cNvPr id="191" name="Google Shape;191;g367b3d2acda_0_15"/>
          <p:cNvSpPr txBox="1"/>
          <p:nvPr>
            <p:ph idx="4" type="body"/>
          </p:nvPr>
        </p:nvSpPr>
        <p:spPr>
          <a:xfrm>
            <a:off x="360000" y="1347600"/>
            <a:ext cx="8315700" cy="288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lang="fr-FR" sz="1600">
                <a:solidFill>
                  <a:schemeClr val="dk1"/>
                </a:solidFill>
              </a:rPr>
              <a:t>Toujours compléter les métadonnées</a:t>
            </a:r>
            <a:endParaRPr sz="1600">
              <a:solidFill>
                <a:schemeClr val="dk1"/>
              </a:solidFill>
            </a:endParaRPr>
          </a:p>
        </p:txBody>
      </p:sp>
      <p:sp>
        <p:nvSpPr>
          <p:cNvPr id="192" name="Google Shape;192;g367b3d2acda_0_15"/>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g367b3d2acda_0_15"/>
          <p:cNvSpPr txBox="1"/>
          <p:nvPr/>
        </p:nvSpPr>
        <p:spPr>
          <a:xfrm>
            <a:off x="423275" y="1812425"/>
            <a:ext cx="8360700" cy="2811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600"/>
              <a:buFont typeface="Arial"/>
              <a:buNone/>
            </a:pPr>
            <a:r>
              <a:rPr b="0" i="0" lang="fr-FR" sz="1600" u="none" cap="none" strike="noStrike">
                <a:solidFill>
                  <a:schemeClr val="dk1"/>
                </a:solidFill>
                <a:latin typeface="Arial"/>
                <a:ea typeface="Arial"/>
                <a:cs typeface="Arial"/>
                <a:sym typeface="Arial"/>
              </a:rPr>
              <a:t>Pour les lecteurs d’écran le </a:t>
            </a:r>
            <a:r>
              <a:rPr b="1" i="0" lang="fr-FR" sz="1600" u="none" cap="none" strike="noStrike">
                <a:solidFill>
                  <a:schemeClr val="dk1"/>
                </a:solidFill>
                <a:latin typeface="Arial"/>
                <a:ea typeface="Arial"/>
                <a:cs typeface="Arial"/>
                <a:sym typeface="Arial"/>
              </a:rPr>
              <a:t>Titre du document</a:t>
            </a:r>
            <a:r>
              <a:rPr b="0" i="0" lang="fr-FR" sz="1600" u="none" cap="none" strike="noStrike">
                <a:solidFill>
                  <a:schemeClr val="dk1"/>
                </a:solidFill>
                <a:latin typeface="Arial"/>
                <a:ea typeface="Arial"/>
                <a:cs typeface="Arial"/>
                <a:sym typeface="Arial"/>
              </a:rPr>
              <a:t> n’est ni pas le «Titre» (Word) ou «Titre principal» (Writer) des styles proposés :</a:t>
            </a:r>
            <a:endParaRPr b="0" i="0" sz="1600" u="none" cap="none" strike="noStrike">
              <a:solidFill>
                <a:schemeClr val="dk1"/>
              </a:solidFill>
              <a:latin typeface="Arial"/>
              <a:ea typeface="Arial"/>
              <a:cs typeface="Arial"/>
              <a:sym typeface="Arial"/>
            </a:endParaRPr>
          </a:p>
          <a:p>
            <a:pPr indent="-330200" lvl="0" marL="457200" marR="0" rtl="0" algn="l">
              <a:lnSpc>
                <a:spcPct val="150000"/>
              </a:lnSpc>
              <a:spcBef>
                <a:spcPts val="500"/>
              </a:spcBef>
              <a:spcAft>
                <a:spcPts val="0"/>
              </a:spcAft>
              <a:buClr>
                <a:schemeClr val="dk1"/>
              </a:buClr>
              <a:buSzPts val="1600"/>
              <a:buFont typeface="Arial"/>
              <a:buChar char="●"/>
            </a:pPr>
            <a:r>
              <a:rPr b="0" i="0" lang="fr-FR" sz="1600" u="none" cap="none" strike="noStrike">
                <a:solidFill>
                  <a:schemeClr val="dk1"/>
                </a:solidFill>
                <a:latin typeface="Arial"/>
                <a:ea typeface="Arial"/>
                <a:cs typeface="Arial"/>
                <a:sym typeface="Arial"/>
              </a:rPr>
              <a:t>C’est le «Titre» indiqué dans les métadonnées du document ou à défaut, le nom du fichier (pas toujours pertinent).</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500"/>
              </a:spcBef>
              <a:spcAft>
                <a:spcPts val="0"/>
              </a:spcAft>
              <a:buClr>
                <a:srgbClr val="000000"/>
              </a:buClr>
              <a:buSzPts val="1600"/>
              <a:buFont typeface="Arial"/>
              <a:buNone/>
            </a:pPr>
            <a:r>
              <a:rPr b="0" i="0" lang="fr-FR" sz="1600" u="none" cap="none" strike="noStrike">
                <a:solidFill>
                  <a:schemeClr val="dk1"/>
                </a:solidFill>
                <a:latin typeface="Arial"/>
                <a:ea typeface="Arial"/>
                <a:cs typeface="Arial"/>
                <a:sym typeface="Arial"/>
              </a:rPr>
              <a:t>Pour permettre aux lecteurs d’écran d’utiliser la synthèse vocale adaptée et d’assurer une lecture correcte du contenu.</a:t>
            </a:r>
            <a:endParaRPr b="0" i="0" sz="1600" u="none" cap="none" strike="noStrike">
              <a:solidFill>
                <a:schemeClr val="dk1"/>
              </a:solidFill>
              <a:latin typeface="Arial"/>
              <a:ea typeface="Arial"/>
              <a:cs typeface="Arial"/>
              <a:sym typeface="Arial"/>
            </a:endParaRPr>
          </a:p>
          <a:p>
            <a:pPr indent="-330200" lvl="0" marL="457200" marR="0" rtl="0" algn="l">
              <a:lnSpc>
                <a:spcPct val="150000"/>
              </a:lnSpc>
              <a:spcBef>
                <a:spcPts val="500"/>
              </a:spcBef>
              <a:spcAft>
                <a:spcPts val="0"/>
              </a:spcAft>
              <a:buClr>
                <a:schemeClr val="dk1"/>
              </a:buClr>
              <a:buSzPts val="1600"/>
              <a:buFont typeface="Arial"/>
              <a:buChar char="●"/>
            </a:pPr>
            <a:r>
              <a:rPr b="0" i="0" lang="fr-FR" sz="1600" u="none" cap="none" strike="noStrike">
                <a:solidFill>
                  <a:schemeClr val="dk1"/>
                </a:solidFill>
                <a:latin typeface="Arial"/>
                <a:ea typeface="Arial"/>
                <a:cs typeface="Arial"/>
                <a:sym typeface="Arial"/>
              </a:rPr>
              <a:t>Indiquer </a:t>
            </a:r>
            <a:r>
              <a:rPr b="1" i="0" lang="fr-FR" sz="1600" u="none" cap="none" strike="noStrike">
                <a:solidFill>
                  <a:schemeClr val="dk1"/>
                </a:solidFill>
                <a:latin typeface="Arial"/>
                <a:ea typeface="Arial"/>
                <a:cs typeface="Arial"/>
                <a:sym typeface="Arial"/>
              </a:rPr>
              <a:t>la langue principale du document</a:t>
            </a:r>
            <a:r>
              <a:rPr b="0" i="0" lang="fr-FR" sz="1600" u="none" cap="none" strike="noStrike">
                <a:solidFill>
                  <a:schemeClr val="dk1"/>
                </a:solidFill>
                <a:latin typeface="Arial"/>
                <a:ea typeface="Arial"/>
                <a:cs typeface="Arial"/>
                <a:sym typeface="Arial"/>
              </a:rPr>
              <a:t> dans les métadonnées. </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50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700"/>
              <a:buFont typeface="Arial"/>
              <a:buNone/>
            </a:pPr>
            <a:r>
              <a:t/>
            </a:r>
            <a:endParaRPr b="1" i="0" sz="17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681b18b913_0_46"/>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200" name="Google Shape;200;g3681b18b913_0_46"/>
          <p:cNvSpPr txBox="1"/>
          <p:nvPr>
            <p:ph type="title"/>
          </p:nvPr>
        </p:nvSpPr>
        <p:spPr>
          <a:xfrm>
            <a:off x="359999" y="900000"/>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fr-FR">
                <a:solidFill>
                  <a:schemeClr val="dk2"/>
                </a:solidFill>
                <a:highlight>
                  <a:schemeClr val="lt1"/>
                </a:highlight>
              </a:rPr>
              <a:t>L’accessibilité numérique - travaux pratique</a:t>
            </a:r>
            <a:endParaRPr>
              <a:solidFill>
                <a:schemeClr val="dk2"/>
              </a:solidFill>
              <a:highlight>
                <a:schemeClr val="lt1"/>
              </a:highlight>
            </a:endParaRPr>
          </a:p>
        </p:txBody>
      </p:sp>
      <p:sp>
        <p:nvSpPr>
          <p:cNvPr id="201" name="Google Shape;201;g3681b18b913_0_46"/>
          <p:cNvSpPr txBox="1"/>
          <p:nvPr>
            <p:ph idx="4" type="body"/>
          </p:nvPr>
        </p:nvSpPr>
        <p:spPr>
          <a:xfrm>
            <a:off x="360000" y="1347600"/>
            <a:ext cx="8315700" cy="288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lang="fr-FR" sz="1600">
                <a:solidFill>
                  <a:schemeClr val="dk1"/>
                </a:solidFill>
              </a:rPr>
              <a:t>Ajouter un titre au “Document-texte-non-accessible” </a:t>
            </a:r>
            <a:endParaRPr sz="1600">
              <a:solidFill>
                <a:schemeClr val="dk1"/>
              </a:solidFill>
            </a:endParaRPr>
          </a:p>
        </p:txBody>
      </p:sp>
      <p:sp>
        <p:nvSpPr>
          <p:cNvPr id="202" name="Google Shape;202;g3681b18b913_0_46"/>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g3681b18b913_0_46"/>
          <p:cNvSpPr txBox="1"/>
          <p:nvPr/>
        </p:nvSpPr>
        <p:spPr>
          <a:xfrm>
            <a:off x="423275" y="1812425"/>
            <a:ext cx="3901500" cy="2811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fr-FR" sz="1800" u="none" cap="none" strike="noStrike">
                <a:solidFill>
                  <a:schemeClr val="dk1"/>
                </a:solidFill>
                <a:latin typeface="Arial"/>
                <a:ea typeface="Arial"/>
                <a:cs typeface="Arial"/>
                <a:sym typeface="Arial"/>
              </a:rPr>
              <a:t>Word</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chemeClr val="dk1"/>
              </a:buClr>
              <a:buSzPts val="1100"/>
              <a:buFont typeface="Arial"/>
              <a:buNone/>
            </a:pPr>
            <a:r>
              <a:rPr b="0" i="0" lang="fr-FR" sz="1800" u="none" cap="none" strike="noStrike">
                <a:solidFill>
                  <a:schemeClr val="dk1"/>
                </a:solidFill>
                <a:latin typeface="Arial"/>
                <a:ea typeface="Arial"/>
                <a:cs typeface="Arial"/>
                <a:sym typeface="Arial"/>
              </a:rPr>
              <a:t>Fichier → Informations → Propriétés → Titre : Ajouter un titre</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700"/>
              <a:buFont typeface="Arial"/>
              <a:buNone/>
            </a:pPr>
            <a:r>
              <a:t/>
            </a:r>
            <a:endParaRPr b="1" i="0" sz="1700" u="none" cap="none" strike="noStrike">
              <a:solidFill>
                <a:schemeClr val="dk1"/>
              </a:solidFill>
              <a:latin typeface="Arial"/>
              <a:ea typeface="Arial"/>
              <a:cs typeface="Arial"/>
              <a:sym typeface="Arial"/>
            </a:endParaRPr>
          </a:p>
        </p:txBody>
      </p:sp>
      <p:sp>
        <p:nvSpPr>
          <p:cNvPr id="204" name="Google Shape;204;g3681b18b913_0_46"/>
          <p:cNvSpPr txBox="1"/>
          <p:nvPr/>
        </p:nvSpPr>
        <p:spPr>
          <a:xfrm>
            <a:off x="4891825" y="1817175"/>
            <a:ext cx="3867000" cy="2814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fr-FR" sz="1800" u="none" cap="none" strike="noStrike">
                <a:solidFill>
                  <a:schemeClr val="dk1"/>
                </a:solidFill>
                <a:latin typeface="Arial"/>
                <a:ea typeface="Arial"/>
                <a:cs typeface="Arial"/>
                <a:sym typeface="Arial"/>
              </a:rPr>
              <a:t>Writer</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fr-FR" sz="1800" u="none" cap="none" strike="noStrike">
                <a:solidFill>
                  <a:schemeClr val="dk1"/>
                </a:solidFill>
                <a:latin typeface="Arial"/>
                <a:ea typeface="Arial"/>
                <a:cs typeface="Arial"/>
                <a:sym typeface="Arial"/>
              </a:rPr>
              <a:t>Fichier → Propriétés → Description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0" i="0" lang="fr-FR" sz="1800" u="none" cap="none" strike="noStrike">
                <a:solidFill>
                  <a:schemeClr val="dk1"/>
                </a:solidFill>
                <a:latin typeface="Arial"/>
                <a:ea typeface="Arial"/>
                <a:cs typeface="Arial"/>
                <a:sym typeface="Arial"/>
              </a:rPr>
              <a:t>→ Titre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dk1"/>
              </a:solidFill>
              <a:latin typeface="Arial"/>
              <a:ea typeface="Arial"/>
              <a:cs typeface="Arial"/>
              <a:sym typeface="Arial"/>
            </a:endParaRPr>
          </a:p>
        </p:txBody>
      </p:sp>
      <p:pic>
        <p:nvPicPr>
          <p:cNvPr descr="Capture d'écran word insertion titre" id="205" name="Google Shape;205;g3681b18b913_0_46" title="titre-word.png"/>
          <p:cNvPicPr preferRelativeResize="0"/>
          <p:nvPr/>
        </p:nvPicPr>
        <p:blipFill rotWithShape="1">
          <a:blip r:embed="rId3">
            <a:alphaModFix/>
          </a:blip>
          <a:srcRect b="0" l="0" r="0" t="0"/>
          <a:stretch/>
        </p:blipFill>
        <p:spPr>
          <a:xfrm>
            <a:off x="888700" y="2889550"/>
            <a:ext cx="2830425" cy="1664950"/>
          </a:xfrm>
          <a:prstGeom prst="rect">
            <a:avLst/>
          </a:prstGeom>
          <a:noFill/>
          <a:ln>
            <a:noFill/>
          </a:ln>
        </p:spPr>
      </p:pic>
      <p:pic>
        <p:nvPicPr>
          <p:cNvPr descr="Capture d'écran writer insertion titre" id="206" name="Google Shape;206;g3681b18b913_0_46" title="titre-writer.png"/>
          <p:cNvPicPr preferRelativeResize="0"/>
          <p:nvPr/>
        </p:nvPicPr>
        <p:blipFill rotWithShape="1">
          <a:blip r:embed="rId4">
            <a:alphaModFix/>
          </a:blip>
          <a:srcRect b="0" l="0" r="0" t="0"/>
          <a:stretch/>
        </p:blipFill>
        <p:spPr>
          <a:xfrm>
            <a:off x="5243900" y="2889550"/>
            <a:ext cx="3000000" cy="1630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67b3d2acda_0_52"/>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213" name="Google Shape;213;g367b3d2acda_0_52"/>
          <p:cNvSpPr txBox="1"/>
          <p:nvPr>
            <p:ph type="title"/>
          </p:nvPr>
        </p:nvSpPr>
        <p:spPr>
          <a:xfrm>
            <a:off x="359999" y="900000"/>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fr-FR">
                <a:solidFill>
                  <a:schemeClr val="dk2"/>
                </a:solidFill>
                <a:highlight>
                  <a:schemeClr val="lt1"/>
                </a:highlight>
              </a:rPr>
              <a:t>L’accessibilité numérique - travaux pratique</a:t>
            </a:r>
            <a:endParaRPr>
              <a:solidFill>
                <a:schemeClr val="dk2"/>
              </a:solidFill>
              <a:highlight>
                <a:schemeClr val="lt1"/>
              </a:highlight>
            </a:endParaRPr>
          </a:p>
        </p:txBody>
      </p:sp>
      <p:sp>
        <p:nvSpPr>
          <p:cNvPr id="214" name="Google Shape;214;g367b3d2acda_0_52"/>
          <p:cNvSpPr txBox="1"/>
          <p:nvPr>
            <p:ph idx="4" type="body"/>
          </p:nvPr>
        </p:nvSpPr>
        <p:spPr>
          <a:xfrm>
            <a:off x="360000" y="1347600"/>
            <a:ext cx="8315700" cy="288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lang="fr-FR" sz="1600">
                <a:solidFill>
                  <a:schemeClr val="dk1"/>
                </a:solidFill>
              </a:rPr>
              <a:t>Définir la langue du document “Document-texte-non-accessible” </a:t>
            </a:r>
            <a:endParaRPr sz="1600">
              <a:solidFill>
                <a:schemeClr val="dk1"/>
              </a:solidFill>
            </a:endParaRPr>
          </a:p>
        </p:txBody>
      </p:sp>
      <p:sp>
        <p:nvSpPr>
          <p:cNvPr id="215" name="Google Shape;215;g367b3d2acda_0_52"/>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g367b3d2acda_0_52"/>
          <p:cNvSpPr txBox="1"/>
          <p:nvPr/>
        </p:nvSpPr>
        <p:spPr>
          <a:xfrm>
            <a:off x="423275" y="1812425"/>
            <a:ext cx="3901500" cy="2811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Word</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800"/>
              <a:buFont typeface="Arial"/>
              <a:buNone/>
            </a:pPr>
            <a:r>
              <a:rPr b="0" i="0" lang="fr-FR" sz="1800" u="none" cap="none" strike="noStrike">
                <a:solidFill>
                  <a:schemeClr val="dk1"/>
                </a:solidFill>
                <a:latin typeface="Arial"/>
                <a:ea typeface="Arial"/>
                <a:cs typeface="Arial"/>
                <a:sym typeface="Arial"/>
              </a:rPr>
              <a:t>La langue du document ou du texte sélectionné apparaît dans la barre d’état (en bas de la fenêtre).</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700"/>
              <a:buFont typeface="Arial"/>
              <a:buNone/>
            </a:pPr>
            <a:r>
              <a:t/>
            </a:r>
            <a:endParaRPr b="1" i="0" sz="1700" u="none" cap="none" strike="noStrike">
              <a:solidFill>
                <a:schemeClr val="dk1"/>
              </a:solidFill>
              <a:latin typeface="Arial"/>
              <a:ea typeface="Arial"/>
              <a:cs typeface="Arial"/>
              <a:sym typeface="Arial"/>
            </a:endParaRPr>
          </a:p>
        </p:txBody>
      </p:sp>
      <p:sp>
        <p:nvSpPr>
          <p:cNvPr id="217" name="Google Shape;217;g367b3d2acda_0_52"/>
          <p:cNvSpPr txBox="1"/>
          <p:nvPr/>
        </p:nvSpPr>
        <p:spPr>
          <a:xfrm>
            <a:off x="4891825" y="1817175"/>
            <a:ext cx="3867000" cy="2814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Writer</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800"/>
              <a:buFont typeface="Arial"/>
              <a:buNone/>
            </a:pPr>
            <a:r>
              <a:rPr b="0" i="0" lang="fr-FR" sz="1800" u="none" cap="none" strike="noStrike">
                <a:solidFill>
                  <a:schemeClr val="dk1"/>
                </a:solidFill>
                <a:latin typeface="Arial"/>
                <a:ea typeface="Arial"/>
                <a:cs typeface="Arial"/>
                <a:sym typeface="Arial"/>
              </a:rPr>
              <a:t>La langue du document ou du texte sélectionné apparaît dans la barre d’état (en bas de la fenêtre).</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dk1"/>
              </a:solidFill>
              <a:latin typeface="Arial"/>
              <a:ea typeface="Arial"/>
              <a:cs typeface="Arial"/>
              <a:sym typeface="Arial"/>
            </a:endParaRPr>
          </a:p>
        </p:txBody>
      </p:sp>
      <p:pic>
        <p:nvPicPr>
          <p:cNvPr descr="Capture d'écran Word pour définir la langue" id="218" name="Google Shape;218;g367b3d2acda_0_52"/>
          <p:cNvPicPr preferRelativeResize="0"/>
          <p:nvPr/>
        </p:nvPicPr>
        <p:blipFill rotWithShape="1">
          <a:blip r:embed="rId3">
            <a:alphaModFix/>
          </a:blip>
          <a:srcRect b="0" l="0" r="0" t="0"/>
          <a:stretch/>
        </p:blipFill>
        <p:spPr>
          <a:xfrm>
            <a:off x="1560300" y="3706800"/>
            <a:ext cx="1362075" cy="276225"/>
          </a:xfrm>
          <a:prstGeom prst="rect">
            <a:avLst/>
          </a:prstGeom>
          <a:noFill/>
          <a:ln>
            <a:noFill/>
          </a:ln>
        </p:spPr>
      </p:pic>
      <p:pic>
        <p:nvPicPr>
          <p:cNvPr descr="Capture d'écran Writer pour définir la langue" id="219" name="Google Shape;219;g367b3d2acda_0_52"/>
          <p:cNvPicPr preferRelativeResize="0"/>
          <p:nvPr/>
        </p:nvPicPr>
        <p:blipFill rotWithShape="1">
          <a:blip r:embed="rId4">
            <a:alphaModFix/>
          </a:blip>
          <a:srcRect b="0" l="0" r="0" t="0"/>
          <a:stretch/>
        </p:blipFill>
        <p:spPr>
          <a:xfrm>
            <a:off x="5639463" y="3808550"/>
            <a:ext cx="2371725" cy="2095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68041a9cdd_0_97"/>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226" name="Google Shape;226;g368041a9cdd_0_97"/>
          <p:cNvSpPr txBox="1"/>
          <p:nvPr>
            <p:ph type="title"/>
          </p:nvPr>
        </p:nvSpPr>
        <p:spPr>
          <a:xfrm>
            <a:off x="359999" y="900000"/>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fr-FR">
                <a:solidFill>
                  <a:schemeClr val="dk2"/>
                </a:solidFill>
                <a:highlight>
                  <a:schemeClr val="lt1"/>
                </a:highlight>
              </a:rPr>
              <a:t>L’accessibilité numérique - travaux pratique</a:t>
            </a:r>
            <a:endParaRPr>
              <a:solidFill>
                <a:schemeClr val="dk2"/>
              </a:solidFill>
              <a:highlight>
                <a:schemeClr val="lt1"/>
              </a:highlight>
            </a:endParaRPr>
          </a:p>
        </p:txBody>
      </p:sp>
      <p:sp>
        <p:nvSpPr>
          <p:cNvPr id="227" name="Google Shape;227;g368041a9cdd_0_97"/>
          <p:cNvSpPr txBox="1"/>
          <p:nvPr>
            <p:ph idx="4" type="body"/>
          </p:nvPr>
        </p:nvSpPr>
        <p:spPr>
          <a:xfrm>
            <a:off x="360000" y="1347600"/>
            <a:ext cx="8315700" cy="288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lang="fr-FR" sz="1600">
                <a:solidFill>
                  <a:schemeClr val="dk1"/>
                </a:solidFill>
              </a:rPr>
              <a:t>Utilisation des styles pour la sémantique - affichage et utilisation</a:t>
            </a: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00000"/>
              </a:lnSpc>
              <a:spcBef>
                <a:spcPts val="0"/>
              </a:spcBef>
              <a:spcAft>
                <a:spcPts val="0"/>
              </a:spcAft>
              <a:buSzPts val="1100"/>
              <a:buNone/>
            </a:pPr>
            <a:r>
              <a:t/>
            </a:r>
            <a:endParaRPr sz="1600">
              <a:solidFill>
                <a:schemeClr val="dk1"/>
              </a:solidFill>
            </a:endParaRPr>
          </a:p>
        </p:txBody>
      </p:sp>
      <p:sp>
        <p:nvSpPr>
          <p:cNvPr id="228" name="Google Shape;228;g368041a9cdd_0_97"/>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g368041a9cdd_0_97"/>
          <p:cNvSpPr txBox="1"/>
          <p:nvPr/>
        </p:nvSpPr>
        <p:spPr>
          <a:xfrm>
            <a:off x="423275" y="1812425"/>
            <a:ext cx="4095000" cy="2811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Word</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chemeClr val="dk1"/>
              </a:buClr>
              <a:buSzPts val="1100"/>
              <a:buFont typeface="Arial"/>
              <a:buNone/>
            </a:pPr>
            <a:r>
              <a:rPr b="0" i="0" lang="fr-FR" sz="1400" u="none" cap="none" strike="noStrike">
                <a:solidFill>
                  <a:schemeClr val="dk1"/>
                </a:solidFill>
                <a:latin typeface="Arial"/>
                <a:ea typeface="Arial"/>
                <a:cs typeface="Arial"/>
                <a:sym typeface="Arial"/>
              </a:rPr>
              <a:t>Ouverture du volet de styles :</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60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Accueil → Styles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chemeClr val="dk1"/>
              </a:buClr>
              <a:buSzPts val="1100"/>
              <a:buFont typeface="Arial"/>
              <a:buNone/>
            </a:pPr>
            <a:r>
              <a:rPr b="0" i="0" lang="fr-FR" sz="1400" u="none" cap="none" strike="noStrike">
                <a:solidFill>
                  <a:schemeClr val="dk1"/>
                </a:solidFill>
                <a:latin typeface="Arial"/>
                <a:ea typeface="Arial"/>
                <a:cs typeface="Arial"/>
                <a:sym typeface="Arial"/>
              </a:rPr>
              <a:t>Créer / modifier un style :</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60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Bouton sous le volet de style</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chemeClr val="dk1"/>
              </a:buClr>
              <a:buSzPts val="1100"/>
              <a:buFont typeface="Arial"/>
              <a:buNone/>
            </a:pPr>
            <a:r>
              <a:rPr b="0" i="0" lang="fr-FR" sz="1400" u="none" cap="none" strike="noStrike">
                <a:solidFill>
                  <a:schemeClr val="dk1"/>
                </a:solidFill>
                <a:latin typeface="Arial"/>
                <a:ea typeface="Arial"/>
                <a:cs typeface="Arial"/>
                <a:sym typeface="Arial"/>
              </a:rPr>
              <a:t>Appliquer un style depuis :</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60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La barre de «Accueil»</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Le volet de «Styles»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chemeClr val="dk1"/>
              </a:buClr>
              <a:buSzPts val="11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700"/>
              <a:buFont typeface="Arial"/>
              <a:buNone/>
            </a:pPr>
            <a:r>
              <a:t/>
            </a:r>
            <a:endParaRPr b="1" i="0" sz="1700" u="none" cap="none" strike="noStrike">
              <a:solidFill>
                <a:schemeClr val="dk1"/>
              </a:solidFill>
              <a:latin typeface="Arial"/>
              <a:ea typeface="Arial"/>
              <a:cs typeface="Arial"/>
              <a:sym typeface="Arial"/>
            </a:endParaRPr>
          </a:p>
        </p:txBody>
      </p:sp>
      <p:sp>
        <p:nvSpPr>
          <p:cNvPr id="230" name="Google Shape;230;g368041a9cdd_0_97"/>
          <p:cNvSpPr txBox="1"/>
          <p:nvPr/>
        </p:nvSpPr>
        <p:spPr>
          <a:xfrm>
            <a:off x="4663750" y="1817175"/>
            <a:ext cx="4095000" cy="2814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Writer</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chemeClr val="dk1"/>
              </a:buClr>
              <a:buSzPts val="1100"/>
              <a:buFont typeface="Arial"/>
              <a:buNone/>
            </a:pPr>
            <a:r>
              <a:rPr b="0" i="0" lang="fr-FR" sz="1400" u="none" cap="none" strike="noStrike">
                <a:solidFill>
                  <a:schemeClr val="dk1"/>
                </a:solidFill>
                <a:latin typeface="Arial"/>
                <a:ea typeface="Arial"/>
                <a:cs typeface="Arial"/>
                <a:sym typeface="Arial"/>
              </a:rPr>
              <a:t>Ouverture du volet de styles :</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60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Styles→ Gérer les styles(ou F11)</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chemeClr val="dk1"/>
              </a:buClr>
              <a:buSzPts val="1100"/>
              <a:buFont typeface="Arial"/>
              <a:buNone/>
            </a:pPr>
            <a:r>
              <a:rPr b="0" i="0" lang="fr-FR" sz="1400" u="none" cap="none" strike="noStrike">
                <a:solidFill>
                  <a:schemeClr val="dk1"/>
                </a:solidFill>
                <a:latin typeface="Arial"/>
                <a:ea typeface="Arial"/>
                <a:cs typeface="Arial"/>
                <a:sym typeface="Arial"/>
              </a:rPr>
              <a:t>Créer / modifier un style :</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60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Clic droit sur le style à modifier</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chemeClr val="dk1"/>
              </a:buClr>
              <a:buSzPts val="1100"/>
              <a:buFont typeface="Arial"/>
              <a:buNone/>
            </a:pPr>
            <a:r>
              <a:rPr b="0" i="0" lang="fr-FR" sz="1400" u="none" cap="none" strike="noStrike">
                <a:solidFill>
                  <a:schemeClr val="dk1"/>
                </a:solidFill>
                <a:latin typeface="Arial"/>
                <a:ea typeface="Arial"/>
                <a:cs typeface="Arial"/>
                <a:sym typeface="Arial"/>
              </a:rPr>
              <a:t>Appliquer un style depuis :</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60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La barre de «Formatage»</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Le volet de «Styles»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68041a9cdd_0_120"/>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237" name="Google Shape;237;g368041a9cdd_0_120"/>
          <p:cNvSpPr txBox="1"/>
          <p:nvPr>
            <p:ph type="title"/>
          </p:nvPr>
        </p:nvSpPr>
        <p:spPr>
          <a:xfrm>
            <a:off x="359999" y="900000"/>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fr-FR">
                <a:solidFill>
                  <a:schemeClr val="dk2"/>
                </a:solidFill>
                <a:highlight>
                  <a:schemeClr val="lt1"/>
                </a:highlight>
              </a:rPr>
              <a:t>L’accessibilité numérique - travaux pratique</a:t>
            </a:r>
            <a:endParaRPr>
              <a:solidFill>
                <a:schemeClr val="dk2"/>
              </a:solidFill>
              <a:highlight>
                <a:schemeClr val="lt1"/>
              </a:highlight>
            </a:endParaRPr>
          </a:p>
        </p:txBody>
      </p:sp>
      <p:sp>
        <p:nvSpPr>
          <p:cNvPr id="238" name="Google Shape;238;g368041a9cdd_0_120"/>
          <p:cNvSpPr txBox="1"/>
          <p:nvPr>
            <p:ph idx="4" type="body"/>
          </p:nvPr>
        </p:nvSpPr>
        <p:spPr>
          <a:xfrm>
            <a:off x="360000" y="1347600"/>
            <a:ext cx="8315700" cy="288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lang="fr-FR" sz="1600">
                <a:solidFill>
                  <a:schemeClr val="dk1"/>
                </a:solidFill>
              </a:rPr>
              <a:t>Niveau de titre - Hiérarchie de titre par les styles</a:t>
            </a:r>
            <a:endParaRPr sz="1600">
              <a:solidFill>
                <a:schemeClr val="dk1"/>
              </a:solidFill>
            </a:endParaRPr>
          </a:p>
        </p:txBody>
      </p:sp>
      <p:sp>
        <p:nvSpPr>
          <p:cNvPr id="239" name="Google Shape;239;g368041a9cdd_0_120"/>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g368041a9cdd_0_120"/>
          <p:cNvSpPr txBox="1"/>
          <p:nvPr/>
        </p:nvSpPr>
        <p:spPr>
          <a:xfrm>
            <a:off x="423275" y="1812425"/>
            <a:ext cx="8424000" cy="29712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600"/>
              </a:spcBef>
              <a:spcAft>
                <a:spcPts val="0"/>
              </a:spcAft>
              <a:buClr>
                <a:schemeClr val="dk1"/>
              </a:buClr>
              <a:buSzPts val="1100"/>
              <a:buFont typeface="Arial"/>
              <a:buNone/>
            </a:pPr>
            <a:r>
              <a:rPr b="0" i="0" lang="fr-FR" sz="1800" u="none" cap="none" strike="noStrike">
                <a:solidFill>
                  <a:schemeClr val="dk1"/>
                </a:solidFill>
                <a:latin typeface="Arial"/>
                <a:ea typeface="Arial"/>
                <a:cs typeface="Arial"/>
                <a:sym typeface="Arial"/>
              </a:rPr>
              <a:t>Différencier le titre principal du document (et sous-titre)</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600"/>
              </a:spcBef>
              <a:spcAft>
                <a:spcPts val="0"/>
              </a:spcAft>
              <a:buClr>
                <a:schemeClr val="dk1"/>
              </a:buClr>
              <a:buSzPts val="1800"/>
              <a:buFont typeface="Arial"/>
              <a:buChar char="●"/>
            </a:pPr>
            <a:r>
              <a:rPr b="0" i="0" lang="fr-FR" sz="1800" u="none" cap="none" strike="noStrike">
                <a:solidFill>
                  <a:schemeClr val="dk1"/>
                </a:solidFill>
                <a:latin typeface="Arial"/>
                <a:ea typeface="Arial"/>
                <a:cs typeface="Arial"/>
                <a:sym typeface="Arial"/>
              </a:rPr>
              <a:t>«Titre» (Word)</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Char char="●"/>
            </a:pPr>
            <a:r>
              <a:rPr b="0" i="0" lang="fr-FR" sz="1800" u="none" cap="none" strike="noStrike">
                <a:solidFill>
                  <a:schemeClr val="dk1"/>
                </a:solidFill>
                <a:latin typeface="Arial"/>
                <a:ea typeface="Arial"/>
                <a:cs typeface="Arial"/>
                <a:sym typeface="Arial"/>
              </a:rPr>
              <a:t>«Titre principal» (Writer) des titres de hiérarchisation du contenu (titre 1, titre2)</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Char char="●"/>
            </a:pPr>
            <a:r>
              <a:rPr b="0" i="0" lang="fr-FR" sz="1800" u="none" cap="none" strike="noStrike">
                <a:solidFill>
                  <a:schemeClr val="dk1"/>
                </a:solidFill>
                <a:latin typeface="Arial"/>
                <a:ea typeface="Arial"/>
                <a:cs typeface="Arial"/>
                <a:sym typeface="Arial"/>
              </a:rPr>
              <a:t>Commencer par un titre 1</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Char char="●"/>
            </a:pPr>
            <a:r>
              <a:rPr b="0" i="0" lang="fr-FR" sz="1800" u="none" cap="none" strike="noStrike">
                <a:solidFill>
                  <a:schemeClr val="dk1"/>
                </a:solidFill>
                <a:latin typeface="Arial"/>
                <a:ea typeface="Arial"/>
                <a:cs typeface="Arial"/>
                <a:sym typeface="Arial"/>
              </a:rPr>
              <a:t>Éviter les sauts de titre (ex. : ne pas insérer un titre 4 après un titre 2).</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Char char="●"/>
            </a:pPr>
            <a:r>
              <a:rPr b="0" i="0" lang="fr-FR" sz="1800" u="none" cap="none" strike="noStrike">
                <a:solidFill>
                  <a:schemeClr val="dk1"/>
                </a:solidFill>
                <a:latin typeface="Arial"/>
                <a:ea typeface="Arial"/>
                <a:cs typeface="Arial"/>
                <a:sym typeface="Arial"/>
              </a:rPr>
              <a:t>Se limiter au titre de niveau 6 maximum</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800"/>
              <a:buFont typeface="Arial"/>
              <a:buNone/>
            </a:pPr>
            <a:r>
              <a:rPr b="0" i="0" lang="fr-FR" sz="1800" u="none" cap="none" strike="noStrike">
                <a:solidFill>
                  <a:schemeClr val="dk1"/>
                </a:solidFill>
                <a:latin typeface="Arial"/>
                <a:ea typeface="Arial"/>
                <a:cs typeface="Arial"/>
                <a:sym typeface="Arial"/>
              </a:rPr>
              <a:t>Limitation liée à l’export des documents (PDF, HTML).</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300"/>
              <a:buFont typeface="Arial"/>
              <a:buNone/>
            </a:pPr>
            <a:r>
              <a:t/>
            </a:r>
            <a:endParaRPr b="1" i="0" sz="13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300"/>
              <a:buFont typeface="Arial"/>
              <a:buNone/>
            </a:pPr>
            <a:r>
              <a:t/>
            </a:r>
            <a:endParaRPr b="1" i="0" sz="13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68041a9cdd_0_85"/>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247" name="Google Shape;247;g368041a9cdd_0_85"/>
          <p:cNvSpPr txBox="1"/>
          <p:nvPr>
            <p:ph type="title"/>
          </p:nvPr>
        </p:nvSpPr>
        <p:spPr>
          <a:xfrm>
            <a:off x="359999" y="900000"/>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fr-FR">
                <a:solidFill>
                  <a:schemeClr val="dk2"/>
                </a:solidFill>
                <a:highlight>
                  <a:schemeClr val="lt1"/>
                </a:highlight>
              </a:rPr>
              <a:t>L’accessibilité numérique - travaux pratique</a:t>
            </a:r>
            <a:endParaRPr>
              <a:solidFill>
                <a:schemeClr val="dk2"/>
              </a:solidFill>
              <a:highlight>
                <a:schemeClr val="lt1"/>
              </a:highlight>
            </a:endParaRPr>
          </a:p>
        </p:txBody>
      </p:sp>
      <p:sp>
        <p:nvSpPr>
          <p:cNvPr id="248" name="Google Shape;248;g368041a9cdd_0_85"/>
          <p:cNvSpPr txBox="1"/>
          <p:nvPr>
            <p:ph idx="4" type="body"/>
          </p:nvPr>
        </p:nvSpPr>
        <p:spPr>
          <a:xfrm>
            <a:off x="360000" y="1347600"/>
            <a:ext cx="8315700" cy="288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lang="fr-FR" sz="1600">
                <a:solidFill>
                  <a:schemeClr val="dk1"/>
                </a:solidFill>
              </a:rPr>
              <a:t>Titres et numérotation des titres</a:t>
            </a:r>
            <a:endParaRPr sz="1600">
              <a:solidFill>
                <a:schemeClr val="dk1"/>
              </a:solidFill>
            </a:endParaRPr>
          </a:p>
          <a:p>
            <a:pPr indent="0" lvl="0" marL="0" rtl="0" algn="l">
              <a:lnSpc>
                <a:spcPct val="100000"/>
              </a:lnSpc>
              <a:spcBef>
                <a:spcPts val="0"/>
              </a:spcBef>
              <a:spcAft>
                <a:spcPts val="0"/>
              </a:spcAft>
              <a:buSzPts val="1100"/>
              <a:buNone/>
            </a:pPr>
            <a:r>
              <a:t/>
            </a: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00000"/>
              </a:lnSpc>
              <a:spcBef>
                <a:spcPts val="0"/>
              </a:spcBef>
              <a:spcAft>
                <a:spcPts val="0"/>
              </a:spcAft>
              <a:buSzPts val="1100"/>
              <a:buNone/>
            </a:pPr>
            <a:r>
              <a:t/>
            </a:r>
            <a:endParaRPr sz="1600">
              <a:solidFill>
                <a:schemeClr val="dk1"/>
              </a:solidFill>
            </a:endParaRPr>
          </a:p>
        </p:txBody>
      </p:sp>
      <p:sp>
        <p:nvSpPr>
          <p:cNvPr id="249" name="Google Shape;249;g368041a9cdd_0_85"/>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g368041a9cdd_0_85"/>
          <p:cNvSpPr txBox="1"/>
          <p:nvPr/>
        </p:nvSpPr>
        <p:spPr>
          <a:xfrm>
            <a:off x="423275" y="1812425"/>
            <a:ext cx="4050300" cy="29712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Word</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chemeClr val="dk1"/>
              </a:buClr>
              <a:buSzPts val="1100"/>
              <a:buFont typeface="Arial"/>
              <a:buNone/>
            </a:pPr>
            <a:r>
              <a:rPr b="0" i="0" lang="fr-FR" sz="1200" u="none" cap="none" strike="noStrike">
                <a:solidFill>
                  <a:schemeClr val="dk1"/>
                </a:solidFill>
                <a:latin typeface="Arial"/>
                <a:ea typeface="Arial"/>
                <a:cs typeface="Arial"/>
                <a:sym typeface="Arial"/>
              </a:rPr>
              <a:t>Accueil → Paragraphe → Numérotation</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200"/>
              <a:buFont typeface="Arial"/>
              <a:buNone/>
            </a:pPr>
            <a:r>
              <a:rPr b="0" i="0" lang="fr-FR" sz="1200" u="none" cap="none" strike="noStrike">
                <a:solidFill>
                  <a:schemeClr val="dk1"/>
                </a:solidFill>
                <a:latin typeface="Arial"/>
                <a:ea typeface="Arial"/>
                <a:cs typeface="Arial"/>
                <a:sym typeface="Arial"/>
              </a:rPr>
              <a:t>Pour modifier le style : </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chemeClr val="dk1"/>
              </a:buClr>
              <a:buSzPts val="1100"/>
              <a:buFont typeface="Arial"/>
              <a:buNone/>
            </a:pPr>
            <a:r>
              <a:rPr b="0" i="0" lang="fr-FR" sz="1200" u="none" cap="none" strike="noStrike">
                <a:solidFill>
                  <a:schemeClr val="dk1"/>
                </a:solidFill>
                <a:latin typeface="Arial"/>
                <a:ea typeface="Arial"/>
                <a:cs typeface="Arial"/>
                <a:sym typeface="Arial"/>
              </a:rPr>
              <a:t>Puis «Définir une nouvelle liste à plusieurs niveaux»</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700"/>
              <a:buFont typeface="Arial"/>
              <a:buNone/>
            </a:pPr>
            <a:r>
              <a:t/>
            </a:r>
            <a:endParaRPr b="1" i="0" sz="1700" u="none" cap="none" strike="noStrike">
              <a:solidFill>
                <a:schemeClr val="dk1"/>
              </a:solidFill>
              <a:latin typeface="Arial"/>
              <a:ea typeface="Arial"/>
              <a:cs typeface="Arial"/>
              <a:sym typeface="Arial"/>
            </a:endParaRPr>
          </a:p>
        </p:txBody>
      </p:sp>
      <p:sp>
        <p:nvSpPr>
          <p:cNvPr id="251" name="Google Shape;251;g368041a9cdd_0_85"/>
          <p:cNvSpPr txBox="1"/>
          <p:nvPr/>
        </p:nvSpPr>
        <p:spPr>
          <a:xfrm>
            <a:off x="4891825" y="1817175"/>
            <a:ext cx="3867000" cy="2814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Writer</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200"/>
              <a:buFont typeface="Arial"/>
              <a:buNone/>
            </a:pPr>
            <a:r>
              <a:rPr b="0" i="0" lang="fr-FR" sz="1200" u="none" cap="none" strike="noStrike">
                <a:solidFill>
                  <a:schemeClr val="dk1"/>
                </a:solidFill>
                <a:latin typeface="Arial"/>
                <a:ea typeface="Arial"/>
                <a:cs typeface="Arial"/>
                <a:sym typeface="Arial"/>
              </a:rPr>
              <a:t>Outils → Numérotation des chapitres</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dk1"/>
              </a:solidFill>
              <a:latin typeface="Arial"/>
              <a:ea typeface="Arial"/>
              <a:cs typeface="Arial"/>
              <a:sym typeface="Arial"/>
            </a:endParaRPr>
          </a:p>
        </p:txBody>
      </p:sp>
      <p:pic>
        <p:nvPicPr>
          <p:cNvPr descr="image décorative" id="252" name="Google Shape;252;g368041a9cdd_0_85" title="titre-writer.png"/>
          <p:cNvPicPr preferRelativeResize="0"/>
          <p:nvPr/>
        </p:nvPicPr>
        <p:blipFill rotWithShape="1">
          <a:blip r:embed="rId3">
            <a:alphaModFix/>
          </a:blip>
          <a:srcRect b="0" l="0" r="0" t="0"/>
          <a:stretch/>
        </p:blipFill>
        <p:spPr>
          <a:xfrm>
            <a:off x="4932025" y="2651950"/>
            <a:ext cx="3609725" cy="1773676"/>
          </a:xfrm>
          <a:prstGeom prst="rect">
            <a:avLst/>
          </a:prstGeom>
          <a:noFill/>
          <a:ln>
            <a:noFill/>
          </a:ln>
        </p:spPr>
      </p:pic>
      <p:pic>
        <p:nvPicPr>
          <p:cNvPr descr="image décorative" id="253" name="Google Shape;253;g368041a9cdd_0_85" title="word-titre-1.png"/>
          <p:cNvPicPr preferRelativeResize="0"/>
          <p:nvPr/>
        </p:nvPicPr>
        <p:blipFill rotWithShape="1">
          <a:blip r:embed="rId4">
            <a:alphaModFix/>
          </a:blip>
          <a:srcRect b="0" l="0" r="0" t="0"/>
          <a:stretch/>
        </p:blipFill>
        <p:spPr>
          <a:xfrm>
            <a:off x="2294000" y="1996050"/>
            <a:ext cx="2095500" cy="266700"/>
          </a:xfrm>
          <a:prstGeom prst="rect">
            <a:avLst/>
          </a:prstGeom>
          <a:noFill/>
          <a:ln>
            <a:noFill/>
          </a:ln>
        </p:spPr>
      </p:pic>
      <p:pic>
        <p:nvPicPr>
          <p:cNvPr descr="image décorative" id="254" name="Google Shape;254;g368041a9cdd_0_85" title="word-titre-2.png"/>
          <p:cNvPicPr preferRelativeResize="0"/>
          <p:nvPr/>
        </p:nvPicPr>
        <p:blipFill rotWithShape="1">
          <a:blip r:embed="rId5">
            <a:alphaModFix/>
          </a:blip>
          <a:srcRect b="0" l="0" r="0" t="0"/>
          <a:stretch/>
        </p:blipFill>
        <p:spPr>
          <a:xfrm>
            <a:off x="3416300" y="2462913"/>
            <a:ext cx="1057275" cy="333375"/>
          </a:xfrm>
          <a:prstGeom prst="rect">
            <a:avLst/>
          </a:prstGeom>
          <a:noFill/>
          <a:ln>
            <a:noFill/>
          </a:ln>
        </p:spPr>
      </p:pic>
      <p:pic>
        <p:nvPicPr>
          <p:cNvPr id="255" name="Google Shape;255;g368041a9cdd_0_85" title="word-titre3.png"/>
          <p:cNvPicPr preferRelativeResize="0"/>
          <p:nvPr/>
        </p:nvPicPr>
        <p:blipFill rotWithShape="1">
          <a:blip r:embed="rId6">
            <a:alphaModFix/>
          </a:blip>
          <a:srcRect b="0" l="0" r="0" t="0"/>
          <a:stretch/>
        </p:blipFill>
        <p:spPr>
          <a:xfrm>
            <a:off x="488400" y="3043200"/>
            <a:ext cx="3429000" cy="361950"/>
          </a:xfrm>
          <a:prstGeom prst="rect">
            <a:avLst/>
          </a:prstGeom>
          <a:noFill/>
          <a:ln>
            <a:noFill/>
          </a:ln>
        </p:spPr>
      </p:pic>
      <p:pic>
        <p:nvPicPr>
          <p:cNvPr descr="image décorative" id="256" name="Google Shape;256;g368041a9cdd_0_85" title="word-titre-4.png"/>
          <p:cNvPicPr preferRelativeResize="0"/>
          <p:nvPr/>
        </p:nvPicPr>
        <p:blipFill rotWithShape="1">
          <a:blip r:embed="rId7">
            <a:alphaModFix/>
          </a:blip>
          <a:srcRect b="0" l="0" r="0" t="0"/>
          <a:stretch/>
        </p:blipFill>
        <p:spPr>
          <a:xfrm>
            <a:off x="488400" y="3462224"/>
            <a:ext cx="2538875" cy="12650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368041a9cdd_0_110"/>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263" name="Google Shape;263;g368041a9cdd_0_110"/>
          <p:cNvSpPr txBox="1"/>
          <p:nvPr>
            <p:ph type="title"/>
          </p:nvPr>
        </p:nvSpPr>
        <p:spPr>
          <a:xfrm>
            <a:off x="359999" y="900000"/>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fr-FR">
                <a:solidFill>
                  <a:schemeClr val="dk2"/>
                </a:solidFill>
                <a:highlight>
                  <a:schemeClr val="lt1"/>
                </a:highlight>
              </a:rPr>
              <a:t>L’accessibilité numérique - travaux pratique</a:t>
            </a:r>
            <a:endParaRPr>
              <a:solidFill>
                <a:schemeClr val="dk2"/>
              </a:solidFill>
              <a:highlight>
                <a:schemeClr val="lt1"/>
              </a:highlight>
            </a:endParaRPr>
          </a:p>
        </p:txBody>
      </p:sp>
      <p:sp>
        <p:nvSpPr>
          <p:cNvPr id="264" name="Google Shape;264;g368041a9cdd_0_110"/>
          <p:cNvSpPr txBox="1"/>
          <p:nvPr>
            <p:ph idx="4" type="body"/>
          </p:nvPr>
        </p:nvSpPr>
        <p:spPr>
          <a:xfrm>
            <a:off x="360000" y="1347600"/>
            <a:ext cx="8315700" cy="288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lang="fr-FR" sz="1600">
                <a:solidFill>
                  <a:schemeClr val="dk1"/>
                </a:solidFill>
              </a:rPr>
              <a:t>Volet de navigation - appliquer les titres et les visualiser dans le Volet de navigation</a:t>
            </a:r>
            <a:endParaRPr sz="1600">
              <a:solidFill>
                <a:schemeClr val="dk1"/>
              </a:solidFill>
            </a:endParaRPr>
          </a:p>
        </p:txBody>
      </p:sp>
      <p:sp>
        <p:nvSpPr>
          <p:cNvPr id="265" name="Google Shape;265;g368041a9cdd_0_110"/>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368041a9cdd_0_110"/>
          <p:cNvSpPr txBox="1"/>
          <p:nvPr/>
        </p:nvSpPr>
        <p:spPr>
          <a:xfrm>
            <a:off x="423275" y="1636500"/>
            <a:ext cx="4021800" cy="30792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Word</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500"/>
              </a:spcBef>
              <a:spcAft>
                <a:spcPts val="0"/>
              </a:spcAft>
              <a:buClr>
                <a:schemeClr val="dk1"/>
              </a:buClr>
              <a:buSzPts val="1100"/>
              <a:buFont typeface="Arial"/>
              <a:buNone/>
            </a:pPr>
            <a:r>
              <a:rPr b="0" i="0" lang="fr-FR" sz="1200" u="none" cap="none" strike="noStrike">
                <a:solidFill>
                  <a:schemeClr val="dk1"/>
                </a:solidFill>
                <a:latin typeface="Arial"/>
                <a:ea typeface="Arial"/>
                <a:cs typeface="Arial"/>
                <a:sym typeface="Arial"/>
              </a:rPr>
              <a:t>Affichage → (case à cocher)</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fr-FR" sz="1200" u="none" cap="none" strike="noStrike">
                <a:solidFill>
                  <a:schemeClr val="dk1"/>
                </a:solidFill>
                <a:latin typeface="Arial"/>
                <a:ea typeface="Arial"/>
                <a:cs typeface="Arial"/>
                <a:sym typeface="Arial"/>
              </a:rPr>
              <a:t>Volet de navigation → Onglet Titres</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1" i="0" sz="17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700"/>
              <a:buFont typeface="Arial"/>
              <a:buNone/>
            </a:pPr>
            <a:r>
              <a:t/>
            </a:r>
            <a:endParaRPr b="1" i="0" sz="1700" u="none" cap="none" strike="noStrike">
              <a:solidFill>
                <a:schemeClr val="dk1"/>
              </a:solidFill>
              <a:latin typeface="Arial"/>
              <a:ea typeface="Arial"/>
              <a:cs typeface="Arial"/>
              <a:sym typeface="Arial"/>
            </a:endParaRPr>
          </a:p>
        </p:txBody>
      </p:sp>
      <p:sp>
        <p:nvSpPr>
          <p:cNvPr id="267" name="Google Shape;267;g368041a9cdd_0_110"/>
          <p:cNvSpPr txBox="1"/>
          <p:nvPr/>
        </p:nvSpPr>
        <p:spPr>
          <a:xfrm>
            <a:off x="4737025" y="1636500"/>
            <a:ext cx="4021800" cy="3147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Writer</a:t>
            </a:r>
            <a:endParaRPr b="1" i="0" sz="1800" u="none" cap="none" strike="noStrike">
              <a:solidFill>
                <a:schemeClr val="dk1"/>
              </a:solidFill>
              <a:latin typeface="Arial"/>
              <a:ea typeface="Arial"/>
              <a:cs typeface="Arial"/>
              <a:sym typeface="Arial"/>
            </a:endParaRPr>
          </a:p>
          <a:p>
            <a:pPr indent="-304800" lvl="0" marL="457200" marR="0" rtl="0" algn="l">
              <a:lnSpc>
                <a:spcPct val="100000"/>
              </a:lnSpc>
              <a:spcBef>
                <a:spcPts val="600"/>
              </a:spcBef>
              <a:spcAft>
                <a:spcPts val="0"/>
              </a:spcAft>
              <a:buClr>
                <a:schemeClr val="dk1"/>
              </a:buClr>
              <a:buSzPts val="1200"/>
              <a:buFont typeface="Arial"/>
              <a:buChar char="●"/>
            </a:pPr>
            <a:r>
              <a:rPr b="0" i="0" lang="fr-FR" sz="1200" u="none" cap="none" strike="noStrike">
                <a:solidFill>
                  <a:schemeClr val="dk1"/>
                </a:solidFill>
                <a:latin typeface="Arial"/>
                <a:ea typeface="Arial"/>
                <a:cs typeface="Arial"/>
                <a:sym typeface="Arial"/>
              </a:rPr>
              <a:t>Volet latéral → Navigateur</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fr-FR" sz="1200" u="none" cap="none" strike="noStrike">
                <a:solidFill>
                  <a:schemeClr val="dk1"/>
                </a:solidFill>
                <a:latin typeface="Arial"/>
                <a:ea typeface="Arial"/>
                <a:cs typeface="Arial"/>
                <a:sym typeface="Arial"/>
              </a:rPr>
              <a:t>Pour réafficher le volet latéral : Affichage→ Volet latéral (ou Ctrl + F5)</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dk1"/>
              </a:solidFill>
              <a:latin typeface="Arial"/>
              <a:ea typeface="Arial"/>
              <a:cs typeface="Arial"/>
              <a:sym typeface="Arial"/>
            </a:endParaRPr>
          </a:p>
        </p:txBody>
      </p:sp>
      <p:pic>
        <p:nvPicPr>
          <p:cNvPr descr="image décorative" id="268" name="Google Shape;268;g368041a9cdd_0_110" title="nav1_writer.png"/>
          <p:cNvPicPr preferRelativeResize="0"/>
          <p:nvPr/>
        </p:nvPicPr>
        <p:blipFill rotWithShape="1">
          <a:blip r:embed="rId3">
            <a:alphaModFix/>
          </a:blip>
          <a:srcRect b="0" l="0" r="0" t="0"/>
          <a:stretch/>
        </p:blipFill>
        <p:spPr>
          <a:xfrm>
            <a:off x="5497450" y="2756563"/>
            <a:ext cx="2809875" cy="1914525"/>
          </a:xfrm>
          <a:prstGeom prst="rect">
            <a:avLst/>
          </a:prstGeom>
          <a:noFill/>
          <a:ln>
            <a:noFill/>
          </a:ln>
        </p:spPr>
      </p:pic>
      <p:pic>
        <p:nvPicPr>
          <p:cNvPr descr="image décorative" id="269" name="Google Shape;269;g368041a9cdd_0_110" title="nav-1-w.png"/>
          <p:cNvPicPr preferRelativeResize="0"/>
          <p:nvPr/>
        </p:nvPicPr>
        <p:blipFill rotWithShape="1">
          <a:blip r:embed="rId4">
            <a:alphaModFix/>
          </a:blip>
          <a:srcRect b="0" l="0" r="0" t="0"/>
          <a:stretch/>
        </p:blipFill>
        <p:spPr>
          <a:xfrm>
            <a:off x="560875" y="2756575"/>
            <a:ext cx="1619250" cy="571500"/>
          </a:xfrm>
          <a:prstGeom prst="rect">
            <a:avLst/>
          </a:prstGeom>
          <a:noFill/>
          <a:ln>
            <a:noFill/>
          </a:ln>
        </p:spPr>
      </p:pic>
      <p:pic>
        <p:nvPicPr>
          <p:cNvPr descr="image décorative" id="270" name="Google Shape;270;g368041a9cdd_0_110" title="nav-2-word.png"/>
          <p:cNvPicPr preferRelativeResize="0"/>
          <p:nvPr/>
        </p:nvPicPr>
        <p:blipFill rotWithShape="1">
          <a:blip r:embed="rId5">
            <a:alphaModFix/>
          </a:blip>
          <a:srcRect b="0" l="0" r="0" t="0"/>
          <a:stretch/>
        </p:blipFill>
        <p:spPr>
          <a:xfrm>
            <a:off x="2444150" y="2655650"/>
            <a:ext cx="1947950" cy="2021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368041a9cdd_0_249"/>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277" name="Google Shape;277;g368041a9cdd_0_249"/>
          <p:cNvSpPr txBox="1"/>
          <p:nvPr>
            <p:ph type="title"/>
          </p:nvPr>
        </p:nvSpPr>
        <p:spPr>
          <a:xfrm>
            <a:off x="359999" y="900000"/>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fr-FR">
                <a:solidFill>
                  <a:schemeClr val="dk2"/>
                </a:solidFill>
                <a:highlight>
                  <a:schemeClr val="lt1"/>
                </a:highlight>
              </a:rPr>
              <a:t>L’accessibilité numérique - travaux pratique</a:t>
            </a:r>
            <a:endParaRPr>
              <a:solidFill>
                <a:schemeClr val="dk2"/>
              </a:solidFill>
              <a:highlight>
                <a:schemeClr val="lt1"/>
              </a:highlight>
            </a:endParaRPr>
          </a:p>
        </p:txBody>
      </p:sp>
      <p:sp>
        <p:nvSpPr>
          <p:cNvPr id="278" name="Google Shape;278;g368041a9cdd_0_249"/>
          <p:cNvSpPr txBox="1"/>
          <p:nvPr>
            <p:ph idx="4" type="body"/>
          </p:nvPr>
        </p:nvSpPr>
        <p:spPr>
          <a:xfrm>
            <a:off x="360000" y="1303350"/>
            <a:ext cx="8315700" cy="288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lang="fr-FR" sz="1600">
                <a:solidFill>
                  <a:schemeClr val="dk1"/>
                </a:solidFill>
              </a:rPr>
              <a:t>Génération de la table des matières</a:t>
            </a:r>
            <a:endParaRPr sz="1600">
              <a:solidFill>
                <a:schemeClr val="dk1"/>
              </a:solidFill>
            </a:endParaRPr>
          </a:p>
        </p:txBody>
      </p:sp>
      <p:sp>
        <p:nvSpPr>
          <p:cNvPr id="279" name="Google Shape;279;g368041a9cdd_0_249"/>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g368041a9cdd_0_249"/>
          <p:cNvSpPr txBox="1"/>
          <p:nvPr/>
        </p:nvSpPr>
        <p:spPr>
          <a:xfrm>
            <a:off x="360000" y="1592250"/>
            <a:ext cx="4129200" cy="3042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Word</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chemeClr val="dk1"/>
              </a:buClr>
              <a:buSzPts val="1100"/>
              <a:buFont typeface="Arial"/>
              <a:buNone/>
            </a:pPr>
            <a:r>
              <a:rPr b="0" i="0" lang="fr-FR" sz="1400" u="none" cap="none" strike="noStrike">
                <a:solidFill>
                  <a:schemeClr val="dk1"/>
                </a:solidFill>
                <a:latin typeface="Arial"/>
                <a:ea typeface="Arial"/>
                <a:cs typeface="Arial"/>
                <a:sym typeface="Arial"/>
              </a:rPr>
              <a:t>Références → Table des matières → Table des matières personnalisées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700"/>
              <a:buFont typeface="Arial"/>
              <a:buNone/>
            </a:pPr>
            <a:r>
              <a:t/>
            </a:r>
            <a:endParaRPr b="1" i="0" sz="17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700"/>
              <a:buFont typeface="Arial"/>
              <a:buNone/>
            </a:pPr>
            <a:r>
              <a:t/>
            </a:r>
            <a:endParaRPr b="1" i="0" sz="1700" u="none" cap="none" strike="noStrike">
              <a:solidFill>
                <a:schemeClr val="dk1"/>
              </a:solidFill>
              <a:latin typeface="Arial"/>
              <a:ea typeface="Arial"/>
              <a:cs typeface="Arial"/>
              <a:sym typeface="Arial"/>
            </a:endParaRPr>
          </a:p>
        </p:txBody>
      </p:sp>
      <p:sp>
        <p:nvSpPr>
          <p:cNvPr id="281" name="Google Shape;281;g368041a9cdd_0_249"/>
          <p:cNvSpPr txBox="1"/>
          <p:nvPr/>
        </p:nvSpPr>
        <p:spPr>
          <a:xfrm>
            <a:off x="4737025" y="1592250"/>
            <a:ext cx="4021800" cy="31911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Writer</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400"/>
              <a:buFont typeface="Arial"/>
              <a:buNone/>
            </a:pPr>
            <a:r>
              <a:rPr b="0" i="0" lang="fr-FR" sz="1400" u="none" cap="none" strike="noStrike">
                <a:solidFill>
                  <a:schemeClr val="dk1"/>
                </a:solidFill>
                <a:latin typeface="Arial"/>
                <a:ea typeface="Arial"/>
                <a:cs typeface="Arial"/>
                <a:sym typeface="Arial"/>
              </a:rPr>
              <a:t>Insertion → Table des matières et index → Table des matières, index ou bibliographie</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dk1"/>
              </a:solidFill>
              <a:latin typeface="Arial"/>
              <a:ea typeface="Arial"/>
              <a:cs typeface="Arial"/>
              <a:sym typeface="Arial"/>
            </a:endParaRPr>
          </a:p>
        </p:txBody>
      </p:sp>
      <p:pic>
        <p:nvPicPr>
          <p:cNvPr descr="image décorative" id="282" name="Google Shape;282;g368041a9cdd_0_249" title="sommaire-word.png"/>
          <p:cNvPicPr preferRelativeResize="0"/>
          <p:nvPr/>
        </p:nvPicPr>
        <p:blipFill rotWithShape="1">
          <a:blip r:embed="rId3">
            <a:alphaModFix/>
          </a:blip>
          <a:srcRect b="0" l="0" r="0" t="0"/>
          <a:stretch/>
        </p:blipFill>
        <p:spPr>
          <a:xfrm>
            <a:off x="1347688" y="2571750"/>
            <a:ext cx="2228975" cy="1982825"/>
          </a:xfrm>
          <a:prstGeom prst="rect">
            <a:avLst/>
          </a:prstGeom>
          <a:noFill/>
          <a:ln>
            <a:noFill/>
          </a:ln>
        </p:spPr>
      </p:pic>
      <p:pic>
        <p:nvPicPr>
          <p:cNvPr descr="image décorative" id="283" name="Google Shape;283;g368041a9cdd_0_249" title="sommaire-writer.png"/>
          <p:cNvPicPr preferRelativeResize="0"/>
          <p:nvPr/>
        </p:nvPicPr>
        <p:blipFill rotWithShape="1">
          <a:blip r:embed="rId4">
            <a:alphaModFix/>
          </a:blip>
          <a:srcRect b="0" l="0" r="0" t="0"/>
          <a:stretch/>
        </p:blipFill>
        <p:spPr>
          <a:xfrm>
            <a:off x="5282311" y="2571747"/>
            <a:ext cx="2931215" cy="20579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368041a9cdd_0_224"/>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290" name="Google Shape;290;g368041a9cdd_0_224"/>
          <p:cNvSpPr txBox="1"/>
          <p:nvPr>
            <p:ph type="title"/>
          </p:nvPr>
        </p:nvSpPr>
        <p:spPr>
          <a:xfrm>
            <a:off x="359999" y="900000"/>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fr-FR">
                <a:solidFill>
                  <a:schemeClr val="dk2"/>
                </a:solidFill>
                <a:highlight>
                  <a:schemeClr val="lt1"/>
                </a:highlight>
              </a:rPr>
              <a:t>L’accessibilité numérique - travaux pratique</a:t>
            </a:r>
            <a:endParaRPr>
              <a:solidFill>
                <a:schemeClr val="dk2"/>
              </a:solidFill>
              <a:highlight>
                <a:schemeClr val="lt1"/>
              </a:highlight>
            </a:endParaRPr>
          </a:p>
        </p:txBody>
      </p:sp>
      <p:sp>
        <p:nvSpPr>
          <p:cNvPr id="291" name="Google Shape;291;g368041a9cdd_0_224"/>
          <p:cNvSpPr txBox="1"/>
          <p:nvPr>
            <p:ph idx="4" type="body"/>
          </p:nvPr>
        </p:nvSpPr>
        <p:spPr>
          <a:xfrm>
            <a:off x="360000" y="1347600"/>
            <a:ext cx="8315700" cy="288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lang="fr-FR" sz="1600">
                <a:solidFill>
                  <a:schemeClr val="dk1"/>
                </a:solidFill>
              </a:rPr>
              <a:t>Utilisation des fonctionnalités de listes</a:t>
            </a:r>
            <a:endParaRPr sz="1600">
              <a:solidFill>
                <a:schemeClr val="dk1"/>
              </a:solidFill>
            </a:endParaRPr>
          </a:p>
        </p:txBody>
      </p:sp>
      <p:sp>
        <p:nvSpPr>
          <p:cNvPr id="292" name="Google Shape;292;g368041a9cdd_0_224"/>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g368041a9cdd_0_224"/>
          <p:cNvSpPr txBox="1"/>
          <p:nvPr/>
        </p:nvSpPr>
        <p:spPr>
          <a:xfrm>
            <a:off x="423275" y="1636500"/>
            <a:ext cx="4021800" cy="30792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Word</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fr-FR" sz="1200" u="none" cap="none" strike="noStrike">
                <a:solidFill>
                  <a:schemeClr val="dk1"/>
                </a:solidFill>
                <a:latin typeface="Arial"/>
                <a:ea typeface="Arial"/>
                <a:cs typeface="Arial"/>
                <a:sym typeface="Arial"/>
              </a:rPr>
              <a:t>Sélection des paragraphes de la liste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fr-FR" sz="1200" u="none" cap="none" strike="noStrike">
                <a:solidFill>
                  <a:schemeClr val="dk1"/>
                </a:solidFill>
                <a:latin typeface="Arial"/>
                <a:ea typeface="Arial"/>
                <a:cs typeface="Arial"/>
                <a:sym typeface="Arial"/>
              </a:rPr>
              <a:t>→ Accueil → Barre d’outils des listes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fr-FR" sz="1200" u="none" cap="none" strike="noStrike">
                <a:solidFill>
                  <a:schemeClr val="dk1"/>
                </a:solidFill>
                <a:latin typeface="Arial"/>
                <a:ea typeface="Arial"/>
                <a:cs typeface="Arial"/>
                <a:sym typeface="Arial"/>
              </a:rPr>
              <a:t>→ Puces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fr-FR" sz="1200" u="none" cap="none" strike="noStrike">
                <a:solidFill>
                  <a:schemeClr val="dk1"/>
                </a:solidFill>
                <a:latin typeface="Arial"/>
                <a:ea typeface="Arial"/>
                <a:cs typeface="Arial"/>
                <a:sym typeface="Arial"/>
              </a:rPr>
              <a:t>→ Numérotation</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fr-FR" sz="1200" u="none" cap="none" strike="noStrike">
                <a:solidFill>
                  <a:schemeClr val="dk1"/>
                </a:solidFill>
                <a:latin typeface="Arial"/>
                <a:ea typeface="Arial"/>
                <a:cs typeface="Arial"/>
                <a:sym typeface="Arial"/>
              </a:rPr>
              <a:t>→ Liste à plusieurs niveaux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fr-FR" sz="1200" u="none" cap="none" strike="noStrike">
                <a:solidFill>
                  <a:schemeClr val="dk1"/>
                </a:solidFill>
                <a:latin typeface="Arial"/>
                <a:ea typeface="Arial"/>
                <a:cs typeface="Arial"/>
                <a:sym typeface="Arial"/>
              </a:rPr>
              <a:t>Définir éventuellement le format attendu.</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700"/>
              <a:buFont typeface="Arial"/>
              <a:buNone/>
            </a:pPr>
            <a:r>
              <a:t/>
            </a:r>
            <a:endParaRPr b="1" i="0" sz="1700" u="none" cap="none" strike="noStrike">
              <a:solidFill>
                <a:schemeClr val="dk1"/>
              </a:solidFill>
              <a:latin typeface="Arial"/>
              <a:ea typeface="Arial"/>
              <a:cs typeface="Arial"/>
              <a:sym typeface="Arial"/>
            </a:endParaRPr>
          </a:p>
        </p:txBody>
      </p:sp>
      <p:sp>
        <p:nvSpPr>
          <p:cNvPr id="294" name="Google Shape;294;g368041a9cdd_0_224"/>
          <p:cNvSpPr txBox="1"/>
          <p:nvPr/>
        </p:nvSpPr>
        <p:spPr>
          <a:xfrm>
            <a:off x="4737025" y="1636500"/>
            <a:ext cx="4021800" cy="3147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Writer</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fr-FR" sz="1200" u="none" cap="none" strike="noStrike">
                <a:solidFill>
                  <a:schemeClr val="dk1"/>
                </a:solidFill>
                <a:latin typeface="Arial"/>
                <a:ea typeface="Arial"/>
                <a:cs typeface="Arial"/>
                <a:sym typeface="Arial"/>
              </a:rPr>
              <a:t>Barre d’outils «Formatage»</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fr-FR" sz="1200" u="none" cap="none" strike="noStrike">
                <a:solidFill>
                  <a:schemeClr val="dk1"/>
                </a:solidFill>
                <a:latin typeface="Arial"/>
                <a:ea typeface="Arial"/>
                <a:cs typeface="Arial"/>
                <a:sym typeface="Arial"/>
              </a:rPr>
              <a:t>→ Barre d’outils des listes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fr-FR" sz="1200" u="none" cap="none" strike="noStrike">
                <a:solidFill>
                  <a:schemeClr val="dk1"/>
                </a:solidFill>
                <a:latin typeface="Arial"/>
                <a:ea typeface="Arial"/>
                <a:cs typeface="Arial"/>
                <a:sym typeface="Arial"/>
              </a:rPr>
              <a:t>→ Liste non ordonnée</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fr-FR" sz="1200" u="none" cap="none" strike="noStrike">
                <a:solidFill>
                  <a:schemeClr val="dk1"/>
                </a:solidFill>
                <a:latin typeface="Arial"/>
                <a:ea typeface="Arial"/>
                <a:cs typeface="Arial"/>
                <a:sym typeface="Arial"/>
              </a:rPr>
              <a:t>→ Liste ordonnée</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fr-FR" sz="1200" u="none" cap="none" strike="noStrike">
                <a:solidFill>
                  <a:schemeClr val="dk1"/>
                </a:solidFill>
                <a:latin typeface="Arial"/>
                <a:ea typeface="Arial"/>
                <a:cs typeface="Arial"/>
                <a:sym typeface="Arial"/>
              </a:rPr>
              <a:t>Définir éventuellement le format attendu.</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dk1"/>
              </a:solidFill>
              <a:latin typeface="Arial"/>
              <a:ea typeface="Arial"/>
              <a:cs typeface="Arial"/>
              <a:sym typeface="Arial"/>
            </a:endParaRPr>
          </a:p>
        </p:txBody>
      </p:sp>
      <p:pic>
        <p:nvPicPr>
          <p:cNvPr descr="image décorative" id="295" name="Google Shape;295;g368041a9cdd_0_224" title="writer1.png"/>
          <p:cNvPicPr preferRelativeResize="0"/>
          <p:nvPr/>
        </p:nvPicPr>
        <p:blipFill rotWithShape="1">
          <a:blip r:embed="rId3">
            <a:alphaModFix/>
          </a:blip>
          <a:srcRect b="0" l="0" r="0" t="0"/>
          <a:stretch/>
        </p:blipFill>
        <p:spPr>
          <a:xfrm>
            <a:off x="6488475" y="1713350"/>
            <a:ext cx="2295525" cy="342900"/>
          </a:xfrm>
          <a:prstGeom prst="rect">
            <a:avLst/>
          </a:prstGeom>
          <a:noFill/>
          <a:ln>
            <a:noFill/>
          </a:ln>
        </p:spPr>
      </p:pic>
      <p:pic>
        <p:nvPicPr>
          <p:cNvPr descr="image décorative" id="296" name="Google Shape;296;g368041a9cdd_0_224" title="writer-2.png"/>
          <p:cNvPicPr preferRelativeResize="0"/>
          <p:nvPr/>
        </p:nvPicPr>
        <p:blipFill rotWithShape="1">
          <a:blip r:embed="rId4">
            <a:alphaModFix/>
          </a:blip>
          <a:srcRect b="0" l="0" r="0" t="0"/>
          <a:stretch/>
        </p:blipFill>
        <p:spPr>
          <a:xfrm>
            <a:off x="8243900" y="2285300"/>
            <a:ext cx="438150" cy="342900"/>
          </a:xfrm>
          <a:prstGeom prst="rect">
            <a:avLst/>
          </a:prstGeom>
          <a:noFill/>
          <a:ln>
            <a:noFill/>
          </a:ln>
        </p:spPr>
      </p:pic>
      <p:pic>
        <p:nvPicPr>
          <p:cNvPr descr="image décorative" id="297" name="Google Shape;297;g368041a9cdd_0_224" title="writer3.png"/>
          <p:cNvPicPr preferRelativeResize="0"/>
          <p:nvPr/>
        </p:nvPicPr>
        <p:blipFill rotWithShape="1">
          <a:blip r:embed="rId5">
            <a:alphaModFix/>
          </a:blip>
          <a:srcRect b="0" l="0" r="0" t="0"/>
          <a:stretch/>
        </p:blipFill>
        <p:spPr>
          <a:xfrm>
            <a:off x="8220088" y="2794925"/>
            <a:ext cx="485775" cy="342900"/>
          </a:xfrm>
          <a:prstGeom prst="rect">
            <a:avLst/>
          </a:prstGeom>
          <a:noFill/>
          <a:ln>
            <a:noFill/>
          </a:ln>
        </p:spPr>
      </p:pic>
      <p:pic>
        <p:nvPicPr>
          <p:cNvPr descr="image décorative" id="298" name="Google Shape;298;g368041a9cdd_0_224" title="writer-4.png"/>
          <p:cNvPicPr preferRelativeResize="0"/>
          <p:nvPr/>
        </p:nvPicPr>
        <p:blipFill rotWithShape="1">
          <a:blip r:embed="rId6">
            <a:alphaModFix/>
          </a:blip>
          <a:srcRect b="0" l="0" r="0" t="0"/>
          <a:stretch/>
        </p:blipFill>
        <p:spPr>
          <a:xfrm>
            <a:off x="5904400" y="3389200"/>
            <a:ext cx="2771300" cy="1326600"/>
          </a:xfrm>
          <a:prstGeom prst="rect">
            <a:avLst/>
          </a:prstGeom>
          <a:noFill/>
          <a:ln>
            <a:noFill/>
          </a:ln>
        </p:spPr>
      </p:pic>
      <p:pic>
        <p:nvPicPr>
          <p:cNvPr descr="image décorative" id="299" name="Google Shape;299;g368041a9cdd_0_224" title="word1.png"/>
          <p:cNvPicPr preferRelativeResize="0"/>
          <p:nvPr/>
        </p:nvPicPr>
        <p:blipFill rotWithShape="1">
          <a:blip r:embed="rId7">
            <a:alphaModFix/>
          </a:blip>
          <a:srcRect b="0" l="0" r="0" t="0"/>
          <a:stretch/>
        </p:blipFill>
        <p:spPr>
          <a:xfrm>
            <a:off x="1889150" y="1695000"/>
            <a:ext cx="2390775" cy="390525"/>
          </a:xfrm>
          <a:prstGeom prst="rect">
            <a:avLst/>
          </a:prstGeom>
          <a:noFill/>
          <a:ln>
            <a:noFill/>
          </a:ln>
        </p:spPr>
      </p:pic>
      <p:pic>
        <p:nvPicPr>
          <p:cNvPr descr="image décorative" id="300" name="Google Shape;300;g368041a9cdd_0_224" title="word2.png"/>
          <p:cNvPicPr preferRelativeResize="0"/>
          <p:nvPr/>
        </p:nvPicPr>
        <p:blipFill rotWithShape="1">
          <a:blip r:embed="rId8">
            <a:alphaModFix/>
          </a:blip>
          <a:srcRect b="0" l="0" r="0" t="0"/>
          <a:stretch/>
        </p:blipFill>
        <p:spPr>
          <a:xfrm>
            <a:off x="3748350" y="2285300"/>
            <a:ext cx="428625" cy="285750"/>
          </a:xfrm>
          <a:prstGeom prst="rect">
            <a:avLst/>
          </a:prstGeom>
          <a:noFill/>
          <a:ln>
            <a:noFill/>
          </a:ln>
        </p:spPr>
      </p:pic>
      <p:pic>
        <p:nvPicPr>
          <p:cNvPr descr="image décorative" id="301" name="Google Shape;301;g368041a9cdd_0_224" title="word3.png"/>
          <p:cNvPicPr preferRelativeResize="0"/>
          <p:nvPr/>
        </p:nvPicPr>
        <p:blipFill rotWithShape="1">
          <a:blip r:embed="rId9">
            <a:alphaModFix/>
          </a:blip>
          <a:srcRect b="0" l="0" r="0" t="0"/>
          <a:stretch/>
        </p:blipFill>
        <p:spPr>
          <a:xfrm>
            <a:off x="3719775" y="2728850"/>
            <a:ext cx="457200" cy="266700"/>
          </a:xfrm>
          <a:prstGeom prst="rect">
            <a:avLst/>
          </a:prstGeom>
          <a:noFill/>
          <a:ln>
            <a:noFill/>
          </a:ln>
        </p:spPr>
      </p:pic>
      <p:pic>
        <p:nvPicPr>
          <p:cNvPr descr="image décorative" id="302" name="Google Shape;302;g368041a9cdd_0_224" title="word4.png"/>
          <p:cNvPicPr preferRelativeResize="0"/>
          <p:nvPr/>
        </p:nvPicPr>
        <p:blipFill rotWithShape="1">
          <a:blip r:embed="rId10">
            <a:alphaModFix/>
          </a:blip>
          <a:srcRect b="0" l="0" r="0" t="0"/>
          <a:stretch/>
        </p:blipFill>
        <p:spPr>
          <a:xfrm>
            <a:off x="3030388" y="2714563"/>
            <a:ext cx="485775" cy="295275"/>
          </a:xfrm>
          <a:prstGeom prst="rect">
            <a:avLst/>
          </a:prstGeom>
          <a:noFill/>
          <a:ln>
            <a:noFill/>
          </a:ln>
        </p:spPr>
      </p:pic>
      <p:pic>
        <p:nvPicPr>
          <p:cNvPr descr="image décorative" id="303" name="Google Shape;303;g368041a9cdd_0_224" title="word5.png"/>
          <p:cNvPicPr preferRelativeResize="0"/>
          <p:nvPr/>
        </p:nvPicPr>
        <p:blipFill rotWithShape="1">
          <a:blip r:embed="rId11">
            <a:alphaModFix/>
          </a:blip>
          <a:srcRect b="0" l="0" r="0" t="0"/>
          <a:stretch/>
        </p:blipFill>
        <p:spPr>
          <a:xfrm>
            <a:off x="3327425" y="3090200"/>
            <a:ext cx="864975" cy="1489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368041a9cdd_0_276"/>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310" name="Google Shape;310;g368041a9cdd_0_276"/>
          <p:cNvSpPr txBox="1"/>
          <p:nvPr>
            <p:ph type="title"/>
          </p:nvPr>
        </p:nvSpPr>
        <p:spPr>
          <a:xfrm>
            <a:off x="305849" y="762725"/>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fr-FR">
                <a:solidFill>
                  <a:schemeClr val="dk2"/>
                </a:solidFill>
                <a:highlight>
                  <a:schemeClr val="lt1"/>
                </a:highlight>
              </a:rPr>
              <a:t>L’accessibilité numérique - travaux pratique</a:t>
            </a:r>
            <a:endParaRPr>
              <a:solidFill>
                <a:schemeClr val="dk2"/>
              </a:solidFill>
              <a:highlight>
                <a:schemeClr val="lt1"/>
              </a:highlight>
            </a:endParaRPr>
          </a:p>
        </p:txBody>
      </p:sp>
      <p:sp>
        <p:nvSpPr>
          <p:cNvPr id="311" name="Google Shape;311;g368041a9cdd_0_276"/>
          <p:cNvSpPr txBox="1"/>
          <p:nvPr>
            <p:ph idx="4" type="body"/>
          </p:nvPr>
        </p:nvSpPr>
        <p:spPr>
          <a:xfrm>
            <a:off x="360000" y="1158900"/>
            <a:ext cx="8315700" cy="534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lang="fr-FR" sz="1600">
                <a:solidFill>
                  <a:schemeClr val="dk1"/>
                </a:solidFill>
              </a:rPr>
              <a:t>Mise en forme et gestion des espaces - activer les marques de formatage et gérer les espaces identifiés</a:t>
            </a:r>
            <a:endParaRPr sz="1600">
              <a:solidFill>
                <a:schemeClr val="dk1"/>
              </a:solidFill>
            </a:endParaRPr>
          </a:p>
          <a:p>
            <a:pPr indent="0" lvl="0" marL="0" rtl="0" algn="l">
              <a:lnSpc>
                <a:spcPct val="100000"/>
              </a:lnSpc>
              <a:spcBef>
                <a:spcPts val="0"/>
              </a:spcBef>
              <a:spcAft>
                <a:spcPts val="0"/>
              </a:spcAft>
              <a:buSzPts val="1100"/>
              <a:buNone/>
            </a:pPr>
            <a:r>
              <a:t/>
            </a: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00000"/>
              </a:lnSpc>
              <a:spcBef>
                <a:spcPts val="0"/>
              </a:spcBef>
              <a:spcAft>
                <a:spcPts val="0"/>
              </a:spcAft>
              <a:buSzPts val="1100"/>
              <a:buNone/>
            </a:pPr>
            <a:r>
              <a:t/>
            </a:r>
            <a:endParaRPr sz="1600">
              <a:solidFill>
                <a:schemeClr val="dk1"/>
              </a:solidFill>
            </a:endParaRPr>
          </a:p>
        </p:txBody>
      </p:sp>
      <p:sp>
        <p:nvSpPr>
          <p:cNvPr id="312" name="Google Shape;312;g368041a9cdd_0_276"/>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g368041a9cdd_0_276"/>
          <p:cNvSpPr txBox="1"/>
          <p:nvPr/>
        </p:nvSpPr>
        <p:spPr>
          <a:xfrm>
            <a:off x="360000" y="1693000"/>
            <a:ext cx="3725100" cy="301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fr-FR" sz="1800" u="none" cap="none" strike="noStrike">
                <a:solidFill>
                  <a:schemeClr val="dk1"/>
                </a:solidFill>
                <a:latin typeface="Arial"/>
                <a:ea typeface="Arial"/>
                <a:cs typeface="Arial"/>
                <a:sym typeface="Arial"/>
              </a:rPr>
              <a:t>Word</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000"/>
              </a:spcBef>
              <a:spcAft>
                <a:spcPts val="0"/>
              </a:spcAft>
              <a:buClr>
                <a:schemeClr val="dk1"/>
              </a:buClr>
              <a:buSzPts val="1100"/>
              <a:buFont typeface="Arial"/>
              <a:buNone/>
            </a:pPr>
            <a:r>
              <a:rPr b="0" i="0" lang="fr-FR" sz="1400" u="none" cap="none" strike="noStrike">
                <a:solidFill>
                  <a:schemeClr val="dk1"/>
                </a:solidFill>
                <a:latin typeface="Arial"/>
                <a:ea typeface="Arial"/>
                <a:cs typeface="Arial"/>
                <a:sym typeface="Arial"/>
              </a:rPr>
              <a:t>Accueil → Paragraphe → Afficher tout</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000"/>
              </a:spcBef>
              <a:spcAft>
                <a:spcPts val="0"/>
              </a:spcAft>
              <a:buClr>
                <a:schemeClr val="dk1"/>
              </a:buClr>
              <a:buSzPts val="1100"/>
              <a:buFont typeface="Arial"/>
              <a:buNone/>
            </a:pPr>
            <a:r>
              <a:rPr b="0" i="0" lang="fr-FR" sz="1400" u="none" cap="none" strike="noStrike">
                <a:solidFill>
                  <a:schemeClr val="dk1"/>
                </a:solidFill>
                <a:latin typeface="Arial"/>
                <a:ea typeface="Arial"/>
                <a:cs typeface="Arial"/>
                <a:sym typeface="Arial"/>
              </a:rPr>
              <a:t>Identification des :</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100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Sauts de paragraphe, de page… : ¶</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Retour à la ligne : 	↵</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Avec espace avant : ·↵</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Tabulation : →</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Espaces successifs : ····</a:t>
            </a:r>
            <a:endParaRPr b="0" i="0" sz="1400" u="none" cap="none" strike="noStrike">
              <a:solidFill>
                <a:schemeClr val="dk1"/>
              </a:solidFill>
              <a:latin typeface="Arial"/>
              <a:ea typeface="Arial"/>
              <a:cs typeface="Arial"/>
              <a:sym typeface="Arial"/>
            </a:endParaRPr>
          </a:p>
        </p:txBody>
      </p:sp>
      <p:sp>
        <p:nvSpPr>
          <p:cNvPr descr="image décorative" id="314" name="Google Shape;314;g368041a9cdd_0_276"/>
          <p:cNvSpPr txBox="1"/>
          <p:nvPr/>
        </p:nvSpPr>
        <p:spPr>
          <a:xfrm>
            <a:off x="4270200" y="1693000"/>
            <a:ext cx="4513800" cy="301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Writer</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1400"/>
              <a:buFont typeface="Arial"/>
              <a:buNone/>
            </a:pPr>
            <a:r>
              <a:rPr b="0" i="0" lang="fr-FR" sz="1400" u="none" cap="none" strike="noStrike">
                <a:solidFill>
                  <a:schemeClr val="dk1"/>
                </a:solidFill>
                <a:latin typeface="Arial"/>
                <a:ea typeface="Arial"/>
                <a:cs typeface="Arial"/>
                <a:sym typeface="Arial"/>
              </a:rPr>
              <a:t>Activer les marques de formatage</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1400"/>
              <a:buFont typeface="Arial"/>
              <a:buNone/>
            </a:pPr>
            <a:r>
              <a:rPr b="0" i="0" lang="fr-FR" sz="1400" u="none" cap="none" strike="noStrike">
                <a:solidFill>
                  <a:schemeClr val="dk1"/>
                </a:solidFill>
                <a:latin typeface="Arial"/>
                <a:ea typeface="Arial"/>
                <a:cs typeface="Arial"/>
                <a:sym typeface="Arial"/>
              </a:rPr>
              <a:t>Identification des :</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100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Sauts de paragraphe, de page… : ¶</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Retour à la ligne : 	↵</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Avec espace avant : ·↵</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Tabulation : →</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Char char="●"/>
            </a:pPr>
            <a:r>
              <a:rPr b="0" i="0" lang="fr-FR" sz="1400" u="none" cap="none" strike="noStrike">
                <a:solidFill>
                  <a:schemeClr val="dk1"/>
                </a:solidFill>
                <a:latin typeface="Arial"/>
                <a:ea typeface="Arial"/>
                <a:cs typeface="Arial"/>
                <a:sym typeface="Arial"/>
              </a:rPr>
              <a:t>Espaces successifs : ····</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p:txBody>
      </p:sp>
      <p:pic>
        <p:nvPicPr>
          <p:cNvPr descr="Illustratif" id="315" name="Google Shape;315;g368041a9cdd_0_276" title="espace-writer.png"/>
          <p:cNvPicPr preferRelativeResize="0"/>
          <p:nvPr/>
        </p:nvPicPr>
        <p:blipFill rotWithShape="1">
          <a:blip r:embed="rId3">
            <a:alphaModFix/>
          </a:blip>
          <a:srcRect b="0" l="0" r="0" t="0"/>
          <a:stretch/>
        </p:blipFill>
        <p:spPr>
          <a:xfrm>
            <a:off x="7456500" y="1743100"/>
            <a:ext cx="1219200" cy="285750"/>
          </a:xfrm>
          <a:prstGeom prst="rect">
            <a:avLst/>
          </a:prstGeom>
          <a:noFill/>
          <a:ln>
            <a:noFill/>
          </a:ln>
        </p:spPr>
      </p:pic>
      <p:pic>
        <p:nvPicPr>
          <p:cNvPr descr="image décorative" id="316" name="Google Shape;316;g368041a9cdd_0_276" title="espace-word.png"/>
          <p:cNvPicPr preferRelativeResize="0"/>
          <p:nvPr/>
        </p:nvPicPr>
        <p:blipFill rotWithShape="1">
          <a:blip r:embed="rId4">
            <a:alphaModFix/>
          </a:blip>
          <a:srcRect b="0" l="0" r="0" t="0"/>
          <a:stretch/>
        </p:blipFill>
        <p:spPr>
          <a:xfrm>
            <a:off x="1665675" y="1783475"/>
            <a:ext cx="2314575" cy="333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368041a9cdd_0_213"/>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323" name="Google Shape;323;g368041a9cdd_0_213"/>
          <p:cNvSpPr txBox="1"/>
          <p:nvPr>
            <p:ph type="title"/>
          </p:nvPr>
        </p:nvSpPr>
        <p:spPr>
          <a:xfrm>
            <a:off x="359999" y="900000"/>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fr-FR">
                <a:solidFill>
                  <a:schemeClr val="dk2"/>
                </a:solidFill>
                <a:highlight>
                  <a:schemeClr val="lt1"/>
                </a:highlight>
              </a:rPr>
              <a:t>L’accessibilité numérique - travaux pratique</a:t>
            </a:r>
            <a:endParaRPr>
              <a:solidFill>
                <a:schemeClr val="dk2"/>
              </a:solidFill>
              <a:highlight>
                <a:schemeClr val="lt1"/>
              </a:highlight>
            </a:endParaRPr>
          </a:p>
        </p:txBody>
      </p:sp>
      <p:sp>
        <p:nvSpPr>
          <p:cNvPr id="324" name="Google Shape;324;g368041a9cdd_0_213"/>
          <p:cNvSpPr txBox="1"/>
          <p:nvPr>
            <p:ph idx="4" type="body"/>
          </p:nvPr>
        </p:nvSpPr>
        <p:spPr>
          <a:xfrm>
            <a:off x="360000" y="1347600"/>
            <a:ext cx="8315700" cy="288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lang="fr-FR" sz="1600">
                <a:solidFill>
                  <a:schemeClr val="dk1"/>
                </a:solidFill>
              </a:rPr>
              <a:t>Liens</a:t>
            </a:r>
            <a:endParaRPr sz="1600">
              <a:solidFill>
                <a:schemeClr val="dk1"/>
              </a:solidFill>
            </a:endParaRPr>
          </a:p>
        </p:txBody>
      </p:sp>
      <p:sp>
        <p:nvSpPr>
          <p:cNvPr id="325" name="Google Shape;325;g368041a9cdd_0_213"/>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g368041a9cdd_0_213"/>
          <p:cNvSpPr txBox="1"/>
          <p:nvPr/>
        </p:nvSpPr>
        <p:spPr>
          <a:xfrm>
            <a:off x="4415400" y="1724400"/>
            <a:ext cx="4401900" cy="29712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fr-FR" sz="2000">
                <a:solidFill>
                  <a:schemeClr val="dk1"/>
                </a:solidFill>
              </a:rPr>
              <a:t>Liens de téléchargement</a:t>
            </a:r>
            <a:endParaRPr b="1" sz="2000">
              <a:solidFill>
                <a:schemeClr val="dk1"/>
              </a:solidFill>
            </a:endParaRPr>
          </a:p>
          <a:p>
            <a:pPr indent="0" lvl="0" marL="0" marR="0" rtl="0" algn="l">
              <a:lnSpc>
                <a:spcPct val="150000"/>
              </a:lnSpc>
              <a:spcBef>
                <a:spcPts val="0"/>
              </a:spcBef>
              <a:spcAft>
                <a:spcPts val="0"/>
              </a:spcAft>
              <a:buClr>
                <a:schemeClr val="dk1"/>
              </a:buClr>
              <a:buSzPts val="1100"/>
              <a:buFont typeface="Arial"/>
              <a:buNone/>
            </a:pPr>
            <a:r>
              <a:rPr b="0" i="0" lang="fr-FR" u="none" cap="none" strike="noStrike">
                <a:solidFill>
                  <a:schemeClr val="dk1"/>
                </a:solidFill>
                <a:latin typeface="Arial"/>
                <a:ea typeface="Arial"/>
                <a:cs typeface="Arial"/>
                <a:sym typeface="Arial"/>
              </a:rPr>
              <a:t>Intégrer les informations concernant le fichier à télécharger dans l’intitulé du lien : </a:t>
            </a:r>
            <a:endParaRPr b="0" i="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Char char="●"/>
            </a:pPr>
            <a:r>
              <a:rPr b="0" i="0" lang="fr-FR" u="none" cap="none" strike="noStrike">
                <a:solidFill>
                  <a:schemeClr val="dk1"/>
                </a:solidFill>
                <a:latin typeface="Arial"/>
                <a:ea typeface="Arial"/>
                <a:cs typeface="Arial"/>
                <a:sym typeface="Arial"/>
              </a:rPr>
              <a:t>Titre</a:t>
            </a:r>
            <a:endParaRPr b="0" i="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Char char="●"/>
            </a:pPr>
            <a:r>
              <a:rPr b="0" i="0" lang="fr-FR" u="none" cap="none" strike="noStrike">
                <a:solidFill>
                  <a:schemeClr val="dk1"/>
                </a:solidFill>
                <a:latin typeface="Arial"/>
                <a:ea typeface="Arial"/>
                <a:cs typeface="Arial"/>
                <a:sym typeface="Arial"/>
              </a:rPr>
              <a:t>Format</a:t>
            </a:r>
            <a:endParaRPr b="0" i="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Char char="●"/>
            </a:pPr>
            <a:r>
              <a:rPr b="0" i="0" lang="fr-FR" u="none" cap="none" strike="noStrike">
                <a:solidFill>
                  <a:schemeClr val="dk1"/>
                </a:solidFill>
                <a:latin typeface="Arial"/>
                <a:ea typeface="Arial"/>
                <a:cs typeface="Arial"/>
                <a:sym typeface="Arial"/>
              </a:rPr>
              <a:t>Poids</a:t>
            </a:r>
            <a:endParaRPr b="0" i="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Char char="●"/>
            </a:pPr>
            <a:r>
              <a:rPr b="0" i="0" lang="fr-FR" u="none" cap="none" strike="noStrike">
                <a:solidFill>
                  <a:schemeClr val="dk1"/>
                </a:solidFill>
                <a:latin typeface="Arial"/>
                <a:ea typeface="Arial"/>
                <a:cs typeface="Arial"/>
                <a:sym typeface="Arial"/>
              </a:rPr>
              <a:t>Langue, si elle diffère de la langue du document.</a:t>
            </a:r>
            <a:endParaRPr b="0" i="0" u="none" cap="none" strike="noStrike">
              <a:solidFill>
                <a:schemeClr val="dk1"/>
              </a:solidFill>
              <a:latin typeface="Arial"/>
              <a:ea typeface="Arial"/>
              <a:cs typeface="Arial"/>
              <a:sym typeface="Arial"/>
            </a:endParaRPr>
          </a:p>
        </p:txBody>
      </p:sp>
      <p:sp>
        <p:nvSpPr>
          <p:cNvPr id="327" name="Google Shape;327;g368041a9cdd_0_213"/>
          <p:cNvSpPr txBox="1"/>
          <p:nvPr/>
        </p:nvSpPr>
        <p:spPr>
          <a:xfrm>
            <a:off x="373475" y="1662550"/>
            <a:ext cx="3903300" cy="303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2000">
                <a:solidFill>
                  <a:schemeClr val="dk1"/>
                </a:solidFill>
              </a:rPr>
              <a:t>Liens explicites</a:t>
            </a:r>
            <a:endParaRPr b="1" sz="20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368041a9cdd_0_202"/>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334" name="Google Shape;334;g368041a9cdd_0_202"/>
          <p:cNvSpPr txBox="1"/>
          <p:nvPr>
            <p:ph type="title"/>
          </p:nvPr>
        </p:nvSpPr>
        <p:spPr>
          <a:xfrm>
            <a:off x="359999" y="900000"/>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fr-FR">
                <a:solidFill>
                  <a:schemeClr val="dk2"/>
                </a:solidFill>
                <a:highlight>
                  <a:schemeClr val="lt1"/>
                </a:highlight>
              </a:rPr>
              <a:t>L’accessibilité numérique - travaux pratique</a:t>
            </a:r>
            <a:endParaRPr>
              <a:solidFill>
                <a:schemeClr val="dk2"/>
              </a:solidFill>
              <a:highlight>
                <a:schemeClr val="lt1"/>
              </a:highlight>
            </a:endParaRPr>
          </a:p>
        </p:txBody>
      </p:sp>
      <p:sp>
        <p:nvSpPr>
          <p:cNvPr id="335" name="Google Shape;335;g368041a9cdd_0_202"/>
          <p:cNvSpPr txBox="1"/>
          <p:nvPr>
            <p:ph idx="4" type="body"/>
          </p:nvPr>
        </p:nvSpPr>
        <p:spPr>
          <a:xfrm>
            <a:off x="360000" y="1347600"/>
            <a:ext cx="8315700" cy="288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lang="fr-FR" sz="1600">
                <a:solidFill>
                  <a:schemeClr val="dk1"/>
                </a:solidFill>
              </a:rPr>
              <a:t>Lisibilité du texte</a:t>
            </a:r>
            <a:endParaRPr sz="1600">
              <a:solidFill>
                <a:schemeClr val="dk1"/>
              </a:solidFill>
            </a:endParaRPr>
          </a:p>
        </p:txBody>
      </p:sp>
      <p:sp>
        <p:nvSpPr>
          <p:cNvPr id="336" name="Google Shape;336;g368041a9cdd_0_202"/>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g368041a9cdd_0_202"/>
          <p:cNvSpPr txBox="1"/>
          <p:nvPr/>
        </p:nvSpPr>
        <p:spPr>
          <a:xfrm>
            <a:off x="423275" y="1812425"/>
            <a:ext cx="8424000" cy="29712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50000"/>
              </a:lnSpc>
              <a:spcBef>
                <a:spcPts val="600"/>
              </a:spcBef>
              <a:spcAft>
                <a:spcPts val="0"/>
              </a:spcAft>
              <a:buClr>
                <a:srgbClr val="000000"/>
              </a:buClr>
              <a:buSzPts val="1800"/>
              <a:buFont typeface="Arial"/>
              <a:buNone/>
            </a:pPr>
            <a:r>
              <a:rPr b="0" i="0" lang="fr-FR" sz="1800" u="none" cap="none" strike="noStrike">
                <a:solidFill>
                  <a:schemeClr val="dk1"/>
                </a:solidFill>
                <a:latin typeface="Arial"/>
                <a:ea typeface="Arial"/>
                <a:cs typeface="Arial"/>
                <a:sym typeface="Arial"/>
              </a:rPr>
              <a:t>Des polices lisibles et clairement dessinées, sans sérif.</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600"/>
              </a:spcBef>
              <a:spcAft>
                <a:spcPts val="0"/>
              </a:spcAft>
              <a:buClr>
                <a:srgbClr val="000000"/>
              </a:buClr>
              <a:buSzPts val="1800"/>
              <a:buFont typeface="Arial"/>
              <a:buNone/>
            </a:pPr>
            <a:r>
              <a:rPr b="0" i="0" lang="fr-FR" sz="1800" u="none" cap="none" strike="noStrike">
                <a:solidFill>
                  <a:schemeClr val="dk1"/>
                </a:solidFill>
                <a:latin typeface="Arial"/>
                <a:ea typeface="Arial"/>
                <a:cs typeface="Arial"/>
                <a:sym typeface="Arial"/>
              </a:rPr>
              <a:t>Taille minimale de 12 pt.</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600"/>
              </a:spcBef>
              <a:spcAft>
                <a:spcPts val="0"/>
              </a:spcAft>
              <a:buClr>
                <a:srgbClr val="000000"/>
              </a:buClr>
              <a:buSzPts val="1800"/>
              <a:buFont typeface="Arial"/>
              <a:buNone/>
            </a:pPr>
            <a:r>
              <a:rPr b="0" i="0" lang="fr-FR" sz="1800" u="none" cap="none" strike="noStrike">
                <a:solidFill>
                  <a:schemeClr val="dk1"/>
                </a:solidFill>
                <a:latin typeface="Arial"/>
                <a:ea typeface="Arial"/>
                <a:cs typeface="Arial"/>
                <a:sym typeface="Arial"/>
              </a:rPr>
              <a:t>Éviter l’interligne de 1 : 1,15 minimum voire 1,5.</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600"/>
              </a:spcBef>
              <a:spcAft>
                <a:spcPts val="0"/>
              </a:spcAft>
              <a:buClr>
                <a:srgbClr val="000000"/>
              </a:buClr>
              <a:buSzPts val="1800"/>
              <a:buFont typeface="Arial"/>
              <a:buNone/>
            </a:pPr>
            <a:r>
              <a:rPr b="0" i="0" lang="fr-FR" sz="1800" u="none" cap="none" strike="noStrike">
                <a:solidFill>
                  <a:schemeClr val="dk1"/>
                </a:solidFill>
                <a:latin typeface="Arial"/>
                <a:ea typeface="Arial"/>
                <a:cs typeface="Arial"/>
                <a:sym typeface="Arial"/>
              </a:rPr>
              <a:t>Ne pas justifier le texte.</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300"/>
              <a:buFont typeface="Arial"/>
              <a:buNone/>
            </a:pPr>
            <a:r>
              <a:t/>
            </a:r>
            <a:endParaRPr b="1" i="0" sz="13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300"/>
              <a:buFont typeface="Arial"/>
              <a:buNone/>
            </a:pPr>
            <a:r>
              <a:t/>
            </a:r>
            <a:endParaRPr b="1" i="0" sz="13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68041a9cdd_0_47"/>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344" name="Google Shape;344;g368041a9cdd_0_47"/>
          <p:cNvSpPr txBox="1"/>
          <p:nvPr>
            <p:ph type="title"/>
          </p:nvPr>
        </p:nvSpPr>
        <p:spPr>
          <a:xfrm>
            <a:off x="359999" y="900000"/>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fr-FR">
                <a:solidFill>
                  <a:schemeClr val="dk2"/>
                </a:solidFill>
                <a:highlight>
                  <a:schemeClr val="lt1"/>
                </a:highlight>
              </a:rPr>
              <a:t>L’accessibilité numérique - travaux pratique</a:t>
            </a:r>
            <a:endParaRPr>
              <a:solidFill>
                <a:schemeClr val="dk2"/>
              </a:solidFill>
              <a:highlight>
                <a:schemeClr val="lt1"/>
              </a:highlight>
            </a:endParaRPr>
          </a:p>
        </p:txBody>
      </p:sp>
      <p:sp>
        <p:nvSpPr>
          <p:cNvPr id="345" name="Google Shape;345;g368041a9cdd_0_47"/>
          <p:cNvSpPr txBox="1"/>
          <p:nvPr>
            <p:ph idx="4" type="body"/>
          </p:nvPr>
        </p:nvSpPr>
        <p:spPr>
          <a:xfrm>
            <a:off x="360000" y="1347600"/>
            <a:ext cx="8315700" cy="288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lang="fr-FR" sz="1600">
                <a:solidFill>
                  <a:schemeClr val="dk1"/>
                </a:solidFill>
              </a:rPr>
              <a:t>Vérification de l’accessibilité des PDF (après export)</a:t>
            </a:r>
            <a:endParaRPr sz="1600">
              <a:solidFill>
                <a:schemeClr val="dk1"/>
              </a:solidFill>
            </a:endParaRPr>
          </a:p>
        </p:txBody>
      </p:sp>
      <p:sp>
        <p:nvSpPr>
          <p:cNvPr id="346" name="Google Shape;346;g368041a9cdd_0_47"/>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g368041a9cdd_0_47"/>
          <p:cNvSpPr txBox="1"/>
          <p:nvPr/>
        </p:nvSpPr>
        <p:spPr>
          <a:xfrm>
            <a:off x="423275" y="1693000"/>
            <a:ext cx="3661800" cy="301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600"/>
              </a:spcBef>
              <a:spcAft>
                <a:spcPts val="0"/>
              </a:spcAft>
              <a:buClr>
                <a:schemeClr val="dk1"/>
              </a:buClr>
              <a:buSzPts val="1100"/>
              <a:buFont typeface="Arial"/>
              <a:buNone/>
            </a:pPr>
            <a:r>
              <a:rPr b="1" i="0" lang="fr-FR" sz="1800" u="none" cap="none" strike="noStrike">
                <a:solidFill>
                  <a:schemeClr val="dk1"/>
                </a:solidFill>
                <a:latin typeface="Arial"/>
                <a:ea typeface="Arial"/>
                <a:cs typeface="Arial"/>
                <a:sym typeface="Arial"/>
              </a:rPr>
              <a:t>PAC : PDF Accessibility Checker</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chemeClr val="dk1"/>
              </a:buClr>
              <a:buSzPts val="1100"/>
              <a:buFont typeface="Arial"/>
              <a:buNone/>
            </a:pPr>
            <a:r>
              <a:rPr b="0" i="0" lang="fr-FR" sz="1400" u="none" cap="none" strike="noStrike">
                <a:solidFill>
                  <a:schemeClr val="dk1"/>
                </a:solidFill>
                <a:latin typeface="Arial"/>
                <a:ea typeface="Arial"/>
                <a:cs typeface="Arial"/>
                <a:sym typeface="Arial"/>
              </a:rPr>
              <a:t>Gratuit et largement utilisé mais avec les mêmes limites que les vérificateurs intégrés.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chemeClr val="dk1"/>
              </a:buClr>
              <a:buSzPts val="1100"/>
              <a:buFont typeface="Arial"/>
              <a:buNone/>
            </a:pPr>
            <a:r>
              <a:rPr b="0" i="0" lang="fr-FR" sz="1400" u="none" cap="none" strike="noStrike">
                <a:solidFill>
                  <a:schemeClr val="dk1"/>
                </a:solidFill>
                <a:latin typeface="Arial"/>
                <a:ea typeface="Arial"/>
                <a:cs typeface="Arial"/>
                <a:sym typeface="Arial"/>
              </a:rPr>
              <a:t>Tanaguru : Guide «</a:t>
            </a:r>
            <a:r>
              <a:rPr b="0" i="0" lang="fr-FR" sz="1400" u="sng" cap="none" strike="noStrike">
                <a:solidFill>
                  <a:schemeClr val="hlink"/>
                </a:solidFill>
                <a:latin typeface="Arial"/>
                <a:ea typeface="Arial"/>
                <a:cs typeface="Arial"/>
                <a:sym typeface="Arial"/>
                <a:hlinkClick r:id="rId3"/>
              </a:rPr>
              <a:t>PAC, comprendre et corriger les erreurs d’accessibilité</a:t>
            </a:r>
            <a:r>
              <a:rPr b="0" i="0" lang="fr-FR" sz="1400" u="none" cap="none" strike="noStrike">
                <a:solidFill>
                  <a:schemeClr val="dk1"/>
                </a:solidFill>
                <a:latin typeface="Arial"/>
                <a:ea typeface="Arial"/>
                <a:cs typeface="Arial"/>
                <a:sym typeface="Arial"/>
              </a:rPr>
              <a:t>» (via Acrobat Pro).</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400"/>
              <a:buFont typeface="Arial"/>
              <a:buNone/>
            </a:pPr>
            <a:r>
              <a:rPr b="0" i="0" lang="fr-FR" sz="1400" u="none" cap="none" strike="noStrike">
                <a:solidFill>
                  <a:schemeClr val="dk1"/>
                </a:solidFill>
                <a:latin typeface="Arial"/>
                <a:ea typeface="Arial"/>
                <a:cs typeface="Arial"/>
                <a:sym typeface="Arial"/>
              </a:rPr>
              <a:t>Il existe également </a:t>
            </a:r>
            <a:r>
              <a:rPr b="0" i="0" lang="fr-FR" sz="1400" u="sng" cap="none" strike="noStrike">
                <a:solidFill>
                  <a:schemeClr val="hlink"/>
                </a:solidFill>
                <a:latin typeface="Arial"/>
                <a:ea typeface="Arial"/>
                <a:cs typeface="Arial"/>
                <a:sym typeface="Arial"/>
                <a:hlinkClick r:id="rId4"/>
              </a:rPr>
              <a:t>une version en ligne</a:t>
            </a:r>
            <a:r>
              <a:rPr b="0" i="0" lang="fr-FR"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700"/>
              <a:buFont typeface="Arial"/>
              <a:buNone/>
            </a:pPr>
            <a:r>
              <a:t/>
            </a:r>
            <a:endParaRPr b="1" i="0" sz="1700" u="none" cap="none" strike="noStrike">
              <a:solidFill>
                <a:schemeClr val="dk1"/>
              </a:solidFill>
              <a:latin typeface="Arial"/>
              <a:ea typeface="Arial"/>
              <a:cs typeface="Arial"/>
              <a:sym typeface="Arial"/>
            </a:endParaRPr>
          </a:p>
        </p:txBody>
      </p:sp>
      <p:sp>
        <p:nvSpPr>
          <p:cNvPr id="348" name="Google Shape;348;g368041a9cdd_0_47"/>
          <p:cNvSpPr txBox="1"/>
          <p:nvPr/>
        </p:nvSpPr>
        <p:spPr>
          <a:xfrm>
            <a:off x="4270200" y="1693000"/>
            <a:ext cx="4513800" cy="301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fr-FR" sz="1800" u="none" cap="none" strike="noStrike">
                <a:solidFill>
                  <a:schemeClr val="dk1"/>
                </a:solidFill>
                <a:latin typeface="Arial"/>
                <a:ea typeface="Arial"/>
                <a:cs typeface="Arial"/>
                <a:sym typeface="Arial"/>
              </a:rPr>
              <a:t>Acrobat Pro</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105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0" i="0" lang="fr-FR" sz="1450" u="none" cap="none" strike="noStrike">
                <a:solidFill>
                  <a:schemeClr val="dk1"/>
                </a:solidFill>
                <a:latin typeface="Arial"/>
                <a:ea typeface="Arial"/>
                <a:cs typeface="Arial"/>
                <a:sym typeface="Arial"/>
              </a:rPr>
              <a:t>Outil d’accessibilité permettant d’afficher un «Rapport d’accessibilité» avec des liens vers la documentation officielle pour comprendre et corriger les erreurs.</a:t>
            </a:r>
            <a:endParaRPr b="0" i="0" sz="145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105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1" i="0" lang="fr-FR" sz="1800" u="none" cap="none" strike="noStrike">
                <a:solidFill>
                  <a:schemeClr val="dk1"/>
                </a:solidFill>
                <a:latin typeface="Arial"/>
                <a:ea typeface="Arial"/>
                <a:cs typeface="Arial"/>
                <a:sym typeface="Arial"/>
              </a:rPr>
              <a:t>Avec un lecteur d’écran</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0" i="0" lang="fr-FR" sz="1400" u="none" cap="none" strike="noStrike">
                <a:solidFill>
                  <a:schemeClr val="dk1"/>
                </a:solidFill>
                <a:latin typeface="Arial"/>
                <a:ea typeface="Arial"/>
                <a:cs typeface="Arial"/>
                <a:sym typeface="Arial"/>
              </a:rPr>
              <a:t>Le lecteur d’écran n’est pas un outil de test mais peut aider à vérifier la compréhension d’ensemble et la restitution des éléments (ordre, sémantique). </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105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50"/>
              <a:buFont typeface="Arial"/>
              <a:buNone/>
            </a:pPr>
            <a:r>
              <a:t/>
            </a:r>
            <a:endParaRPr b="0" i="0" sz="105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g368041a9cdd_0_0"/>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355" name="Google Shape;355;g368041a9cdd_0_0"/>
          <p:cNvSpPr txBox="1"/>
          <p:nvPr>
            <p:ph type="title"/>
          </p:nvPr>
        </p:nvSpPr>
        <p:spPr>
          <a:xfrm>
            <a:off x="359999" y="900000"/>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fr-FR">
                <a:solidFill>
                  <a:schemeClr val="dk2"/>
                </a:solidFill>
                <a:highlight>
                  <a:schemeClr val="lt1"/>
                </a:highlight>
              </a:rPr>
              <a:t>L’accessibilité numérique - travaux pratique</a:t>
            </a:r>
            <a:endParaRPr>
              <a:solidFill>
                <a:schemeClr val="dk2"/>
              </a:solidFill>
              <a:highlight>
                <a:schemeClr val="lt1"/>
              </a:highlight>
            </a:endParaRPr>
          </a:p>
        </p:txBody>
      </p:sp>
      <p:sp>
        <p:nvSpPr>
          <p:cNvPr id="356" name="Google Shape;356;g368041a9cdd_0_0"/>
          <p:cNvSpPr txBox="1"/>
          <p:nvPr>
            <p:ph idx="4" type="body"/>
          </p:nvPr>
        </p:nvSpPr>
        <p:spPr>
          <a:xfrm>
            <a:off x="360000" y="1347600"/>
            <a:ext cx="8315700" cy="288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lang="fr-FR" sz="1600">
                <a:solidFill>
                  <a:schemeClr val="dk1"/>
                </a:solidFill>
              </a:rPr>
              <a:t>Vérification de l’accessibilité (avant export) avec l’outil intégré</a:t>
            </a:r>
            <a:endParaRPr sz="1600">
              <a:solidFill>
                <a:schemeClr val="dk1"/>
              </a:solidFill>
            </a:endParaRPr>
          </a:p>
        </p:txBody>
      </p:sp>
      <p:sp>
        <p:nvSpPr>
          <p:cNvPr id="357" name="Google Shape;357;g368041a9cdd_0_0"/>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g368041a9cdd_0_0"/>
          <p:cNvSpPr txBox="1"/>
          <p:nvPr/>
        </p:nvSpPr>
        <p:spPr>
          <a:xfrm>
            <a:off x="423275" y="1693000"/>
            <a:ext cx="3661800" cy="301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Word</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chemeClr val="dk1"/>
              </a:buClr>
              <a:buSzPts val="1100"/>
              <a:buFont typeface="Arial"/>
              <a:buNone/>
            </a:pPr>
            <a:r>
              <a:rPr b="0" i="0" lang="fr-FR" sz="1600" u="none" cap="none" strike="noStrike">
                <a:solidFill>
                  <a:schemeClr val="dk1"/>
                </a:solidFill>
                <a:latin typeface="Arial"/>
                <a:ea typeface="Arial"/>
                <a:cs typeface="Arial"/>
                <a:sym typeface="Arial"/>
              </a:rPr>
              <a:t>Révision → Vérifier l’accessibilité → Vérifier l’accessibilité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700"/>
              <a:buFont typeface="Arial"/>
              <a:buNone/>
            </a:pPr>
            <a:r>
              <a:t/>
            </a:r>
            <a:endParaRPr b="1" i="0" sz="1700" u="none" cap="none" strike="noStrike">
              <a:solidFill>
                <a:schemeClr val="dk1"/>
              </a:solidFill>
              <a:latin typeface="Arial"/>
              <a:ea typeface="Arial"/>
              <a:cs typeface="Arial"/>
              <a:sym typeface="Arial"/>
            </a:endParaRPr>
          </a:p>
        </p:txBody>
      </p:sp>
      <p:sp>
        <p:nvSpPr>
          <p:cNvPr id="359" name="Google Shape;359;g368041a9cdd_0_0"/>
          <p:cNvSpPr txBox="1"/>
          <p:nvPr/>
        </p:nvSpPr>
        <p:spPr>
          <a:xfrm>
            <a:off x="4270200" y="1693000"/>
            <a:ext cx="4513800" cy="301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Writer</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0" i="0" lang="fr-FR" sz="1600" u="none" cap="none" strike="noStrike">
                <a:solidFill>
                  <a:schemeClr val="dk1"/>
                </a:solidFill>
                <a:latin typeface="Arial"/>
                <a:ea typeface="Arial"/>
                <a:cs typeface="Arial"/>
                <a:sym typeface="Arial"/>
              </a:rPr>
              <a:t>Outils → Vérification de l’accessibilité</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chemeClr val="dk1"/>
              </a:buClr>
              <a:buSzPts val="1100"/>
              <a:buFont typeface="Arial"/>
              <a:buNone/>
            </a:pPr>
            <a:r>
              <a:rPr b="0" i="0" lang="fr-FR" sz="1200" u="none" cap="none" strike="noStrike">
                <a:solidFill>
                  <a:schemeClr val="dk1"/>
                </a:solidFill>
                <a:latin typeface="Arial"/>
                <a:ea typeface="Arial"/>
                <a:cs typeface="Arial"/>
                <a:sym typeface="Arial"/>
              </a:rPr>
              <a:t>Sous </a:t>
            </a:r>
            <a:r>
              <a:rPr b="1" i="0" lang="fr-FR" sz="1200" u="none" cap="none" strike="noStrike">
                <a:solidFill>
                  <a:schemeClr val="dk1"/>
                </a:solidFill>
                <a:latin typeface="Arial"/>
                <a:ea typeface="Arial"/>
                <a:cs typeface="Arial"/>
                <a:sym typeface="Arial"/>
              </a:rPr>
              <a:t>Writer</a:t>
            </a:r>
            <a:r>
              <a:rPr b="0" i="0" lang="fr-FR" sz="1200" u="none" cap="none" strike="noStrike">
                <a:solidFill>
                  <a:schemeClr val="dk1"/>
                </a:solidFill>
                <a:latin typeface="Arial"/>
                <a:ea typeface="Arial"/>
                <a:cs typeface="Arial"/>
                <a:sym typeface="Arial"/>
              </a:rPr>
              <a:t>, l’outil de vérification de l’accessibilité se lance automatiquement lors d’un export en PDF « accessible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050"/>
              <a:buFont typeface="Arial"/>
              <a:buNone/>
            </a:pPr>
            <a:r>
              <a:t/>
            </a:r>
            <a:endParaRPr b="0" i="0" sz="1050" u="none" cap="none" strike="noStrike">
              <a:solidFill>
                <a:schemeClr val="dk1"/>
              </a:solidFill>
              <a:latin typeface="Arial"/>
              <a:ea typeface="Arial"/>
              <a:cs typeface="Arial"/>
              <a:sym typeface="Arial"/>
            </a:endParaRPr>
          </a:p>
        </p:txBody>
      </p:sp>
      <p:pic>
        <p:nvPicPr>
          <p:cNvPr descr="image décorative" id="360" name="Google Shape;360;g368041a9cdd_0_0" title="word-outil-interne-ay11.png"/>
          <p:cNvPicPr preferRelativeResize="0"/>
          <p:nvPr/>
        </p:nvPicPr>
        <p:blipFill rotWithShape="1">
          <a:blip r:embed="rId3">
            <a:alphaModFix/>
          </a:blip>
          <a:srcRect b="0" l="0" r="0" t="0"/>
          <a:stretch/>
        </p:blipFill>
        <p:spPr>
          <a:xfrm>
            <a:off x="600138" y="3012175"/>
            <a:ext cx="3308075" cy="1360675"/>
          </a:xfrm>
          <a:prstGeom prst="rect">
            <a:avLst/>
          </a:prstGeom>
          <a:noFill/>
          <a:ln>
            <a:noFill/>
          </a:ln>
        </p:spPr>
      </p:pic>
      <p:pic>
        <p:nvPicPr>
          <p:cNvPr descr="image décorative" id="361" name="Google Shape;361;g368041a9cdd_0_0" title="writer-outil.png"/>
          <p:cNvPicPr preferRelativeResize="0"/>
          <p:nvPr/>
        </p:nvPicPr>
        <p:blipFill rotWithShape="1">
          <a:blip r:embed="rId4">
            <a:alphaModFix/>
          </a:blip>
          <a:srcRect b="0" l="0" r="0" t="0"/>
          <a:stretch/>
        </p:blipFill>
        <p:spPr>
          <a:xfrm>
            <a:off x="5053775" y="3012175"/>
            <a:ext cx="2765180" cy="16955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g368041a9cdd_0_18"/>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368" name="Google Shape;368;g368041a9cdd_0_18"/>
          <p:cNvSpPr txBox="1"/>
          <p:nvPr>
            <p:ph type="title"/>
          </p:nvPr>
        </p:nvSpPr>
        <p:spPr>
          <a:xfrm>
            <a:off x="359999" y="758200"/>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fr-FR">
                <a:solidFill>
                  <a:schemeClr val="dk2"/>
                </a:solidFill>
                <a:highlight>
                  <a:schemeClr val="lt1"/>
                </a:highlight>
              </a:rPr>
              <a:t>L’accessibilité numérique - travaux pratique</a:t>
            </a:r>
            <a:endParaRPr>
              <a:solidFill>
                <a:schemeClr val="dk2"/>
              </a:solidFill>
              <a:highlight>
                <a:schemeClr val="lt1"/>
              </a:highlight>
            </a:endParaRPr>
          </a:p>
        </p:txBody>
      </p:sp>
      <p:sp>
        <p:nvSpPr>
          <p:cNvPr id="369" name="Google Shape;369;g368041a9cdd_0_18"/>
          <p:cNvSpPr txBox="1"/>
          <p:nvPr>
            <p:ph idx="4" type="body"/>
          </p:nvPr>
        </p:nvSpPr>
        <p:spPr>
          <a:xfrm>
            <a:off x="360000" y="1128250"/>
            <a:ext cx="8315700" cy="303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lang="fr-FR" sz="1600">
                <a:solidFill>
                  <a:schemeClr val="dk1"/>
                </a:solidFill>
              </a:rPr>
              <a:t>Export PDF accessible - conservation des balises de structure</a:t>
            </a:r>
            <a:endParaRPr sz="1600">
              <a:solidFill>
                <a:schemeClr val="dk1"/>
              </a:solidFill>
            </a:endParaRPr>
          </a:p>
        </p:txBody>
      </p:sp>
      <p:sp>
        <p:nvSpPr>
          <p:cNvPr id="370" name="Google Shape;370;g368041a9cdd_0_18"/>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g368041a9cdd_0_18"/>
          <p:cNvSpPr txBox="1"/>
          <p:nvPr/>
        </p:nvSpPr>
        <p:spPr>
          <a:xfrm>
            <a:off x="423275" y="1494300"/>
            <a:ext cx="3987600" cy="3213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Word</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fr-FR" sz="1200" u="none" cap="none" strike="noStrike">
                <a:solidFill>
                  <a:schemeClr val="dk1"/>
                </a:solidFill>
                <a:latin typeface="Arial"/>
                <a:ea typeface="Arial"/>
                <a:cs typeface="Arial"/>
                <a:sym typeface="Arial"/>
              </a:rPr>
              <a:t>Génération du PDF : Fichier → Exporter → Créer PDF/XPS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fr-FR" sz="1200" u="none" cap="none" strike="noStrike">
                <a:solidFill>
                  <a:schemeClr val="dk1"/>
                </a:solidFill>
                <a:latin typeface="Arial"/>
                <a:ea typeface="Arial"/>
                <a:cs typeface="Arial"/>
                <a:sym typeface="Arial"/>
              </a:rPr>
              <a:t>Dans l’explorateur, avant d’enregistrer : Options…, cocher :</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500"/>
              </a:spcBef>
              <a:spcAft>
                <a:spcPts val="0"/>
              </a:spcAft>
              <a:buClr>
                <a:schemeClr val="dk1"/>
              </a:buClr>
              <a:buSzPts val="1200"/>
              <a:buFont typeface="Arial"/>
              <a:buChar char="●"/>
            </a:pPr>
            <a:r>
              <a:rPr b="0" i="0" lang="fr-FR" sz="1200" u="none" cap="none" strike="noStrike">
                <a:solidFill>
                  <a:schemeClr val="dk1"/>
                </a:solidFill>
                <a:latin typeface="Arial"/>
                <a:ea typeface="Arial"/>
                <a:cs typeface="Arial"/>
                <a:sym typeface="Arial"/>
              </a:rPr>
              <a:t>Créer des signets à l’aide de titre</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fr-FR" sz="1200" u="none" cap="none" strike="noStrike">
                <a:solidFill>
                  <a:schemeClr val="dk1"/>
                </a:solidFill>
                <a:latin typeface="Arial"/>
                <a:ea typeface="Arial"/>
                <a:cs typeface="Arial"/>
                <a:sym typeface="Arial"/>
              </a:rPr>
              <a:t>Propriétés du document</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fr-FR" sz="1200" u="none" cap="none" strike="noStrike">
                <a:solidFill>
                  <a:schemeClr val="dk1"/>
                </a:solidFill>
                <a:latin typeface="Arial"/>
                <a:ea typeface="Arial"/>
                <a:cs typeface="Arial"/>
                <a:sym typeface="Arial"/>
              </a:rPr>
              <a:t>Balises de structure</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700"/>
              <a:buFont typeface="Arial"/>
              <a:buNone/>
            </a:pPr>
            <a:r>
              <a:t/>
            </a:r>
            <a:endParaRPr b="1" i="0" sz="1700" u="none" cap="none" strike="noStrike">
              <a:solidFill>
                <a:schemeClr val="dk1"/>
              </a:solidFill>
              <a:latin typeface="Arial"/>
              <a:ea typeface="Arial"/>
              <a:cs typeface="Arial"/>
              <a:sym typeface="Arial"/>
            </a:endParaRPr>
          </a:p>
        </p:txBody>
      </p:sp>
      <p:sp>
        <p:nvSpPr>
          <p:cNvPr id="372" name="Google Shape;372;g368041a9cdd_0_18"/>
          <p:cNvSpPr txBox="1"/>
          <p:nvPr/>
        </p:nvSpPr>
        <p:spPr>
          <a:xfrm>
            <a:off x="4572000" y="1520325"/>
            <a:ext cx="4212000" cy="3187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Writer</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100"/>
              <a:buFont typeface="Arial"/>
              <a:buNone/>
            </a:pPr>
            <a:r>
              <a:rPr b="0" i="0" lang="fr-FR" sz="1200" u="none" cap="none" strike="noStrike">
                <a:solidFill>
                  <a:schemeClr val="dk1"/>
                </a:solidFill>
                <a:latin typeface="Arial"/>
                <a:ea typeface="Arial"/>
                <a:cs typeface="Arial"/>
                <a:sym typeface="Arial"/>
              </a:rPr>
              <a:t>Paramétrage : Fichier→Exporter vers → Exporter au format PDF :</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600"/>
              </a:spcBef>
              <a:spcAft>
                <a:spcPts val="0"/>
              </a:spcAft>
              <a:buClr>
                <a:schemeClr val="dk1"/>
              </a:buClr>
              <a:buSzPts val="1200"/>
              <a:buFont typeface="Arial"/>
              <a:buChar char="●"/>
            </a:pPr>
            <a:r>
              <a:rPr b="0" i="0" lang="fr-FR" sz="1200" u="none" cap="none" strike="noStrike">
                <a:solidFill>
                  <a:schemeClr val="dk1"/>
                </a:solidFill>
                <a:latin typeface="Arial"/>
                <a:ea typeface="Arial"/>
                <a:cs typeface="Arial"/>
                <a:sym typeface="Arial"/>
              </a:rPr>
              <a:t>Accessibilité Universelle (PDF/UA)</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fr-FR" sz="1200" u="none" cap="none" strike="noStrike">
                <a:solidFill>
                  <a:schemeClr val="dk1"/>
                </a:solidFill>
                <a:latin typeface="Arial"/>
                <a:ea typeface="Arial"/>
                <a:cs typeface="Arial"/>
                <a:sym typeface="Arial"/>
              </a:rPr>
              <a:t>Exporter le plan et autres éléments de structure</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100"/>
              <a:buFont typeface="Arial"/>
              <a:buNone/>
            </a:pPr>
            <a:r>
              <a:rPr b="0" i="0" lang="fr-FR" sz="1200" u="none" cap="none" strike="noStrike">
                <a:solidFill>
                  <a:schemeClr val="dk1"/>
                </a:solidFill>
                <a:latin typeface="Arial"/>
                <a:ea typeface="Arial"/>
                <a:cs typeface="Arial"/>
                <a:sym typeface="Arial"/>
              </a:rPr>
              <a:t>Génération du PDF : Exporter ou Fichier→Exporter vers → Exporter directement au format PDF</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1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500"/>
              </a:spcBef>
              <a:spcAft>
                <a:spcPts val="0"/>
              </a:spcAft>
              <a:buClr>
                <a:srgbClr val="000000"/>
              </a:buClr>
              <a:buSzPts val="1050"/>
              <a:buFont typeface="Arial"/>
              <a:buNone/>
            </a:pPr>
            <a:r>
              <a:t/>
            </a:r>
            <a:endParaRPr b="0" i="0" sz="1050" u="none" cap="none" strike="noStrike">
              <a:solidFill>
                <a:schemeClr val="dk1"/>
              </a:solidFill>
              <a:latin typeface="Arial"/>
              <a:ea typeface="Arial"/>
              <a:cs typeface="Arial"/>
              <a:sym typeface="Arial"/>
            </a:endParaRPr>
          </a:p>
        </p:txBody>
      </p:sp>
      <p:pic>
        <p:nvPicPr>
          <p:cNvPr descr="image décorative" id="373" name="Google Shape;373;g368041a9cdd_0_18" title="export-pdf-word-option.png"/>
          <p:cNvPicPr preferRelativeResize="0"/>
          <p:nvPr/>
        </p:nvPicPr>
        <p:blipFill rotWithShape="1">
          <a:blip r:embed="rId3">
            <a:alphaModFix/>
          </a:blip>
          <a:srcRect b="0" l="0" r="0" t="0"/>
          <a:stretch/>
        </p:blipFill>
        <p:spPr>
          <a:xfrm>
            <a:off x="1022375" y="3453013"/>
            <a:ext cx="2647950" cy="1152525"/>
          </a:xfrm>
          <a:prstGeom prst="rect">
            <a:avLst/>
          </a:prstGeom>
          <a:noFill/>
          <a:ln>
            <a:noFill/>
          </a:ln>
        </p:spPr>
      </p:pic>
      <p:pic>
        <p:nvPicPr>
          <p:cNvPr descr="image décorative" id="374" name="Google Shape;374;g368041a9cdd_0_18" title="export-pdf-writer-option.png"/>
          <p:cNvPicPr preferRelativeResize="0"/>
          <p:nvPr/>
        </p:nvPicPr>
        <p:blipFill rotWithShape="1">
          <a:blip r:embed="rId4">
            <a:alphaModFix/>
          </a:blip>
          <a:srcRect b="0" l="0" r="0" t="0"/>
          <a:stretch/>
        </p:blipFill>
        <p:spPr>
          <a:xfrm>
            <a:off x="5649025" y="3338713"/>
            <a:ext cx="2438400" cy="13811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368041a9cdd_0_294"/>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381" name="Google Shape;381;g368041a9cdd_0_294"/>
          <p:cNvSpPr txBox="1"/>
          <p:nvPr>
            <p:ph type="title"/>
          </p:nvPr>
        </p:nvSpPr>
        <p:spPr>
          <a:xfrm>
            <a:off x="305849" y="762725"/>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fr-FR">
                <a:solidFill>
                  <a:schemeClr val="dk2"/>
                </a:solidFill>
                <a:highlight>
                  <a:schemeClr val="lt1"/>
                </a:highlight>
              </a:rPr>
              <a:t>L’accessibilité numérique - travaux pratique</a:t>
            </a:r>
            <a:endParaRPr>
              <a:solidFill>
                <a:schemeClr val="dk2"/>
              </a:solidFill>
              <a:highlight>
                <a:schemeClr val="lt1"/>
              </a:highlight>
            </a:endParaRPr>
          </a:p>
        </p:txBody>
      </p:sp>
      <p:sp>
        <p:nvSpPr>
          <p:cNvPr id="382" name="Google Shape;382;g368041a9cdd_0_294"/>
          <p:cNvSpPr txBox="1"/>
          <p:nvPr>
            <p:ph idx="4" type="body"/>
          </p:nvPr>
        </p:nvSpPr>
        <p:spPr>
          <a:xfrm>
            <a:off x="360000" y="1158900"/>
            <a:ext cx="8315700" cy="534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lang="fr-FR" sz="1600">
                <a:solidFill>
                  <a:schemeClr val="dk1"/>
                </a:solidFill>
              </a:rPr>
              <a:t>Création d’un tableau de données accessible</a:t>
            </a:r>
            <a:endParaRPr sz="1600">
              <a:solidFill>
                <a:schemeClr val="dk1"/>
              </a:solidFill>
            </a:endParaRPr>
          </a:p>
          <a:p>
            <a:pPr indent="0" lvl="0" marL="0" rtl="0" algn="l">
              <a:lnSpc>
                <a:spcPct val="100000"/>
              </a:lnSpc>
              <a:spcBef>
                <a:spcPts val="0"/>
              </a:spcBef>
              <a:spcAft>
                <a:spcPts val="0"/>
              </a:spcAft>
              <a:buSzPts val="1100"/>
              <a:buNone/>
            </a:pPr>
            <a:r>
              <a:t/>
            </a:r>
            <a:endParaRPr sz="1600">
              <a:solidFill>
                <a:schemeClr val="dk1"/>
              </a:solidFill>
            </a:endParaRPr>
          </a:p>
          <a:p>
            <a:pPr indent="0" lvl="0" marL="0" rtl="0" algn="l">
              <a:lnSpc>
                <a:spcPct val="100000"/>
              </a:lnSpc>
              <a:spcBef>
                <a:spcPts val="0"/>
              </a:spcBef>
              <a:spcAft>
                <a:spcPts val="0"/>
              </a:spcAft>
              <a:buSzPts val="1100"/>
              <a:buNone/>
            </a:pPr>
            <a:r>
              <a:t/>
            </a:r>
            <a:endParaRPr sz="1600">
              <a:solidFill>
                <a:schemeClr val="dk1"/>
              </a:solidFill>
            </a:endParaRPr>
          </a:p>
          <a:p>
            <a:pPr indent="0" lvl="0" marL="0" rtl="0" algn="l">
              <a:lnSpc>
                <a:spcPct val="100000"/>
              </a:lnSpc>
              <a:spcBef>
                <a:spcPts val="0"/>
              </a:spcBef>
              <a:spcAft>
                <a:spcPts val="0"/>
              </a:spcAft>
              <a:buSzPts val="1100"/>
              <a:buNone/>
            </a:pPr>
            <a:r>
              <a:t/>
            </a:r>
            <a:endParaRPr sz="1600">
              <a:solidFill>
                <a:schemeClr val="dk1"/>
              </a:solidFill>
            </a:endParaRPr>
          </a:p>
          <a:p>
            <a:pPr indent="0" lvl="0" marL="0" rtl="0" algn="l">
              <a:lnSpc>
                <a:spcPct val="100000"/>
              </a:lnSpc>
              <a:spcBef>
                <a:spcPts val="0"/>
              </a:spcBef>
              <a:spcAft>
                <a:spcPts val="0"/>
              </a:spcAft>
              <a:buSzPts val="1100"/>
              <a:buNone/>
            </a:pPr>
            <a:r>
              <a:t/>
            </a:r>
            <a:endParaRPr sz="1600">
              <a:solidFill>
                <a:schemeClr val="dk1"/>
              </a:solidFill>
            </a:endParaRPr>
          </a:p>
        </p:txBody>
      </p:sp>
      <p:sp>
        <p:nvSpPr>
          <p:cNvPr id="383" name="Google Shape;383;g368041a9cdd_0_294"/>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g368041a9cdd_0_294"/>
          <p:cNvSpPr txBox="1"/>
          <p:nvPr/>
        </p:nvSpPr>
        <p:spPr>
          <a:xfrm>
            <a:off x="360000" y="1512250"/>
            <a:ext cx="3725100" cy="3195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fr-FR" sz="1800" u="none" cap="none" strike="noStrike">
                <a:solidFill>
                  <a:schemeClr val="dk1"/>
                </a:solidFill>
                <a:latin typeface="Arial"/>
                <a:ea typeface="Arial"/>
                <a:cs typeface="Arial"/>
                <a:sym typeface="Arial"/>
              </a:rPr>
              <a:t>Word</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chemeClr val="dk1"/>
              </a:buClr>
              <a:buSzPts val="1100"/>
              <a:buFont typeface="Arial"/>
              <a:buNone/>
            </a:pPr>
            <a:r>
              <a:rPr b="0" i="0" lang="fr-FR" sz="1200" u="none" cap="none" strike="noStrike">
                <a:solidFill>
                  <a:schemeClr val="dk1"/>
                </a:solidFill>
                <a:latin typeface="Arial"/>
                <a:ea typeface="Arial"/>
                <a:cs typeface="Arial"/>
                <a:sym typeface="Arial"/>
              </a:rPr>
              <a:t>Insertion → Tableau puis dans le tableau → Clic droit  →  Propriétés du tableau… → Onglet Ligne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200"/>
              <a:buFont typeface="Arial"/>
              <a:buNone/>
            </a:pPr>
            <a:r>
              <a:rPr b="0" i="0" lang="fr-FR" sz="1200" u="none" cap="none" strike="noStrike">
                <a:solidFill>
                  <a:schemeClr val="dk1"/>
                </a:solidFill>
                <a:latin typeface="Arial"/>
                <a:ea typeface="Arial"/>
                <a:cs typeface="Arial"/>
                <a:sym typeface="Arial"/>
              </a:rPr>
              <a:t>Sélectionner tout le tableau  → Clic droit  → Insérer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200"/>
              <a:buFont typeface="Arial"/>
              <a:buNone/>
            </a:pPr>
            <a:r>
              <a:rPr b="0" i="0" lang="fr-FR" sz="1200" u="none" cap="none" strike="noStrike">
                <a:solidFill>
                  <a:schemeClr val="dk1"/>
                </a:solidFill>
                <a:latin typeface="Arial"/>
                <a:ea typeface="Arial"/>
                <a:cs typeface="Arial"/>
                <a:sym typeface="Arial"/>
              </a:rPr>
              <a:t>une légende. Insérer la légende (au-dessus) puis la modifier dans le document.</a:t>
            </a:r>
            <a:endParaRPr b="0" i="0" sz="1200" u="none" cap="none" strike="noStrike">
              <a:solidFill>
                <a:schemeClr val="dk1"/>
              </a:solidFill>
              <a:latin typeface="Arial"/>
              <a:ea typeface="Arial"/>
              <a:cs typeface="Arial"/>
              <a:sym typeface="Arial"/>
            </a:endParaRPr>
          </a:p>
        </p:txBody>
      </p:sp>
      <p:sp>
        <p:nvSpPr>
          <p:cNvPr id="385" name="Google Shape;385;g368041a9cdd_0_294"/>
          <p:cNvSpPr txBox="1"/>
          <p:nvPr/>
        </p:nvSpPr>
        <p:spPr>
          <a:xfrm>
            <a:off x="4270200" y="1512000"/>
            <a:ext cx="4513800" cy="3195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Writer</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chemeClr val="dk1"/>
              </a:buClr>
              <a:buSzPts val="1100"/>
              <a:buFont typeface="Arial"/>
              <a:buNone/>
            </a:pPr>
            <a:r>
              <a:rPr b="0" i="0" lang="fr-FR" sz="1200" u="none" cap="none" strike="noStrike">
                <a:solidFill>
                  <a:schemeClr val="dk1"/>
                </a:solidFill>
                <a:latin typeface="Arial"/>
                <a:ea typeface="Arial"/>
                <a:cs typeface="Arial"/>
                <a:sym typeface="Arial"/>
              </a:rPr>
              <a:t>Tableau → Insérer un tableau…</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200"/>
              <a:buFont typeface="Arial"/>
              <a:buNone/>
            </a:pPr>
            <a:r>
              <a:rPr b="0" i="0" lang="fr-FR" sz="1200" u="none" cap="none" strike="noStrike">
                <a:solidFill>
                  <a:schemeClr val="dk1"/>
                </a:solidFill>
                <a:latin typeface="Arial"/>
                <a:ea typeface="Arial"/>
                <a:cs typeface="Arial"/>
                <a:sym typeface="Arial"/>
              </a:rPr>
              <a:t>Dans le tableau → Clic droit  →  Propriétés du tableau  → Onglet Enchaînements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chemeClr val="dk1"/>
              </a:buClr>
              <a:buSzPts val="1100"/>
              <a:buFont typeface="Arial"/>
              <a:buNone/>
            </a:pPr>
            <a:r>
              <a:rPr b="0" i="0" lang="fr-FR" sz="1200" u="none" cap="none" strike="noStrike">
                <a:solidFill>
                  <a:schemeClr val="dk1"/>
                </a:solidFill>
                <a:latin typeface="Arial"/>
                <a:ea typeface="Arial"/>
                <a:cs typeface="Arial"/>
                <a:sym typeface="Arial"/>
              </a:rPr>
              <a:t>Dans le tableau → Clic droit  → Insérer une légende</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chemeClr val="dk1"/>
              </a:buClr>
              <a:buSzPts val="11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pic>
        <p:nvPicPr>
          <p:cNvPr descr="image décorative" id="386" name="Google Shape;386;g368041a9cdd_0_294" title="1.png"/>
          <p:cNvPicPr preferRelativeResize="0"/>
          <p:nvPr/>
        </p:nvPicPr>
        <p:blipFill rotWithShape="1">
          <a:blip r:embed="rId3">
            <a:alphaModFix/>
          </a:blip>
          <a:srcRect b="0" l="0" r="0" t="0"/>
          <a:stretch/>
        </p:blipFill>
        <p:spPr>
          <a:xfrm>
            <a:off x="423400" y="2571738"/>
            <a:ext cx="3143250" cy="457200"/>
          </a:xfrm>
          <a:prstGeom prst="rect">
            <a:avLst/>
          </a:prstGeom>
          <a:noFill/>
          <a:ln>
            <a:noFill/>
          </a:ln>
        </p:spPr>
      </p:pic>
      <p:pic>
        <p:nvPicPr>
          <p:cNvPr descr="image décorative" id="387" name="Google Shape;387;g368041a9cdd_0_294" title="2.png"/>
          <p:cNvPicPr preferRelativeResize="0"/>
          <p:nvPr/>
        </p:nvPicPr>
        <p:blipFill rotWithShape="1">
          <a:blip r:embed="rId4">
            <a:alphaModFix/>
          </a:blip>
          <a:srcRect b="0" l="0" r="0" t="0"/>
          <a:stretch/>
        </p:blipFill>
        <p:spPr>
          <a:xfrm>
            <a:off x="477900" y="4117300"/>
            <a:ext cx="1956589" cy="457925"/>
          </a:xfrm>
          <a:prstGeom prst="rect">
            <a:avLst/>
          </a:prstGeom>
          <a:noFill/>
          <a:ln>
            <a:noFill/>
          </a:ln>
        </p:spPr>
      </p:pic>
      <p:pic>
        <p:nvPicPr>
          <p:cNvPr descr="image décorative" id="388" name="Google Shape;388;g368041a9cdd_0_294" title="3.png"/>
          <p:cNvPicPr preferRelativeResize="0"/>
          <p:nvPr/>
        </p:nvPicPr>
        <p:blipFill rotWithShape="1">
          <a:blip r:embed="rId5">
            <a:alphaModFix/>
          </a:blip>
          <a:srcRect b="0" l="0" r="0" t="0"/>
          <a:stretch/>
        </p:blipFill>
        <p:spPr>
          <a:xfrm>
            <a:off x="2516950" y="4036700"/>
            <a:ext cx="1388312" cy="457925"/>
          </a:xfrm>
          <a:prstGeom prst="rect">
            <a:avLst/>
          </a:prstGeom>
          <a:noFill/>
          <a:ln>
            <a:noFill/>
          </a:ln>
        </p:spPr>
      </p:pic>
      <p:pic>
        <p:nvPicPr>
          <p:cNvPr descr="image décorative" id="389" name="Google Shape;389;g368041a9cdd_0_294" title="4.png"/>
          <p:cNvPicPr preferRelativeResize="0"/>
          <p:nvPr/>
        </p:nvPicPr>
        <p:blipFill rotWithShape="1">
          <a:blip r:embed="rId6">
            <a:alphaModFix/>
          </a:blip>
          <a:srcRect b="0" l="0" r="0" t="0"/>
          <a:stretch/>
        </p:blipFill>
        <p:spPr>
          <a:xfrm>
            <a:off x="5410225" y="2761950"/>
            <a:ext cx="3057525" cy="952500"/>
          </a:xfrm>
          <a:prstGeom prst="rect">
            <a:avLst/>
          </a:prstGeom>
          <a:noFill/>
          <a:ln>
            <a:noFill/>
          </a:ln>
        </p:spPr>
      </p:pic>
      <p:pic>
        <p:nvPicPr>
          <p:cNvPr descr="image décorative" id="390" name="Google Shape;390;g368041a9cdd_0_294" title="6.png"/>
          <p:cNvPicPr preferRelativeResize="0"/>
          <p:nvPr/>
        </p:nvPicPr>
        <p:blipFill rotWithShape="1">
          <a:blip r:embed="rId7">
            <a:alphaModFix/>
          </a:blip>
          <a:srcRect b="0" l="0" r="0" t="0"/>
          <a:stretch/>
        </p:blipFill>
        <p:spPr>
          <a:xfrm>
            <a:off x="7228300" y="4031963"/>
            <a:ext cx="1184790" cy="457925"/>
          </a:xfrm>
          <a:prstGeom prst="rect">
            <a:avLst/>
          </a:prstGeom>
          <a:noFill/>
          <a:ln>
            <a:noFill/>
          </a:ln>
        </p:spPr>
      </p:pic>
      <p:pic>
        <p:nvPicPr>
          <p:cNvPr descr="image décorative" id="391" name="Google Shape;391;g368041a9cdd_0_294" title="7.png"/>
          <p:cNvPicPr preferRelativeResize="0"/>
          <p:nvPr/>
        </p:nvPicPr>
        <p:blipFill rotWithShape="1">
          <a:blip r:embed="rId8">
            <a:alphaModFix/>
          </a:blip>
          <a:srcRect b="0" l="0" r="0" t="0"/>
          <a:stretch/>
        </p:blipFill>
        <p:spPr>
          <a:xfrm>
            <a:off x="4366300" y="4089475"/>
            <a:ext cx="2667000" cy="3429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g368041a9cdd_0_64"/>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398" name="Google Shape;398;g368041a9cdd_0_64"/>
          <p:cNvSpPr txBox="1"/>
          <p:nvPr>
            <p:ph type="title"/>
          </p:nvPr>
        </p:nvSpPr>
        <p:spPr>
          <a:xfrm>
            <a:off x="359999" y="900000"/>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fr-FR">
                <a:solidFill>
                  <a:schemeClr val="dk2"/>
                </a:solidFill>
                <a:highlight>
                  <a:schemeClr val="lt1"/>
                </a:highlight>
              </a:rPr>
              <a:t>L’accessibilité numérique - travaux pratique</a:t>
            </a:r>
            <a:endParaRPr>
              <a:solidFill>
                <a:schemeClr val="dk2"/>
              </a:solidFill>
              <a:highlight>
                <a:schemeClr val="lt1"/>
              </a:highlight>
            </a:endParaRPr>
          </a:p>
        </p:txBody>
      </p:sp>
      <p:sp>
        <p:nvSpPr>
          <p:cNvPr id="399" name="Google Shape;399;g368041a9cdd_0_64"/>
          <p:cNvSpPr txBox="1"/>
          <p:nvPr>
            <p:ph idx="4" type="body"/>
          </p:nvPr>
        </p:nvSpPr>
        <p:spPr>
          <a:xfrm>
            <a:off x="360000" y="1347600"/>
            <a:ext cx="8315700" cy="288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lang="fr-FR" sz="1600">
                <a:solidFill>
                  <a:schemeClr val="dk1"/>
                </a:solidFill>
              </a:rPr>
              <a:t>Vérification de l’accessibilité des PDF (après export)</a:t>
            </a:r>
            <a:endParaRPr sz="1600">
              <a:solidFill>
                <a:schemeClr val="dk1"/>
              </a:solidFill>
            </a:endParaRPr>
          </a:p>
        </p:txBody>
      </p:sp>
      <p:sp>
        <p:nvSpPr>
          <p:cNvPr id="400" name="Google Shape;400;g368041a9cdd_0_64"/>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g368041a9cdd_0_64"/>
          <p:cNvSpPr txBox="1"/>
          <p:nvPr/>
        </p:nvSpPr>
        <p:spPr>
          <a:xfrm>
            <a:off x="423275" y="1693000"/>
            <a:ext cx="2266500" cy="301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600"/>
              </a:spcBef>
              <a:spcAft>
                <a:spcPts val="500"/>
              </a:spcAft>
              <a:buClr>
                <a:srgbClr val="000000"/>
              </a:buClr>
              <a:buSzPts val="1700"/>
              <a:buFont typeface="Arial"/>
              <a:buNone/>
            </a:pPr>
            <a:r>
              <a:t/>
            </a:r>
            <a:endParaRPr b="1" i="0" sz="1700" u="none" cap="none" strike="noStrike">
              <a:solidFill>
                <a:schemeClr val="dk1"/>
              </a:solidFill>
              <a:latin typeface="Arial"/>
              <a:ea typeface="Arial"/>
              <a:cs typeface="Arial"/>
              <a:sym typeface="Arial"/>
            </a:endParaRPr>
          </a:p>
        </p:txBody>
      </p:sp>
      <p:sp>
        <p:nvSpPr>
          <p:cNvPr id="402" name="Google Shape;402;g368041a9cdd_0_64"/>
          <p:cNvSpPr txBox="1"/>
          <p:nvPr/>
        </p:nvSpPr>
        <p:spPr>
          <a:xfrm>
            <a:off x="2862750" y="1702650"/>
            <a:ext cx="5960700" cy="301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Acrobat Pro - vérificateur d’accessibilité et rapport</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50"/>
              <a:buFont typeface="Arial"/>
              <a:buNone/>
            </a:pPr>
            <a:r>
              <a:t/>
            </a:r>
            <a:endParaRPr b="0" i="0" sz="105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50"/>
              <a:buFont typeface="Arial"/>
              <a:buNone/>
            </a:pPr>
            <a:r>
              <a:t/>
            </a:r>
            <a:endParaRPr b="0" i="0" sz="1050" u="none" cap="none" strike="noStrike">
              <a:solidFill>
                <a:schemeClr val="dk1"/>
              </a:solidFill>
              <a:latin typeface="Arial"/>
              <a:ea typeface="Arial"/>
              <a:cs typeface="Arial"/>
              <a:sym typeface="Arial"/>
            </a:endParaRPr>
          </a:p>
        </p:txBody>
      </p:sp>
      <p:pic>
        <p:nvPicPr>
          <p:cNvPr descr="Screen écran de PAC" id="403" name="Google Shape;403;g368041a9cdd_0_64" title="pac.png"/>
          <p:cNvPicPr preferRelativeResize="0"/>
          <p:nvPr/>
        </p:nvPicPr>
        <p:blipFill rotWithShape="1">
          <a:blip r:embed="rId3">
            <a:alphaModFix/>
          </a:blip>
          <a:srcRect b="0" l="0" r="0" t="0"/>
          <a:stretch/>
        </p:blipFill>
        <p:spPr>
          <a:xfrm>
            <a:off x="515975" y="1736350"/>
            <a:ext cx="2076450" cy="2725350"/>
          </a:xfrm>
          <a:prstGeom prst="rect">
            <a:avLst/>
          </a:prstGeom>
          <a:noFill/>
          <a:ln>
            <a:noFill/>
          </a:ln>
        </p:spPr>
      </p:pic>
      <p:pic>
        <p:nvPicPr>
          <p:cNvPr descr="Screen écran du vérificateur d'accessibilité d'acrobat pro" id="404" name="Google Shape;404;g368041a9cdd_0_64" title="acrobat-pro.png"/>
          <p:cNvPicPr preferRelativeResize="0"/>
          <p:nvPr/>
        </p:nvPicPr>
        <p:blipFill rotWithShape="1">
          <a:blip r:embed="rId4">
            <a:alphaModFix/>
          </a:blip>
          <a:srcRect b="0" l="0" r="0" t="0"/>
          <a:stretch/>
        </p:blipFill>
        <p:spPr>
          <a:xfrm>
            <a:off x="3100513" y="2431500"/>
            <a:ext cx="1628775" cy="2095500"/>
          </a:xfrm>
          <a:prstGeom prst="rect">
            <a:avLst/>
          </a:prstGeom>
          <a:noFill/>
          <a:ln>
            <a:noFill/>
          </a:ln>
        </p:spPr>
      </p:pic>
      <p:pic>
        <p:nvPicPr>
          <p:cNvPr descr="Screen écran du générateur de rapport d'accessibilité d'acrobat pro" id="405" name="Google Shape;405;g368041a9cdd_0_64" title="acrobat-pro-rapport.png"/>
          <p:cNvPicPr preferRelativeResize="0"/>
          <p:nvPr/>
        </p:nvPicPr>
        <p:blipFill rotWithShape="1">
          <a:blip r:embed="rId5">
            <a:alphaModFix/>
          </a:blip>
          <a:srcRect b="0" l="0" r="0" t="0"/>
          <a:stretch/>
        </p:blipFill>
        <p:spPr>
          <a:xfrm>
            <a:off x="5636800" y="2255400"/>
            <a:ext cx="2190750" cy="2286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g3681b18b913_0_84"/>
          <p:cNvSpPr txBox="1"/>
          <p:nvPr>
            <p:ph idx="1" type="body"/>
          </p:nvPr>
        </p:nvSpPr>
        <p:spPr>
          <a:xfrm>
            <a:off x="359998" y="1836000"/>
            <a:ext cx="2520000" cy="25740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1100"/>
              <a:buFont typeface="Arial"/>
              <a:buNone/>
            </a:pPr>
            <a:r>
              <a:rPr b="0" lang="fr-FR" sz="1400" u="sng">
                <a:solidFill>
                  <a:schemeClr val="hlink"/>
                </a:solidFill>
                <a:highlight>
                  <a:schemeClr val="lt1"/>
                </a:highlight>
                <a:hlinkClick r:id="rId3"/>
              </a:rPr>
              <a:t>Comment concevoir un document Word accessible ? – GAAD 2023</a:t>
            </a:r>
            <a:endParaRPr b="0" sz="1400">
              <a:highlight>
                <a:schemeClr val="lt1"/>
              </a:highlight>
            </a:endParaRPr>
          </a:p>
          <a:p>
            <a:pPr indent="0" lvl="0" marL="0" rtl="0" algn="l">
              <a:lnSpc>
                <a:spcPct val="100000"/>
              </a:lnSpc>
              <a:spcBef>
                <a:spcPts val="400"/>
              </a:spcBef>
              <a:spcAft>
                <a:spcPts val="0"/>
              </a:spcAft>
              <a:buSzPts val="1050"/>
              <a:buNone/>
            </a:pPr>
            <a:r>
              <a:t/>
            </a:r>
            <a:endParaRPr/>
          </a:p>
        </p:txBody>
      </p:sp>
      <p:sp>
        <p:nvSpPr>
          <p:cNvPr id="412" name="Google Shape;412;g3681b18b913_0_84"/>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413" name="Google Shape;413;g3681b18b913_0_84"/>
          <p:cNvSpPr txBox="1"/>
          <p:nvPr>
            <p:ph type="title"/>
          </p:nvPr>
        </p:nvSpPr>
        <p:spPr>
          <a:xfrm>
            <a:off x="359999" y="900000"/>
            <a:ext cx="8424000" cy="44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fr-FR">
                <a:solidFill>
                  <a:schemeClr val="dk2"/>
                </a:solidFill>
              </a:rPr>
              <a:t>Pour aller plus loin</a:t>
            </a:r>
            <a:endParaRPr>
              <a:solidFill>
                <a:schemeClr val="dk2"/>
              </a:solidFill>
            </a:endParaRPr>
          </a:p>
        </p:txBody>
      </p:sp>
      <p:sp>
        <p:nvSpPr>
          <p:cNvPr id="414" name="Google Shape;414;g3681b18b913_0_84"/>
          <p:cNvSpPr txBox="1"/>
          <p:nvPr>
            <p:ph idx="4" type="body"/>
          </p:nvPr>
        </p:nvSpPr>
        <p:spPr>
          <a:xfrm>
            <a:off x="360363" y="1419225"/>
            <a:ext cx="8423400" cy="288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fr-FR" sz="1950">
                <a:solidFill>
                  <a:srgbClr val="0F0F0F"/>
                </a:solidFill>
                <a:highlight>
                  <a:srgbClr val="FFFFFF"/>
                </a:highlight>
                <a:latin typeface="Roboto"/>
                <a:ea typeface="Roboto"/>
                <a:cs typeface="Roboto"/>
                <a:sym typeface="Roboto"/>
              </a:rPr>
              <a:t>Comment concevoir un document Word accessible ?</a:t>
            </a:r>
            <a:endParaRPr sz="1950">
              <a:solidFill>
                <a:srgbClr val="0F0F0F"/>
              </a:solidFill>
              <a:highlight>
                <a:srgbClr val="FFFFFF"/>
              </a:highlight>
              <a:latin typeface="Roboto"/>
              <a:ea typeface="Roboto"/>
              <a:cs typeface="Roboto"/>
              <a:sym typeface="Roboto"/>
            </a:endParaRPr>
          </a:p>
          <a:p>
            <a:pPr indent="0" lvl="0" marL="0" rtl="0" algn="l">
              <a:lnSpc>
                <a:spcPct val="100000"/>
              </a:lnSpc>
              <a:spcBef>
                <a:spcPts val="0"/>
              </a:spcBef>
              <a:spcAft>
                <a:spcPts val="0"/>
              </a:spcAft>
              <a:buSzPts val="1100"/>
              <a:buNone/>
            </a:pPr>
            <a:r>
              <a:t/>
            </a:r>
            <a:endParaRPr/>
          </a:p>
        </p:txBody>
      </p:sp>
      <p:pic>
        <p:nvPicPr>
          <p:cNvPr descr="Décoratif" id="415" name="Google Shape;415;g3681b18b913_0_84" title="Capture d’écran 2025-06-13 à 22.46.49.png"/>
          <p:cNvPicPr preferRelativeResize="0"/>
          <p:nvPr/>
        </p:nvPicPr>
        <p:blipFill rotWithShape="1">
          <a:blip r:embed="rId4">
            <a:alphaModFix/>
          </a:blip>
          <a:srcRect b="0" l="0" r="0" t="0"/>
          <a:stretch/>
        </p:blipFill>
        <p:spPr>
          <a:xfrm>
            <a:off x="3775423" y="1779750"/>
            <a:ext cx="5008346" cy="277057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g3417a403e41_2_158"/>
          <p:cNvSpPr txBox="1"/>
          <p:nvPr>
            <p:ph type="title"/>
          </p:nvPr>
        </p:nvSpPr>
        <p:spPr>
          <a:xfrm>
            <a:off x="0" y="0"/>
            <a:ext cx="180000" cy="180000"/>
          </a:xfrm>
          <a:prstGeom prst="rect">
            <a:avLst/>
          </a:prstGeom>
          <a:noFill/>
          <a:ln cap="flat" cmpd="sng" w="9525">
            <a:solidFill>
              <a:schemeClr val="dk1">
                <a:alpha val="0"/>
              </a:schemeClr>
            </a:solidFill>
            <a:prstDash val="solid"/>
            <a:round/>
            <a:headEnd len="sm" w="sm" type="none"/>
            <a:tailEnd len="sm" w="sm" type="none"/>
          </a:ln>
        </p:spPr>
        <p:txBody>
          <a:bodyPr anchorCtr="0" anchor="t" bIns="0" lIns="0" spcFirstLastPara="1" rIns="0" wrap="square" tIns="0">
            <a:noAutofit/>
          </a:bodyPr>
          <a:lstStyle/>
          <a:p>
            <a:pPr indent="0" lvl="0" marL="0" rtl="0" algn="l">
              <a:lnSpc>
                <a:spcPct val="90000"/>
              </a:lnSpc>
              <a:spcBef>
                <a:spcPts val="0"/>
              </a:spcBef>
              <a:spcAft>
                <a:spcPts val="0"/>
              </a:spcAft>
              <a:buSzPts val="100"/>
              <a:buNone/>
            </a:pPr>
            <a:r>
              <a:t/>
            </a:r>
            <a:endParaRPr/>
          </a:p>
        </p:txBody>
      </p:sp>
      <p:sp>
        <p:nvSpPr>
          <p:cNvPr id="422" name="Google Shape;422;g3417a403e41_2_158"/>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fr-FR"/>
              <a:t>‹#›</a:t>
            </a:fld>
            <a:endParaRPr/>
          </a:p>
        </p:txBody>
      </p:sp>
      <p:sp>
        <p:nvSpPr>
          <p:cNvPr id="423" name="Google Shape;423;g3417a403e41_2_158"/>
          <p:cNvSpPr txBox="1"/>
          <p:nvPr>
            <p:ph idx="1" type="body"/>
          </p:nvPr>
        </p:nvSpPr>
        <p:spPr>
          <a:xfrm>
            <a:off x="360000" y="2346046"/>
            <a:ext cx="8424000" cy="1181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3250"/>
              <a:buNone/>
            </a:pPr>
            <a:r>
              <a:rPr lang="fr-FR">
                <a:solidFill>
                  <a:schemeClr val="dk2"/>
                </a:solidFill>
              </a:rPr>
              <a:t>Des questions ?</a:t>
            </a:r>
            <a:endParaRPr>
              <a:solidFill>
                <a:schemeClr val="dk2"/>
              </a:solidFill>
            </a:endParaRPr>
          </a:p>
        </p:txBody>
      </p:sp>
      <p:sp>
        <p:nvSpPr>
          <p:cNvPr id="424" name="Google Shape;424;g3417a403e41_2_158"/>
          <p:cNvSpPr txBox="1"/>
          <p:nvPr>
            <p:ph idx="2" type="body"/>
          </p:nvPr>
        </p:nvSpPr>
        <p:spPr>
          <a:xfrm>
            <a:off x="360363" y="3579861"/>
            <a:ext cx="8423400" cy="100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500"/>
              </a:spcBef>
              <a:spcAft>
                <a:spcPts val="500"/>
              </a:spcAft>
              <a:buSzPts val="1100"/>
              <a:buNone/>
            </a:pPr>
            <a:r>
              <a:rPr lang="fr-FR"/>
              <a:t>alexandra.guiderdoni@finances.gouv.fr</a:t>
            </a:r>
            <a:endParaRPr/>
          </a:p>
        </p:txBody>
      </p:sp>
      <p:pic>
        <p:nvPicPr>
          <p:cNvPr descr="Merci " id="425" name="Google Shape;425;g3417a403e41_2_158"/>
          <p:cNvPicPr preferRelativeResize="0"/>
          <p:nvPr/>
        </p:nvPicPr>
        <p:blipFill rotWithShape="1">
          <a:blip r:embed="rId3">
            <a:alphaModFix/>
          </a:blip>
          <a:srcRect b="0" l="0" r="0" t="0"/>
          <a:stretch/>
        </p:blipFill>
        <p:spPr>
          <a:xfrm>
            <a:off x="6164625" y="2338725"/>
            <a:ext cx="2619375" cy="1743075"/>
          </a:xfrm>
          <a:prstGeom prst="rect">
            <a:avLst/>
          </a:prstGeom>
          <a:noFill/>
          <a:ln>
            <a:noFill/>
          </a:ln>
        </p:spPr>
      </p:pic>
      <p:pic>
        <p:nvPicPr>
          <p:cNvPr descr="Email Icon Art vectoriel, icônes et graphiques à télécharger gratuitement" id="426" name="Google Shape;426;g3417a403e41_2_158"/>
          <p:cNvPicPr preferRelativeResize="0"/>
          <p:nvPr/>
        </p:nvPicPr>
        <p:blipFill rotWithShape="1">
          <a:blip r:embed="rId4">
            <a:alphaModFix/>
          </a:blip>
          <a:srcRect b="0" l="0" r="0" t="0"/>
          <a:stretch/>
        </p:blipFill>
        <p:spPr>
          <a:xfrm>
            <a:off x="3950425" y="2138700"/>
            <a:ext cx="2143125" cy="21431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GOUVERNEMENT">
  <a:themeElements>
    <a:clrScheme name="GOUVERNEMENT PPT">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2024-10-17T22:54:25Z</dcterms:created>
  <dc:creator>Alexandra Guiderdoni</dc:creator>
</cp:coreProperties>
</file>