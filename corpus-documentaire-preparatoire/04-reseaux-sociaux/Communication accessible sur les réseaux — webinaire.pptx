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77" r:id="rId1"/>
  </p:sldMasterIdLst>
  <p:notesMasterIdLst>
    <p:notesMasterId r:id="rId28"/>
  </p:notesMasterIdLst>
  <p:sldIdLst>
    <p:sldId id="256" r:id="rId2"/>
    <p:sldId id="259" r:id="rId3"/>
    <p:sldId id="260" r:id="rId4"/>
    <p:sldId id="261" r:id="rId5"/>
    <p:sldId id="262" r:id="rId6"/>
    <p:sldId id="263" r:id="rId7"/>
    <p:sldId id="264" r:id="rId8"/>
    <p:sldId id="265" r:id="rId9"/>
    <p:sldId id="266" r:id="rId10"/>
    <p:sldId id="267" r:id="rId11"/>
    <p:sldId id="268" r:id="rId12"/>
    <p:sldId id="269" r:id="rId13"/>
    <p:sldId id="270" r:id="rId14"/>
    <p:sldId id="271" r:id="rId15"/>
    <p:sldId id="272" r:id="rId16"/>
    <p:sldId id="273" r:id="rId17"/>
    <p:sldId id="274" r:id="rId18"/>
    <p:sldId id="275" r:id="rId19"/>
    <p:sldId id="276" r:id="rId20"/>
    <p:sldId id="277" r:id="rId21"/>
    <p:sldId id="278" r:id="rId22"/>
    <p:sldId id="279" r:id="rId23"/>
    <p:sldId id="280" r:id="rId24"/>
    <p:sldId id="281" r:id="rId25"/>
    <p:sldId id="282" r:id="rId26"/>
    <p:sldId id="283" r:id="rId27"/>
  </p:sldIdLst>
  <p:sldSz cx="9144000" cy="5143500" type="screen16x9"/>
  <p:notesSz cx="6858000" cy="9144000"/>
  <p:embeddedFontLst>
    <p:embeddedFont>
      <p:font typeface="Century Gothic" panose="020B0502020202020204" pitchFamily="34" charset="0"/>
      <p:regular r:id="rId29"/>
      <p:bold r:id="rId30"/>
      <p:italic r:id="rId31"/>
      <p:boldItalic r:id="rId32"/>
    </p:embeddedFont>
    <p:embeddedFont>
      <p:font typeface="Helvetica Neue" panose="02000503000000020004" pitchFamily="2" charset="0"/>
      <p:regular r:id="rId33"/>
      <p:bold r:id="rId34"/>
      <p:italic r:id="rId35"/>
      <p:boldItalic r:id="rId36"/>
    </p:embeddedFont>
    <p:embeddedFont>
      <p:font typeface="Helvetica Neue Light" panose="02000403000000020004" pitchFamily="2" charset="0"/>
      <p:regular r:id="rId37"/>
      <p:bold r:id="rId38"/>
      <p:italic r:id="rId39"/>
      <p:boldItalic r:id="rId40"/>
    </p:embeddedFont>
    <p:embeddedFont>
      <p:font typeface="Lato" panose="020F0502020204030203" pitchFamily="34" charset="0"/>
      <p:regular r:id="rId41"/>
      <p:bold r:id="rId42"/>
      <p:italic r:id="rId43"/>
      <p:boldItalic r:id="rId44"/>
    </p:embeddedFont>
    <p:embeddedFont>
      <p:font typeface="Lora SemiBold" pitchFamily="2" charset="77"/>
      <p:regular r:id="rId45"/>
      <p:bold r:id="rId46"/>
      <p:italic r:id="rId47"/>
      <p:boldItalic r:id="rId48"/>
    </p:embeddedFont>
    <p:embeddedFont>
      <p:font typeface="Open Sans" panose="020B0606030504020204" pitchFamily="34" charset="0"/>
      <p:regular r:id="rId49"/>
      <p:bold r:id="rId50"/>
      <p:italic r:id="rId51"/>
      <p:boldItalic r:id="rId52"/>
    </p:embeddedFont>
    <p:embeddedFont>
      <p:font typeface="Outfit" pitchFamily="2" charset="0"/>
      <p:regular r:id="rId53"/>
      <p:bold r:id="rId54"/>
    </p:embeddedFont>
    <p:embeddedFont>
      <p:font typeface="Outfit ExtraLight" pitchFamily="2" charset="0"/>
      <p:regular r:id="rId55"/>
      <p:bold r:id="rId56"/>
    </p:embeddedFont>
    <p:embeddedFont>
      <p:font typeface="Outfit Light" pitchFamily="2" charset="0"/>
      <p:regular r:id="rId57"/>
      <p:bold r:id="rId58"/>
    </p:embeddedFont>
    <p:embeddedFont>
      <p:font typeface="Source Sans Pro" panose="020B0503030403020204" pitchFamily="34" charset="0"/>
      <p:regular r:id="rId59"/>
      <p:bold r:id="rId60"/>
      <p:italic r:id="rId61"/>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11"/>
    <p:restoredTop sz="94694"/>
  </p:normalViewPr>
  <p:slideViewPr>
    <p:cSldViewPr snapToGrid="0">
      <p:cViewPr varScale="1">
        <p:scale>
          <a:sx n="161" d="100"/>
          <a:sy n="161" d="100"/>
        </p:scale>
        <p:origin x="784" y="200"/>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font" Target="fonts/font6.fntdata"/><Relationship Id="rId42" Type="http://schemas.openxmlformats.org/officeDocument/2006/relationships/font" Target="fonts/font14.fntdata"/><Relationship Id="rId47" Type="http://schemas.openxmlformats.org/officeDocument/2006/relationships/font" Target="fonts/font19.fntdata"/><Relationship Id="rId50" Type="http://schemas.openxmlformats.org/officeDocument/2006/relationships/font" Target="fonts/font22.fntdata"/><Relationship Id="rId55" Type="http://schemas.openxmlformats.org/officeDocument/2006/relationships/font" Target="fonts/font27.fntdata"/><Relationship Id="rId63"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font" Target="fonts/font1.fntdata"/><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font" Target="fonts/font4.fntdata"/><Relationship Id="rId37" Type="http://schemas.openxmlformats.org/officeDocument/2006/relationships/font" Target="fonts/font9.fntdata"/><Relationship Id="rId40" Type="http://schemas.openxmlformats.org/officeDocument/2006/relationships/font" Target="fonts/font12.fntdata"/><Relationship Id="rId45" Type="http://schemas.openxmlformats.org/officeDocument/2006/relationships/font" Target="fonts/font17.fntdata"/><Relationship Id="rId53" Type="http://schemas.openxmlformats.org/officeDocument/2006/relationships/font" Target="fonts/font25.fntdata"/><Relationship Id="rId58" Type="http://schemas.openxmlformats.org/officeDocument/2006/relationships/font" Target="fonts/font30.fntdata"/><Relationship Id="rId5" Type="http://schemas.openxmlformats.org/officeDocument/2006/relationships/slide" Target="slides/slide4.xml"/><Relationship Id="rId61" Type="http://schemas.openxmlformats.org/officeDocument/2006/relationships/font" Target="fonts/font33.fntdata"/><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font" Target="fonts/font2.fntdata"/><Relationship Id="rId35" Type="http://schemas.openxmlformats.org/officeDocument/2006/relationships/font" Target="fonts/font7.fntdata"/><Relationship Id="rId43" Type="http://schemas.openxmlformats.org/officeDocument/2006/relationships/font" Target="fonts/font15.fntdata"/><Relationship Id="rId48" Type="http://schemas.openxmlformats.org/officeDocument/2006/relationships/font" Target="fonts/font20.fntdata"/><Relationship Id="rId56" Type="http://schemas.openxmlformats.org/officeDocument/2006/relationships/font" Target="fonts/font28.fntdata"/><Relationship Id="rId64" Type="http://schemas.openxmlformats.org/officeDocument/2006/relationships/theme" Target="theme/theme1.xml"/><Relationship Id="rId8" Type="http://schemas.openxmlformats.org/officeDocument/2006/relationships/slide" Target="slides/slide7.xml"/><Relationship Id="rId51" Type="http://schemas.openxmlformats.org/officeDocument/2006/relationships/font" Target="fonts/font23.fntdata"/><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font" Target="fonts/font5.fntdata"/><Relationship Id="rId38" Type="http://schemas.openxmlformats.org/officeDocument/2006/relationships/font" Target="fonts/font10.fntdata"/><Relationship Id="rId46" Type="http://schemas.openxmlformats.org/officeDocument/2006/relationships/font" Target="fonts/font18.fntdata"/><Relationship Id="rId59" Type="http://schemas.openxmlformats.org/officeDocument/2006/relationships/font" Target="fonts/font31.fntdata"/><Relationship Id="rId20" Type="http://schemas.openxmlformats.org/officeDocument/2006/relationships/slide" Target="slides/slide19.xml"/><Relationship Id="rId41" Type="http://schemas.openxmlformats.org/officeDocument/2006/relationships/font" Target="fonts/font13.fntdata"/><Relationship Id="rId54" Type="http://schemas.openxmlformats.org/officeDocument/2006/relationships/font" Target="fonts/font26.fntdata"/><Relationship Id="rId62"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notesMaster" Target="notesMasters/notesMaster1.xml"/><Relationship Id="rId36" Type="http://schemas.openxmlformats.org/officeDocument/2006/relationships/font" Target="fonts/font8.fntdata"/><Relationship Id="rId49" Type="http://schemas.openxmlformats.org/officeDocument/2006/relationships/font" Target="fonts/font21.fntdata"/><Relationship Id="rId57" Type="http://schemas.openxmlformats.org/officeDocument/2006/relationships/font" Target="fonts/font29.fntdata"/><Relationship Id="rId10" Type="http://schemas.openxmlformats.org/officeDocument/2006/relationships/slide" Target="slides/slide9.xml"/><Relationship Id="rId31" Type="http://schemas.openxmlformats.org/officeDocument/2006/relationships/font" Target="fonts/font3.fntdata"/><Relationship Id="rId44" Type="http://schemas.openxmlformats.org/officeDocument/2006/relationships/font" Target="fonts/font16.fntdata"/><Relationship Id="rId52" Type="http://schemas.openxmlformats.org/officeDocument/2006/relationships/font" Target="fonts/font24.fntdata"/><Relationship Id="rId60" Type="http://schemas.openxmlformats.org/officeDocument/2006/relationships/font" Target="fonts/font32.fntdata"/><Relationship Id="rId65"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font" Target="fonts/font11.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5"/>
        <p:cNvGrpSpPr/>
        <p:nvPr/>
      </p:nvGrpSpPr>
      <p:grpSpPr>
        <a:xfrm>
          <a:off x="0" y="0"/>
          <a:ext cx="0" cy="0"/>
          <a:chOff x="0" y="0"/>
          <a:chExt cx="0" cy="0"/>
        </a:xfrm>
      </p:grpSpPr>
      <p:sp>
        <p:nvSpPr>
          <p:cNvPr id="236" name="Google Shape;236;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7" name="Google Shape;237;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4"/>
        <p:cNvGrpSpPr/>
        <p:nvPr/>
      </p:nvGrpSpPr>
      <p:grpSpPr>
        <a:xfrm>
          <a:off x="0" y="0"/>
          <a:ext cx="0" cy="0"/>
          <a:chOff x="0" y="0"/>
          <a:chExt cx="0" cy="0"/>
        </a:xfrm>
      </p:grpSpPr>
      <p:sp>
        <p:nvSpPr>
          <p:cNvPr id="265" name="Google Shape;265;g2562eb8cd9b_0_25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66" name="Google Shape;266;g2562eb8cd9b_0_25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0"/>
        <p:cNvGrpSpPr/>
        <p:nvPr/>
      </p:nvGrpSpPr>
      <p:grpSpPr>
        <a:xfrm>
          <a:off x="0" y="0"/>
          <a:ext cx="0" cy="0"/>
          <a:chOff x="0" y="0"/>
          <a:chExt cx="0" cy="0"/>
        </a:xfrm>
      </p:grpSpPr>
      <p:sp>
        <p:nvSpPr>
          <p:cNvPr id="271" name="Google Shape;271;g2562eb8cd9b_0_115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2" name="Google Shape;272;g2562eb8cd9b_0_115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8"/>
        <p:cNvGrpSpPr/>
        <p:nvPr/>
      </p:nvGrpSpPr>
      <p:grpSpPr>
        <a:xfrm>
          <a:off x="0" y="0"/>
          <a:ext cx="0" cy="0"/>
          <a:chOff x="0" y="0"/>
          <a:chExt cx="0" cy="0"/>
        </a:xfrm>
      </p:grpSpPr>
      <p:sp>
        <p:nvSpPr>
          <p:cNvPr id="279" name="Google Shape;279;g2562eb8cd9b_0_47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80" name="Google Shape;280;g2562eb8cd9b_0_47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4"/>
        <p:cNvGrpSpPr/>
        <p:nvPr/>
      </p:nvGrpSpPr>
      <p:grpSpPr>
        <a:xfrm>
          <a:off x="0" y="0"/>
          <a:ext cx="0" cy="0"/>
          <a:chOff x="0" y="0"/>
          <a:chExt cx="0" cy="0"/>
        </a:xfrm>
      </p:grpSpPr>
      <p:sp>
        <p:nvSpPr>
          <p:cNvPr id="285" name="Google Shape;285;g2562eb8cd9b_0_71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86" name="Google Shape;286;g2562eb8cd9b_0_71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6"/>
        <p:cNvGrpSpPr/>
        <p:nvPr/>
      </p:nvGrpSpPr>
      <p:grpSpPr>
        <a:xfrm>
          <a:off x="0" y="0"/>
          <a:ext cx="0" cy="0"/>
          <a:chOff x="0" y="0"/>
          <a:chExt cx="0" cy="0"/>
        </a:xfrm>
      </p:grpSpPr>
      <p:sp>
        <p:nvSpPr>
          <p:cNvPr id="297" name="Google Shape;297;g2562eb8cd9b_0_84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98" name="Google Shape;298;g2562eb8cd9b_0_84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34749198270_0_52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34749198270_0_52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3"/>
        <p:cNvGrpSpPr/>
        <p:nvPr/>
      </p:nvGrpSpPr>
      <p:grpSpPr>
        <a:xfrm>
          <a:off x="0" y="0"/>
          <a:ext cx="0" cy="0"/>
          <a:chOff x="0" y="0"/>
          <a:chExt cx="0" cy="0"/>
        </a:xfrm>
      </p:grpSpPr>
      <p:sp>
        <p:nvSpPr>
          <p:cNvPr id="314" name="Google Shape;314;g2562eb8cd9b_0_75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15" name="Google Shape;315;g2562eb8cd9b_0_75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2"/>
        <p:cNvGrpSpPr/>
        <p:nvPr/>
      </p:nvGrpSpPr>
      <p:grpSpPr>
        <a:xfrm>
          <a:off x="0" y="0"/>
          <a:ext cx="0" cy="0"/>
          <a:chOff x="0" y="0"/>
          <a:chExt cx="0" cy="0"/>
        </a:xfrm>
      </p:grpSpPr>
      <p:sp>
        <p:nvSpPr>
          <p:cNvPr id="323" name="Google Shape;323;g34749198270_0_47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24" name="Google Shape;324;g34749198270_0_47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2"/>
        <p:cNvGrpSpPr/>
        <p:nvPr/>
      </p:nvGrpSpPr>
      <p:grpSpPr>
        <a:xfrm>
          <a:off x="0" y="0"/>
          <a:ext cx="0" cy="0"/>
          <a:chOff x="0" y="0"/>
          <a:chExt cx="0" cy="0"/>
        </a:xfrm>
      </p:grpSpPr>
      <p:sp>
        <p:nvSpPr>
          <p:cNvPr id="333" name="Google Shape;333;g2562eb8cd9b_0_90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34" name="Google Shape;334;g2562eb8cd9b_0_90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2"/>
        <p:cNvGrpSpPr/>
        <p:nvPr/>
      </p:nvGrpSpPr>
      <p:grpSpPr>
        <a:xfrm>
          <a:off x="0" y="0"/>
          <a:ext cx="0" cy="0"/>
          <a:chOff x="0" y="0"/>
          <a:chExt cx="0" cy="0"/>
        </a:xfrm>
      </p:grpSpPr>
      <p:sp>
        <p:nvSpPr>
          <p:cNvPr id="343" name="Google Shape;343;g34749198270_0_45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44" name="Google Shape;344;g34749198270_0_45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1"/>
        <p:cNvGrpSpPr/>
        <p:nvPr/>
      </p:nvGrpSpPr>
      <p:grpSpPr>
        <a:xfrm>
          <a:off x="0" y="0"/>
          <a:ext cx="0" cy="0"/>
          <a:chOff x="0" y="0"/>
          <a:chExt cx="0" cy="0"/>
        </a:xfrm>
      </p:grpSpPr>
      <p:sp>
        <p:nvSpPr>
          <p:cNvPr id="352" name="Google Shape;352;g29407586ee5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53" name="Google Shape;353;g29407586ee5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1"/>
        <p:cNvGrpSpPr/>
        <p:nvPr/>
      </p:nvGrpSpPr>
      <p:grpSpPr>
        <a:xfrm>
          <a:off x="0" y="0"/>
          <a:ext cx="0" cy="0"/>
          <a:chOff x="0" y="0"/>
          <a:chExt cx="0" cy="0"/>
        </a:xfrm>
      </p:grpSpPr>
      <p:sp>
        <p:nvSpPr>
          <p:cNvPr id="362" name="Google Shape;362;g2562eb8cd9b_0_70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63" name="Google Shape;363;g2562eb8cd9b_0_70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7"/>
        <p:cNvGrpSpPr/>
        <p:nvPr/>
      </p:nvGrpSpPr>
      <p:grpSpPr>
        <a:xfrm>
          <a:off x="0" y="0"/>
          <a:ext cx="0" cy="0"/>
          <a:chOff x="0" y="0"/>
          <a:chExt cx="0" cy="0"/>
        </a:xfrm>
      </p:grpSpPr>
      <p:sp>
        <p:nvSpPr>
          <p:cNvPr id="368" name="Google Shape;368;g34749198270_0_48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69" name="Google Shape;369;g34749198270_0_48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9"/>
        <p:cNvGrpSpPr/>
        <p:nvPr/>
      </p:nvGrpSpPr>
      <p:grpSpPr>
        <a:xfrm>
          <a:off x="0" y="0"/>
          <a:ext cx="0" cy="0"/>
          <a:chOff x="0" y="0"/>
          <a:chExt cx="0" cy="0"/>
        </a:xfrm>
      </p:grpSpPr>
      <p:sp>
        <p:nvSpPr>
          <p:cNvPr id="380" name="Google Shape;380;g2562eb8cd9b_0_78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81" name="Google Shape;381;g2562eb8cd9b_0_78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7"/>
        <p:cNvGrpSpPr/>
        <p:nvPr/>
      </p:nvGrpSpPr>
      <p:grpSpPr>
        <a:xfrm>
          <a:off x="0" y="0"/>
          <a:ext cx="0" cy="0"/>
          <a:chOff x="0" y="0"/>
          <a:chExt cx="0" cy="0"/>
        </a:xfrm>
      </p:grpSpPr>
      <p:sp>
        <p:nvSpPr>
          <p:cNvPr id="388" name="Google Shape;388;g34749198270_0_53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89" name="Google Shape;389;g34749198270_0_53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9"/>
        <p:cNvGrpSpPr/>
        <p:nvPr/>
      </p:nvGrpSpPr>
      <p:grpSpPr>
        <a:xfrm>
          <a:off x="0" y="0"/>
          <a:ext cx="0" cy="0"/>
          <a:chOff x="0" y="0"/>
          <a:chExt cx="0" cy="0"/>
        </a:xfrm>
      </p:grpSpPr>
      <p:sp>
        <p:nvSpPr>
          <p:cNvPr id="400" name="Google Shape;400;g2562eb8cd9b_0_78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01" name="Google Shape;401;g2562eb8cd9b_0_78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fr"/>
              <a:t>https://www.tpgi.com/color-contrast-checker/</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0"/>
        <p:cNvGrpSpPr/>
        <p:nvPr/>
      </p:nvGrpSpPr>
      <p:grpSpPr>
        <a:xfrm>
          <a:off x="0" y="0"/>
          <a:ext cx="0" cy="0"/>
          <a:chOff x="0" y="0"/>
          <a:chExt cx="0" cy="0"/>
        </a:xfrm>
      </p:grpSpPr>
      <p:sp>
        <p:nvSpPr>
          <p:cNvPr id="411" name="Google Shape;411;g2562eb8cd9b_0_82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12" name="Google Shape;412;g2562eb8cd9b_0_82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9"/>
        <p:cNvGrpSpPr/>
        <p:nvPr/>
      </p:nvGrpSpPr>
      <p:grpSpPr>
        <a:xfrm>
          <a:off x="0" y="0"/>
          <a:ext cx="0" cy="0"/>
          <a:chOff x="0" y="0"/>
          <a:chExt cx="0" cy="0"/>
        </a:xfrm>
      </p:grpSpPr>
      <p:sp>
        <p:nvSpPr>
          <p:cNvPr id="420" name="Google Shape;420;g2562eb8cd9b_0_71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21" name="Google Shape;421;g2562eb8cd9b_0_71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5"/>
        <p:cNvGrpSpPr/>
        <p:nvPr/>
      </p:nvGrpSpPr>
      <p:grpSpPr>
        <a:xfrm>
          <a:off x="0" y="0"/>
          <a:ext cx="0" cy="0"/>
          <a:chOff x="0" y="0"/>
          <a:chExt cx="0" cy="0"/>
        </a:xfrm>
      </p:grpSpPr>
      <p:sp>
        <p:nvSpPr>
          <p:cNvPr id="426" name="Google Shape;426;g2562eb8cd9b_0_79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27" name="Google Shape;427;g2562eb8cd9b_0_79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4"/>
        <p:cNvGrpSpPr/>
        <p:nvPr/>
      </p:nvGrpSpPr>
      <p:grpSpPr>
        <a:xfrm>
          <a:off x="0" y="0"/>
          <a:ext cx="0" cy="0"/>
          <a:chOff x="0" y="0"/>
          <a:chExt cx="0" cy="0"/>
        </a:xfrm>
      </p:grpSpPr>
      <p:sp>
        <p:nvSpPr>
          <p:cNvPr id="435" name="Google Shape;435;g34749198270_0_57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36" name="Google Shape;436;g34749198270_0_57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4"/>
        <p:cNvGrpSpPr/>
        <p:nvPr/>
      </p:nvGrpSpPr>
      <p:grpSpPr>
        <a:xfrm>
          <a:off x="0" y="0"/>
          <a:ext cx="0" cy="0"/>
          <a:chOff x="0" y="0"/>
          <a:chExt cx="0" cy="0"/>
        </a:xfrm>
      </p:grpSpPr>
      <p:sp>
        <p:nvSpPr>
          <p:cNvPr id="445" name="Google Shape;445;g34749198270_0_54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46" name="Google Shape;446;g34749198270_0_54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4"/>
        <p:cNvGrpSpPr/>
        <p:nvPr/>
      </p:nvGrpSpPr>
      <p:grpSpPr>
        <a:xfrm>
          <a:off x="0" y="0"/>
          <a:ext cx="0" cy="0"/>
          <a:chOff x="0" y="0"/>
          <a:chExt cx="0" cy="0"/>
        </a:xfrm>
      </p:grpSpPr>
      <p:sp>
        <p:nvSpPr>
          <p:cNvPr id="455" name="Google Shape;455;g34749198270_0_55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56" name="Google Shape;456;g34749198270_0_55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5"/>
        <p:cNvGrpSpPr/>
        <p:nvPr/>
      </p:nvGrpSpPr>
      <p:grpSpPr>
        <a:xfrm>
          <a:off x="0" y="0"/>
          <a:ext cx="0" cy="0"/>
          <a:chOff x="0" y="0"/>
          <a:chExt cx="0" cy="0"/>
        </a:xfrm>
      </p:grpSpPr>
      <p:sp>
        <p:nvSpPr>
          <p:cNvPr id="466" name="Google Shape;466;g2562eb8cd9b_0_80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67" name="Google Shape;467;g2562eb8cd9b_0_80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72"/>
        <p:cNvGrpSpPr/>
        <p:nvPr/>
      </p:nvGrpSpPr>
      <p:grpSpPr>
        <a:xfrm>
          <a:off x="0" y="0"/>
          <a:ext cx="0" cy="0"/>
          <a:chOff x="0" y="0"/>
          <a:chExt cx="0" cy="0"/>
        </a:xfrm>
      </p:grpSpPr>
      <p:sp>
        <p:nvSpPr>
          <p:cNvPr id="473" name="Google Shape;473;g309b3b22fdc_0_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74" name="Google Shape;474;g309b3b22fdc_0_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77"/>
        <p:cNvGrpSpPr/>
        <p:nvPr/>
      </p:nvGrpSpPr>
      <p:grpSpPr>
        <a:xfrm>
          <a:off x="0" y="0"/>
          <a:ext cx="0" cy="0"/>
          <a:chOff x="0" y="0"/>
          <a:chExt cx="0" cy="0"/>
        </a:xfrm>
      </p:grpSpPr>
      <p:sp>
        <p:nvSpPr>
          <p:cNvPr id="478" name="Google Shape;478;g309b3b22fdc_0_1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79" name="Google Shape;479;g309b3b22fdc_0_1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bg>
      <p:bgPr>
        <a:solidFill>
          <a:srgbClr val="0063CB"/>
        </a:solidFill>
        <a:effectLst/>
      </p:bgPr>
    </p:bg>
    <p:spTree>
      <p:nvGrpSpPr>
        <p:cNvPr id="1" name="Shape 10"/>
        <p:cNvGrpSpPr/>
        <p:nvPr/>
      </p:nvGrpSpPr>
      <p:grpSpPr>
        <a:xfrm>
          <a:off x="0" y="0"/>
          <a:ext cx="0" cy="0"/>
          <a:chOff x="0" y="0"/>
          <a:chExt cx="0" cy="0"/>
        </a:xfrm>
      </p:grpSpPr>
      <p:pic>
        <p:nvPicPr>
          <p:cNvPr id="11" name="Google Shape;11;p2"/>
          <p:cNvPicPr preferRelativeResize="0"/>
          <p:nvPr/>
        </p:nvPicPr>
        <p:blipFill>
          <a:blip r:embed="rId2">
            <a:alphaModFix/>
          </a:blip>
          <a:stretch>
            <a:fillRect/>
          </a:stretch>
        </p:blipFill>
        <p:spPr>
          <a:xfrm>
            <a:off x="3000313" y="2060113"/>
            <a:ext cx="6143625" cy="3171825"/>
          </a:xfrm>
          <a:prstGeom prst="rect">
            <a:avLst/>
          </a:prstGeom>
          <a:noFill/>
          <a:ln>
            <a:noFill/>
          </a:ln>
        </p:spPr>
      </p:pic>
      <p:sp>
        <p:nvSpPr>
          <p:cNvPr id="12" name="Google Shape;12;p2"/>
          <p:cNvSpPr txBox="1">
            <a:spLocks noGrp="1"/>
          </p:cNvSpPr>
          <p:nvPr>
            <p:ph type="ctrTitle"/>
          </p:nvPr>
        </p:nvSpPr>
        <p:spPr>
          <a:xfrm>
            <a:off x="729000" y="1323000"/>
            <a:ext cx="6552900" cy="1665900"/>
          </a:xfrm>
          <a:prstGeom prst="rect">
            <a:avLst/>
          </a:prstGeom>
        </p:spPr>
        <p:txBody>
          <a:bodyPr spcFirstLastPara="1" wrap="square" lIns="0" tIns="0" rIns="0" bIns="0" anchor="ctr" anchorCtr="0">
            <a:noAutofit/>
          </a:bodyPr>
          <a:lstStyle>
            <a:lvl1pPr lvl="0" rtl="0">
              <a:spcBef>
                <a:spcPts val="0"/>
              </a:spcBef>
              <a:spcAft>
                <a:spcPts val="0"/>
              </a:spcAft>
              <a:buClr>
                <a:srgbClr val="FFFFFF"/>
              </a:buClr>
              <a:buSzPts val="4400"/>
              <a:buNone/>
              <a:defRPr sz="4400">
                <a:solidFill>
                  <a:srgbClr val="FFFFFF"/>
                </a:solidFill>
              </a:defRPr>
            </a:lvl1pPr>
            <a:lvl2pPr lvl="1" rtl="0">
              <a:spcBef>
                <a:spcPts val="0"/>
              </a:spcBef>
              <a:spcAft>
                <a:spcPts val="0"/>
              </a:spcAft>
              <a:buClr>
                <a:schemeClr val="lt1"/>
              </a:buClr>
              <a:buSzPts val="4200"/>
              <a:buNone/>
              <a:defRPr sz="4200">
                <a:solidFill>
                  <a:schemeClr val="lt1"/>
                </a:solidFill>
              </a:defRPr>
            </a:lvl2pPr>
            <a:lvl3pPr lvl="2" rtl="0">
              <a:spcBef>
                <a:spcPts val="0"/>
              </a:spcBef>
              <a:spcAft>
                <a:spcPts val="0"/>
              </a:spcAft>
              <a:buClr>
                <a:schemeClr val="lt1"/>
              </a:buClr>
              <a:buSzPts val="4200"/>
              <a:buNone/>
              <a:defRPr sz="4200">
                <a:solidFill>
                  <a:schemeClr val="lt1"/>
                </a:solidFill>
              </a:defRPr>
            </a:lvl3pPr>
            <a:lvl4pPr lvl="3" rtl="0">
              <a:spcBef>
                <a:spcPts val="0"/>
              </a:spcBef>
              <a:spcAft>
                <a:spcPts val="0"/>
              </a:spcAft>
              <a:buClr>
                <a:schemeClr val="lt1"/>
              </a:buClr>
              <a:buSzPts val="4200"/>
              <a:buNone/>
              <a:defRPr sz="4200">
                <a:solidFill>
                  <a:schemeClr val="lt1"/>
                </a:solidFill>
              </a:defRPr>
            </a:lvl4pPr>
            <a:lvl5pPr lvl="4" rtl="0">
              <a:spcBef>
                <a:spcPts val="0"/>
              </a:spcBef>
              <a:spcAft>
                <a:spcPts val="0"/>
              </a:spcAft>
              <a:buClr>
                <a:schemeClr val="lt1"/>
              </a:buClr>
              <a:buSzPts val="4200"/>
              <a:buNone/>
              <a:defRPr sz="4200">
                <a:solidFill>
                  <a:schemeClr val="lt1"/>
                </a:solidFill>
              </a:defRPr>
            </a:lvl5pPr>
            <a:lvl6pPr lvl="5" rtl="0">
              <a:spcBef>
                <a:spcPts val="0"/>
              </a:spcBef>
              <a:spcAft>
                <a:spcPts val="0"/>
              </a:spcAft>
              <a:buClr>
                <a:schemeClr val="lt1"/>
              </a:buClr>
              <a:buSzPts val="4200"/>
              <a:buNone/>
              <a:defRPr sz="4200">
                <a:solidFill>
                  <a:schemeClr val="lt1"/>
                </a:solidFill>
              </a:defRPr>
            </a:lvl6pPr>
            <a:lvl7pPr lvl="6" rtl="0">
              <a:spcBef>
                <a:spcPts val="0"/>
              </a:spcBef>
              <a:spcAft>
                <a:spcPts val="0"/>
              </a:spcAft>
              <a:buClr>
                <a:schemeClr val="lt1"/>
              </a:buClr>
              <a:buSzPts val="4200"/>
              <a:buNone/>
              <a:defRPr sz="4200">
                <a:solidFill>
                  <a:schemeClr val="lt1"/>
                </a:solidFill>
              </a:defRPr>
            </a:lvl7pPr>
            <a:lvl8pPr lvl="7" rtl="0">
              <a:spcBef>
                <a:spcPts val="0"/>
              </a:spcBef>
              <a:spcAft>
                <a:spcPts val="0"/>
              </a:spcAft>
              <a:buClr>
                <a:schemeClr val="lt1"/>
              </a:buClr>
              <a:buSzPts val="4200"/>
              <a:buNone/>
              <a:defRPr sz="4200">
                <a:solidFill>
                  <a:schemeClr val="lt1"/>
                </a:solidFill>
              </a:defRPr>
            </a:lvl8pPr>
            <a:lvl9pPr lvl="8" rtl="0">
              <a:spcBef>
                <a:spcPts val="0"/>
              </a:spcBef>
              <a:spcAft>
                <a:spcPts val="0"/>
              </a:spcAft>
              <a:buClr>
                <a:schemeClr val="lt1"/>
              </a:buClr>
              <a:buSzPts val="4200"/>
              <a:buNone/>
              <a:defRPr sz="4200">
                <a:solidFill>
                  <a:schemeClr val="lt1"/>
                </a:solidFill>
              </a:defRPr>
            </a:lvl9pPr>
          </a:lstStyle>
          <a:p>
            <a:endParaRPr/>
          </a:p>
        </p:txBody>
      </p:sp>
      <p:sp>
        <p:nvSpPr>
          <p:cNvPr id="13" name="Google Shape;13;p2"/>
          <p:cNvSpPr txBox="1">
            <a:spLocks noGrp="1"/>
          </p:cNvSpPr>
          <p:nvPr>
            <p:ph type="subTitle" idx="1"/>
          </p:nvPr>
        </p:nvSpPr>
        <p:spPr>
          <a:xfrm>
            <a:off x="729000" y="3717900"/>
            <a:ext cx="6552900" cy="378000"/>
          </a:xfrm>
          <a:prstGeom prst="rect">
            <a:avLst/>
          </a:prstGeom>
        </p:spPr>
        <p:txBody>
          <a:bodyPr spcFirstLastPara="1" wrap="square" lIns="450000" tIns="0" rIns="0" bIns="0" anchor="ctr" anchorCtr="0">
            <a:noAutofit/>
          </a:bodyPr>
          <a:lstStyle>
            <a:lvl1pPr lvl="0" rtl="0">
              <a:lnSpc>
                <a:spcPct val="100000"/>
              </a:lnSpc>
              <a:spcBef>
                <a:spcPts val="0"/>
              </a:spcBef>
              <a:spcAft>
                <a:spcPts val="0"/>
              </a:spcAft>
              <a:buClr>
                <a:schemeClr val="lt1"/>
              </a:buClr>
              <a:buSzPts val="1200"/>
              <a:buFont typeface="Outfit"/>
              <a:buNone/>
              <a:defRPr sz="1200">
                <a:solidFill>
                  <a:schemeClr val="lt1"/>
                </a:solidFill>
                <a:latin typeface="Outfit"/>
                <a:ea typeface="Outfit"/>
                <a:cs typeface="Outfit"/>
                <a:sym typeface="Outfit"/>
              </a:defRPr>
            </a:lvl1pPr>
            <a:lvl2pPr lvl="1" rtl="0">
              <a:lnSpc>
                <a:spcPct val="100000"/>
              </a:lnSpc>
              <a:spcBef>
                <a:spcPts val="0"/>
              </a:spcBef>
              <a:spcAft>
                <a:spcPts val="0"/>
              </a:spcAft>
              <a:buClr>
                <a:schemeClr val="lt1"/>
              </a:buClr>
              <a:buSzPts val="1400"/>
              <a:buFont typeface="Outfit"/>
              <a:buNone/>
              <a:defRPr sz="1400">
                <a:solidFill>
                  <a:schemeClr val="lt1"/>
                </a:solidFill>
                <a:latin typeface="Outfit"/>
                <a:ea typeface="Outfit"/>
                <a:cs typeface="Outfit"/>
                <a:sym typeface="Outfit"/>
              </a:defRPr>
            </a:lvl2pPr>
            <a:lvl3pPr lvl="2" rtl="0">
              <a:lnSpc>
                <a:spcPct val="100000"/>
              </a:lnSpc>
              <a:spcBef>
                <a:spcPts val="0"/>
              </a:spcBef>
              <a:spcAft>
                <a:spcPts val="0"/>
              </a:spcAft>
              <a:buClr>
                <a:schemeClr val="lt1"/>
              </a:buClr>
              <a:buSzPts val="1400"/>
              <a:buFont typeface="Outfit"/>
              <a:buNone/>
              <a:defRPr sz="1400">
                <a:solidFill>
                  <a:schemeClr val="lt1"/>
                </a:solidFill>
                <a:latin typeface="Outfit"/>
                <a:ea typeface="Outfit"/>
                <a:cs typeface="Outfit"/>
                <a:sym typeface="Outfit"/>
              </a:defRPr>
            </a:lvl3pPr>
            <a:lvl4pPr lvl="3" rtl="0">
              <a:lnSpc>
                <a:spcPct val="100000"/>
              </a:lnSpc>
              <a:spcBef>
                <a:spcPts val="0"/>
              </a:spcBef>
              <a:spcAft>
                <a:spcPts val="0"/>
              </a:spcAft>
              <a:buClr>
                <a:schemeClr val="lt1"/>
              </a:buClr>
              <a:buSzPts val="1400"/>
              <a:buFont typeface="Outfit"/>
              <a:buNone/>
              <a:defRPr sz="1400">
                <a:solidFill>
                  <a:schemeClr val="lt1"/>
                </a:solidFill>
                <a:latin typeface="Outfit"/>
                <a:ea typeface="Outfit"/>
                <a:cs typeface="Outfit"/>
                <a:sym typeface="Outfit"/>
              </a:defRPr>
            </a:lvl4pPr>
            <a:lvl5pPr lvl="4" rtl="0">
              <a:lnSpc>
                <a:spcPct val="100000"/>
              </a:lnSpc>
              <a:spcBef>
                <a:spcPts val="0"/>
              </a:spcBef>
              <a:spcAft>
                <a:spcPts val="0"/>
              </a:spcAft>
              <a:buClr>
                <a:schemeClr val="lt1"/>
              </a:buClr>
              <a:buSzPts val="1400"/>
              <a:buFont typeface="Outfit"/>
              <a:buNone/>
              <a:defRPr sz="1400">
                <a:solidFill>
                  <a:schemeClr val="lt1"/>
                </a:solidFill>
                <a:latin typeface="Outfit"/>
                <a:ea typeface="Outfit"/>
                <a:cs typeface="Outfit"/>
                <a:sym typeface="Outfit"/>
              </a:defRPr>
            </a:lvl5pPr>
            <a:lvl6pPr lvl="5" rtl="0">
              <a:lnSpc>
                <a:spcPct val="100000"/>
              </a:lnSpc>
              <a:spcBef>
                <a:spcPts val="0"/>
              </a:spcBef>
              <a:spcAft>
                <a:spcPts val="0"/>
              </a:spcAft>
              <a:buClr>
                <a:schemeClr val="lt1"/>
              </a:buClr>
              <a:buSzPts val="1400"/>
              <a:buFont typeface="Outfit"/>
              <a:buNone/>
              <a:defRPr sz="1400">
                <a:solidFill>
                  <a:schemeClr val="lt1"/>
                </a:solidFill>
                <a:latin typeface="Outfit"/>
                <a:ea typeface="Outfit"/>
                <a:cs typeface="Outfit"/>
                <a:sym typeface="Outfit"/>
              </a:defRPr>
            </a:lvl6pPr>
            <a:lvl7pPr lvl="6" rtl="0">
              <a:lnSpc>
                <a:spcPct val="100000"/>
              </a:lnSpc>
              <a:spcBef>
                <a:spcPts val="0"/>
              </a:spcBef>
              <a:spcAft>
                <a:spcPts val="0"/>
              </a:spcAft>
              <a:buClr>
                <a:schemeClr val="lt1"/>
              </a:buClr>
              <a:buSzPts val="1400"/>
              <a:buFont typeface="Outfit"/>
              <a:buNone/>
              <a:defRPr sz="1400">
                <a:solidFill>
                  <a:schemeClr val="lt1"/>
                </a:solidFill>
                <a:latin typeface="Outfit"/>
                <a:ea typeface="Outfit"/>
                <a:cs typeface="Outfit"/>
                <a:sym typeface="Outfit"/>
              </a:defRPr>
            </a:lvl7pPr>
            <a:lvl8pPr lvl="7" rtl="0">
              <a:lnSpc>
                <a:spcPct val="100000"/>
              </a:lnSpc>
              <a:spcBef>
                <a:spcPts val="0"/>
              </a:spcBef>
              <a:spcAft>
                <a:spcPts val="0"/>
              </a:spcAft>
              <a:buClr>
                <a:schemeClr val="lt1"/>
              </a:buClr>
              <a:buSzPts val="1400"/>
              <a:buFont typeface="Outfit"/>
              <a:buNone/>
              <a:defRPr sz="1400">
                <a:solidFill>
                  <a:schemeClr val="lt1"/>
                </a:solidFill>
                <a:latin typeface="Outfit"/>
                <a:ea typeface="Outfit"/>
                <a:cs typeface="Outfit"/>
                <a:sym typeface="Outfit"/>
              </a:defRPr>
            </a:lvl8pPr>
            <a:lvl9pPr lvl="8" rtl="0">
              <a:lnSpc>
                <a:spcPct val="100000"/>
              </a:lnSpc>
              <a:spcBef>
                <a:spcPts val="0"/>
              </a:spcBef>
              <a:spcAft>
                <a:spcPts val="0"/>
              </a:spcAft>
              <a:buClr>
                <a:schemeClr val="lt1"/>
              </a:buClr>
              <a:buSzPts val="1400"/>
              <a:buFont typeface="Outfit"/>
              <a:buNone/>
              <a:defRPr sz="1400">
                <a:solidFill>
                  <a:schemeClr val="lt1"/>
                </a:solidFill>
                <a:latin typeface="Outfit"/>
                <a:ea typeface="Outfit"/>
                <a:cs typeface="Outfit"/>
                <a:sym typeface="Outfit"/>
              </a:defRPr>
            </a:lvl9pPr>
          </a:lstStyle>
          <a:p>
            <a:endParaRPr/>
          </a:p>
        </p:txBody>
      </p:sp>
      <p:pic>
        <p:nvPicPr>
          <p:cNvPr id="14" name="Google Shape;14;p2"/>
          <p:cNvPicPr preferRelativeResize="0"/>
          <p:nvPr/>
        </p:nvPicPr>
        <p:blipFill>
          <a:blip r:embed="rId3">
            <a:alphaModFix/>
          </a:blip>
          <a:stretch>
            <a:fillRect/>
          </a:stretch>
        </p:blipFill>
        <p:spPr>
          <a:xfrm>
            <a:off x="729000" y="3717900"/>
            <a:ext cx="382624" cy="378175"/>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bg>
      <p:bgPr>
        <a:solidFill>
          <a:srgbClr val="0E2356"/>
        </a:solidFill>
        <a:effectLst/>
      </p:bgPr>
    </p:bg>
    <p:spTree>
      <p:nvGrpSpPr>
        <p:cNvPr id="1" name="Shape 15"/>
        <p:cNvGrpSpPr/>
        <p:nvPr/>
      </p:nvGrpSpPr>
      <p:grpSpPr>
        <a:xfrm>
          <a:off x="0" y="0"/>
          <a:ext cx="0" cy="0"/>
          <a:chOff x="0" y="0"/>
          <a:chExt cx="0" cy="0"/>
        </a:xfrm>
      </p:grpSpPr>
      <p:sp>
        <p:nvSpPr>
          <p:cNvPr id="16" name="Google Shape;16;p3"/>
          <p:cNvSpPr txBox="1">
            <a:spLocks noGrp="1"/>
          </p:cNvSpPr>
          <p:nvPr>
            <p:ph type="sldNum" idx="12"/>
          </p:nvPr>
        </p:nvSpPr>
        <p:spPr>
          <a:xfrm>
            <a:off x="8469900" y="4749982"/>
            <a:ext cx="675000" cy="393600"/>
          </a:xfrm>
          <a:prstGeom prst="rect">
            <a:avLst/>
          </a:prstGeom>
        </p:spPr>
        <p:txBody>
          <a:bodyPr spcFirstLastPara="1" wrap="square" lIns="135000" tIns="135000" rIns="310500" bIns="172800" anchor="b" anchorCtr="0">
            <a:noAutofit/>
          </a:bodyPr>
          <a:lstStyle>
            <a:lvl1pPr lvl="0" rtl="0">
              <a:buNone/>
              <a:defRPr>
                <a:solidFill>
                  <a:srgbClr val="FFFFFF"/>
                </a:solidFill>
              </a:defRPr>
            </a:lvl1pPr>
            <a:lvl2pPr lvl="1" rtl="0">
              <a:buNone/>
              <a:defRPr>
                <a:solidFill>
                  <a:srgbClr val="FFFFFF"/>
                </a:solidFill>
              </a:defRPr>
            </a:lvl2pPr>
            <a:lvl3pPr lvl="2" rtl="0">
              <a:buNone/>
              <a:defRPr>
                <a:solidFill>
                  <a:srgbClr val="FFFFFF"/>
                </a:solidFill>
              </a:defRPr>
            </a:lvl3pPr>
            <a:lvl4pPr lvl="3" rtl="0">
              <a:buNone/>
              <a:defRPr>
                <a:solidFill>
                  <a:srgbClr val="FFFFFF"/>
                </a:solidFill>
              </a:defRPr>
            </a:lvl4pPr>
            <a:lvl5pPr lvl="4" rtl="0">
              <a:buNone/>
              <a:defRPr>
                <a:solidFill>
                  <a:srgbClr val="FFFFFF"/>
                </a:solidFill>
              </a:defRPr>
            </a:lvl5pPr>
            <a:lvl6pPr lvl="5" rtl="0">
              <a:buNone/>
              <a:defRPr>
                <a:solidFill>
                  <a:srgbClr val="FFFFFF"/>
                </a:solidFill>
              </a:defRPr>
            </a:lvl6pPr>
            <a:lvl7pPr lvl="6" rtl="0">
              <a:buNone/>
              <a:defRPr>
                <a:solidFill>
                  <a:srgbClr val="FFFFFF"/>
                </a:solidFill>
              </a:defRPr>
            </a:lvl7pPr>
            <a:lvl8pPr lvl="7" rtl="0">
              <a:buNone/>
              <a:defRPr>
                <a:solidFill>
                  <a:srgbClr val="FFFFFF"/>
                </a:solidFill>
              </a:defRPr>
            </a:lvl8pPr>
            <a:lvl9pPr lvl="8" rtl="0">
              <a:buNone/>
              <a:defRPr>
                <a:solidFill>
                  <a:srgbClr val="FFFFFF"/>
                </a:solidFill>
              </a:defRPr>
            </a:lvl9pPr>
          </a:lstStyle>
          <a:p>
            <a:pPr marL="0" lvl="0" indent="0" algn="r" rtl="0">
              <a:spcBef>
                <a:spcPts val="0"/>
              </a:spcBef>
              <a:spcAft>
                <a:spcPts val="0"/>
              </a:spcAft>
              <a:buNone/>
            </a:pPr>
            <a:fld id="{00000000-1234-1234-1234-123412341234}" type="slidenum">
              <a:rPr lang="fr"/>
              <a:t>‹N°›</a:t>
            </a:fld>
            <a:endParaRPr/>
          </a:p>
        </p:txBody>
      </p:sp>
      <p:cxnSp>
        <p:nvCxnSpPr>
          <p:cNvPr id="17" name="Google Shape;17;p3"/>
          <p:cNvCxnSpPr/>
          <p:nvPr/>
        </p:nvCxnSpPr>
        <p:spPr>
          <a:xfrm>
            <a:off x="729000" y="1612250"/>
            <a:ext cx="2081700" cy="0"/>
          </a:xfrm>
          <a:prstGeom prst="straightConnector1">
            <a:avLst/>
          </a:prstGeom>
          <a:noFill/>
          <a:ln w="38100" cap="flat" cmpd="sng">
            <a:solidFill>
              <a:srgbClr val="FFFFFF"/>
            </a:solidFill>
            <a:prstDash val="solid"/>
            <a:round/>
            <a:headEnd type="none" w="med" len="med"/>
            <a:tailEnd type="none" w="med" len="med"/>
          </a:ln>
        </p:spPr>
      </p:cxnSp>
      <p:sp>
        <p:nvSpPr>
          <p:cNvPr id="18" name="Google Shape;18;p3"/>
          <p:cNvSpPr txBox="1">
            <a:spLocks noGrp="1"/>
          </p:cNvSpPr>
          <p:nvPr>
            <p:ph type="title"/>
          </p:nvPr>
        </p:nvSpPr>
        <p:spPr>
          <a:xfrm>
            <a:off x="729000" y="1612800"/>
            <a:ext cx="6552000" cy="1518600"/>
          </a:xfrm>
          <a:prstGeom prst="rect">
            <a:avLst/>
          </a:prstGeom>
        </p:spPr>
        <p:txBody>
          <a:bodyPr spcFirstLastPara="1" wrap="square" lIns="0" tIns="91425" rIns="0" bIns="91425" anchor="t" anchorCtr="0">
            <a:spAutoFit/>
          </a:bodyPr>
          <a:lstStyle>
            <a:lvl1pPr lvl="0" rtl="0">
              <a:spcBef>
                <a:spcPts val="0"/>
              </a:spcBef>
              <a:spcAft>
                <a:spcPts val="0"/>
              </a:spcAft>
              <a:buClr>
                <a:srgbClr val="FFFFFF"/>
              </a:buClr>
              <a:buSzPts val="4800"/>
              <a:buFont typeface="Outfit"/>
              <a:buNone/>
              <a:defRPr sz="4800">
                <a:solidFill>
                  <a:srgbClr val="FFFFFF"/>
                </a:solidFill>
                <a:latin typeface="Outfit"/>
                <a:ea typeface="Outfit"/>
                <a:cs typeface="Outfit"/>
                <a:sym typeface="Outfit"/>
              </a:defRPr>
            </a:lvl1pPr>
            <a:lvl2pPr lvl="1" rtl="0">
              <a:spcBef>
                <a:spcPts val="0"/>
              </a:spcBef>
              <a:spcAft>
                <a:spcPts val="0"/>
              </a:spcAft>
              <a:buClr>
                <a:srgbClr val="FFFFFF"/>
              </a:buClr>
              <a:buSzPts val="3600"/>
              <a:buNone/>
              <a:defRPr sz="3600">
                <a:solidFill>
                  <a:srgbClr val="FFFFFF"/>
                </a:solidFill>
              </a:defRPr>
            </a:lvl2pPr>
            <a:lvl3pPr lvl="2" rtl="0">
              <a:spcBef>
                <a:spcPts val="0"/>
              </a:spcBef>
              <a:spcAft>
                <a:spcPts val="0"/>
              </a:spcAft>
              <a:buClr>
                <a:srgbClr val="FFFFFF"/>
              </a:buClr>
              <a:buSzPts val="3600"/>
              <a:buNone/>
              <a:defRPr sz="3600">
                <a:solidFill>
                  <a:srgbClr val="FFFFFF"/>
                </a:solidFill>
              </a:defRPr>
            </a:lvl3pPr>
            <a:lvl4pPr lvl="3" rtl="0">
              <a:spcBef>
                <a:spcPts val="0"/>
              </a:spcBef>
              <a:spcAft>
                <a:spcPts val="0"/>
              </a:spcAft>
              <a:buClr>
                <a:srgbClr val="FFFFFF"/>
              </a:buClr>
              <a:buSzPts val="3600"/>
              <a:buNone/>
              <a:defRPr sz="3600">
                <a:solidFill>
                  <a:srgbClr val="FFFFFF"/>
                </a:solidFill>
              </a:defRPr>
            </a:lvl4pPr>
            <a:lvl5pPr lvl="4" rtl="0">
              <a:spcBef>
                <a:spcPts val="0"/>
              </a:spcBef>
              <a:spcAft>
                <a:spcPts val="0"/>
              </a:spcAft>
              <a:buClr>
                <a:srgbClr val="FFFFFF"/>
              </a:buClr>
              <a:buSzPts val="3600"/>
              <a:buNone/>
              <a:defRPr sz="3600">
                <a:solidFill>
                  <a:srgbClr val="FFFFFF"/>
                </a:solidFill>
              </a:defRPr>
            </a:lvl5pPr>
            <a:lvl6pPr lvl="5" rtl="0">
              <a:spcBef>
                <a:spcPts val="0"/>
              </a:spcBef>
              <a:spcAft>
                <a:spcPts val="0"/>
              </a:spcAft>
              <a:buClr>
                <a:srgbClr val="FFFFFF"/>
              </a:buClr>
              <a:buSzPts val="3600"/>
              <a:buNone/>
              <a:defRPr sz="3600">
                <a:solidFill>
                  <a:srgbClr val="FFFFFF"/>
                </a:solidFill>
              </a:defRPr>
            </a:lvl6pPr>
            <a:lvl7pPr lvl="6" rtl="0">
              <a:spcBef>
                <a:spcPts val="0"/>
              </a:spcBef>
              <a:spcAft>
                <a:spcPts val="0"/>
              </a:spcAft>
              <a:buClr>
                <a:srgbClr val="FFFFFF"/>
              </a:buClr>
              <a:buSzPts val="3600"/>
              <a:buNone/>
              <a:defRPr sz="3600">
                <a:solidFill>
                  <a:srgbClr val="FFFFFF"/>
                </a:solidFill>
              </a:defRPr>
            </a:lvl7pPr>
            <a:lvl8pPr lvl="7" rtl="0">
              <a:spcBef>
                <a:spcPts val="0"/>
              </a:spcBef>
              <a:spcAft>
                <a:spcPts val="0"/>
              </a:spcAft>
              <a:buClr>
                <a:srgbClr val="FFFFFF"/>
              </a:buClr>
              <a:buSzPts val="3600"/>
              <a:buNone/>
              <a:defRPr sz="3600">
                <a:solidFill>
                  <a:srgbClr val="FFFFFF"/>
                </a:solidFill>
              </a:defRPr>
            </a:lvl8pPr>
            <a:lvl9pPr lvl="8" rtl="0">
              <a:spcBef>
                <a:spcPts val="0"/>
              </a:spcBef>
              <a:spcAft>
                <a:spcPts val="0"/>
              </a:spcAft>
              <a:buClr>
                <a:srgbClr val="FFFFFF"/>
              </a:buClr>
              <a:buSzPts val="3600"/>
              <a:buNone/>
              <a:defRPr sz="3600">
                <a:solidFill>
                  <a:srgbClr val="FFFFFF"/>
                </a:solidFill>
              </a:defRPr>
            </a:lvl9pPr>
          </a:lstStyle>
          <a:p>
            <a:endParaRPr/>
          </a:p>
        </p:txBody>
      </p:sp>
      <p:sp>
        <p:nvSpPr>
          <p:cNvPr id="19" name="Google Shape;19;p3"/>
          <p:cNvSpPr txBox="1">
            <a:spLocks noGrp="1"/>
          </p:cNvSpPr>
          <p:nvPr>
            <p:ph type="subTitle" idx="1"/>
          </p:nvPr>
        </p:nvSpPr>
        <p:spPr>
          <a:xfrm>
            <a:off x="729000" y="856800"/>
            <a:ext cx="4950000" cy="763200"/>
          </a:xfrm>
          <a:prstGeom prst="rect">
            <a:avLst/>
          </a:prstGeom>
          <a:noFill/>
          <a:ln>
            <a:noFill/>
          </a:ln>
        </p:spPr>
        <p:txBody>
          <a:bodyPr spcFirstLastPara="1" wrap="square" lIns="0" tIns="90000" rIns="90000" bIns="90000" anchor="b" anchorCtr="0">
            <a:noAutofit/>
          </a:bodyPr>
          <a:lstStyle>
            <a:lvl1pPr marR="0" lvl="0" algn="l" rtl="0">
              <a:lnSpc>
                <a:spcPct val="100000"/>
              </a:lnSpc>
              <a:spcBef>
                <a:spcPts val="0"/>
              </a:spcBef>
              <a:spcAft>
                <a:spcPts val="0"/>
              </a:spcAft>
              <a:buClr>
                <a:srgbClr val="FFFFFF"/>
              </a:buClr>
              <a:buSzPts val="4800"/>
              <a:buFont typeface="Outfit"/>
              <a:buNone/>
              <a:defRPr sz="4800" b="1">
                <a:solidFill>
                  <a:srgbClr val="FFFFFF"/>
                </a:solidFill>
                <a:latin typeface="Outfit"/>
                <a:ea typeface="Outfit"/>
                <a:cs typeface="Outfit"/>
                <a:sym typeface="Outfit"/>
              </a:defRPr>
            </a:lvl1pPr>
            <a:lvl2pPr lvl="1" algn="l" rtl="0">
              <a:lnSpc>
                <a:spcPct val="100000"/>
              </a:lnSpc>
              <a:spcBef>
                <a:spcPts val="0"/>
              </a:spcBef>
              <a:spcAft>
                <a:spcPts val="0"/>
              </a:spcAft>
              <a:buClr>
                <a:srgbClr val="FFFFFF"/>
              </a:buClr>
              <a:buSzPts val="1100"/>
              <a:buFont typeface="Outfit"/>
              <a:buChar char="○"/>
              <a:defRPr>
                <a:solidFill>
                  <a:srgbClr val="FFFFFF"/>
                </a:solidFill>
                <a:latin typeface="Outfit"/>
                <a:ea typeface="Outfit"/>
                <a:cs typeface="Outfit"/>
                <a:sym typeface="Outfit"/>
              </a:defRPr>
            </a:lvl2pPr>
            <a:lvl3pPr lvl="2" algn="l" rtl="0">
              <a:lnSpc>
                <a:spcPct val="100000"/>
              </a:lnSpc>
              <a:spcBef>
                <a:spcPts val="0"/>
              </a:spcBef>
              <a:spcAft>
                <a:spcPts val="0"/>
              </a:spcAft>
              <a:buClr>
                <a:srgbClr val="FFFFFF"/>
              </a:buClr>
              <a:buSzPts val="1000"/>
              <a:buFont typeface="Outfit"/>
              <a:buChar char="■"/>
              <a:defRPr>
                <a:solidFill>
                  <a:srgbClr val="FFFFFF"/>
                </a:solidFill>
                <a:latin typeface="Outfit"/>
                <a:ea typeface="Outfit"/>
                <a:cs typeface="Outfit"/>
                <a:sym typeface="Outfit"/>
              </a:defRPr>
            </a:lvl3pPr>
            <a:lvl4pPr lvl="3" algn="l" rtl="0">
              <a:lnSpc>
                <a:spcPct val="100000"/>
              </a:lnSpc>
              <a:spcBef>
                <a:spcPts val="0"/>
              </a:spcBef>
              <a:spcAft>
                <a:spcPts val="0"/>
              </a:spcAft>
              <a:buClr>
                <a:srgbClr val="FFFFFF"/>
              </a:buClr>
              <a:buSzPts val="900"/>
              <a:buFont typeface="Outfit"/>
              <a:buChar char="●"/>
              <a:defRPr>
                <a:solidFill>
                  <a:srgbClr val="FFFFFF"/>
                </a:solidFill>
                <a:latin typeface="Outfit"/>
                <a:ea typeface="Outfit"/>
                <a:cs typeface="Outfit"/>
                <a:sym typeface="Outfit"/>
              </a:defRPr>
            </a:lvl4pPr>
            <a:lvl5pPr lvl="4" algn="l" rtl="0">
              <a:lnSpc>
                <a:spcPct val="100000"/>
              </a:lnSpc>
              <a:spcBef>
                <a:spcPts val="0"/>
              </a:spcBef>
              <a:spcAft>
                <a:spcPts val="0"/>
              </a:spcAft>
              <a:buClr>
                <a:srgbClr val="FFFFFF"/>
              </a:buClr>
              <a:buSzPts val="800"/>
              <a:buFont typeface="Outfit"/>
              <a:buChar char="○"/>
              <a:defRPr>
                <a:solidFill>
                  <a:srgbClr val="FFFFFF"/>
                </a:solidFill>
                <a:latin typeface="Outfit"/>
                <a:ea typeface="Outfit"/>
                <a:cs typeface="Outfit"/>
                <a:sym typeface="Outfit"/>
              </a:defRPr>
            </a:lvl5pPr>
            <a:lvl6pPr lvl="5" algn="l" rtl="0">
              <a:lnSpc>
                <a:spcPct val="100000"/>
              </a:lnSpc>
              <a:spcBef>
                <a:spcPts val="0"/>
              </a:spcBef>
              <a:spcAft>
                <a:spcPts val="0"/>
              </a:spcAft>
              <a:buClr>
                <a:srgbClr val="FFFFFF"/>
              </a:buClr>
              <a:buSzPts val="700"/>
              <a:buFont typeface="Outfit"/>
              <a:buChar char="■"/>
              <a:defRPr>
                <a:solidFill>
                  <a:srgbClr val="FFFFFF"/>
                </a:solidFill>
                <a:latin typeface="Outfit"/>
                <a:ea typeface="Outfit"/>
                <a:cs typeface="Outfit"/>
                <a:sym typeface="Outfit"/>
              </a:defRPr>
            </a:lvl6pPr>
            <a:lvl7pPr lvl="6" algn="l" rtl="0">
              <a:lnSpc>
                <a:spcPct val="100000"/>
              </a:lnSpc>
              <a:spcBef>
                <a:spcPts val="0"/>
              </a:spcBef>
              <a:spcAft>
                <a:spcPts val="0"/>
              </a:spcAft>
              <a:buClr>
                <a:srgbClr val="FFFFFF"/>
              </a:buClr>
              <a:buSzPts val="600"/>
              <a:buFont typeface="Outfit"/>
              <a:buChar char="●"/>
              <a:defRPr>
                <a:solidFill>
                  <a:srgbClr val="FFFFFF"/>
                </a:solidFill>
                <a:latin typeface="Outfit"/>
                <a:ea typeface="Outfit"/>
                <a:cs typeface="Outfit"/>
                <a:sym typeface="Outfit"/>
              </a:defRPr>
            </a:lvl7pPr>
            <a:lvl8pPr lvl="7" algn="l" rtl="0">
              <a:lnSpc>
                <a:spcPct val="100000"/>
              </a:lnSpc>
              <a:spcBef>
                <a:spcPts val="0"/>
              </a:spcBef>
              <a:spcAft>
                <a:spcPts val="0"/>
              </a:spcAft>
              <a:buClr>
                <a:srgbClr val="FFFFFF"/>
              </a:buClr>
              <a:buSzPts val="600"/>
              <a:buFont typeface="Outfit"/>
              <a:buChar char="○"/>
              <a:defRPr>
                <a:solidFill>
                  <a:srgbClr val="FFFFFF"/>
                </a:solidFill>
                <a:latin typeface="Outfit"/>
                <a:ea typeface="Outfit"/>
                <a:cs typeface="Outfit"/>
                <a:sym typeface="Outfit"/>
              </a:defRPr>
            </a:lvl8pPr>
            <a:lvl9pPr lvl="8" algn="l" rtl="0">
              <a:lnSpc>
                <a:spcPct val="100000"/>
              </a:lnSpc>
              <a:spcBef>
                <a:spcPts val="0"/>
              </a:spcBef>
              <a:spcAft>
                <a:spcPts val="0"/>
              </a:spcAft>
              <a:buClr>
                <a:srgbClr val="FFFFFF"/>
              </a:buClr>
              <a:buSzPts val="600"/>
              <a:buFont typeface="Outfit"/>
              <a:buChar char="■"/>
              <a:defRPr>
                <a:solidFill>
                  <a:srgbClr val="FFFFFF"/>
                </a:solidFill>
                <a:latin typeface="Outfit"/>
                <a:ea typeface="Outfit"/>
                <a:cs typeface="Outfit"/>
                <a:sym typeface="Outfit"/>
              </a:defRPr>
            </a:lvl9p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matchingName="h2">
  <p:cSld name="51 - Chapitre [2]_1">
    <p:bg>
      <p:bgPr>
        <a:solidFill>
          <a:srgbClr val="0063CB"/>
        </a:solidFill>
        <a:effectLst/>
      </p:bgPr>
    </p:bg>
    <p:spTree>
      <p:nvGrpSpPr>
        <p:cNvPr id="1" name="Shape 20"/>
        <p:cNvGrpSpPr/>
        <p:nvPr/>
      </p:nvGrpSpPr>
      <p:grpSpPr>
        <a:xfrm>
          <a:off x="0" y="0"/>
          <a:ext cx="0" cy="0"/>
          <a:chOff x="0" y="0"/>
          <a:chExt cx="0" cy="0"/>
        </a:xfrm>
      </p:grpSpPr>
      <p:cxnSp>
        <p:nvCxnSpPr>
          <p:cNvPr id="21" name="Google Shape;21;p4"/>
          <p:cNvCxnSpPr/>
          <p:nvPr/>
        </p:nvCxnSpPr>
        <p:spPr>
          <a:xfrm>
            <a:off x="729000" y="1612250"/>
            <a:ext cx="2081700" cy="0"/>
          </a:xfrm>
          <a:prstGeom prst="straightConnector1">
            <a:avLst/>
          </a:prstGeom>
          <a:noFill/>
          <a:ln w="38100" cap="flat" cmpd="sng">
            <a:solidFill>
              <a:srgbClr val="FFFFFF"/>
            </a:solidFill>
            <a:prstDash val="solid"/>
            <a:round/>
            <a:headEnd type="none" w="med" len="med"/>
            <a:tailEnd type="none" w="med" len="med"/>
          </a:ln>
        </p:spPr>
      </p:cxnSp>
      <p:sp>
        <p:nvSpPr>
          <p:cNvPr id="22" name="Google Shape;22;p4"/>
          <p:cNvSpPr txBox="1">
            <a:spLocks noGrp="1"/>
          </p:cNvSpPr>
          <p:nvPr>
            <p:ph type="title"/>
          </p:nvPr>
        </p:nvSpPr>
        <p:spPr>
          <a:xfrm>
            <a:off x="729000" y="1613250"/>
            <a:ext cx="6551100" cy="1810200"/>
          </a:xfrm>
          <a:prstGeom prst="rect">
            <a:avLst/>
          </a:prstGeom>
          <a:noFill/>
          <a:ln>
            <a:noFill/>
          </a:ln>
        </p:spPr>
        <p:txBody>
          <a:bodyPr spcFirstLastPara="1" wrap="square" lIns="0" tIns="91425" rIns="0" bIns="91425" anchor="t" anchorCtr="0">
            <a:spAutoFit/>
          </a:bodyPr>
          <a:lstStyle>
            <a:lvl1pPr marR="0" lvl="0" algn="l" rtl="0">
              <a:lnSpc>
                <a:spcPct val="100000"/>
              </a:lnSpc>
              <a:spcBef>
                <a:spcPts val="0"/>
              </a:spcBef>
              <a:spcAft>
                <a:spcPts val="0"/>
              </a:spcAft>
              <a:buClr>
                <a:srgbClr val="FFFFFF"/>
              </a:buClr>
              <a:buSzPts val="4800"/>
              <a:buFont typeface="Outfit"/>
              <a:buNone/>
              <a:defRPr sz="4800" i="0" u="none" strike="noStrike" cap="none">
                <a:solidFill>
                  <a:srgbClr val="FFFFFF"/>
                </a:solidFill>
                <a:latin typeface="Outfit"/>
                <a:ea typeface="Outfit"/>
                <a:cs typeface="Outfit"/>
                <a:sym typeface="Outfit"/>
              </a:defRPr>
            </a:lvl1pPr>
            <a:lvl2pPr marR="0" lvl="1" algn="l" rtl="0">
              <a:lnSpc>
                <a:spcPct val="100000"/>
              </a:lnSpc>
              <a:spcBef>
                <a:spcPts val="0"/>
              </a:spcBef>
              <a:spcAft>
                <a:spcPts val="0"/>
              </a:spcAft>
              <a:buClr>
                <a:srgbClr val="FFFFFF"/>
              </a:buClr>
              <a:buSzPts val="1400"/>
              <a:buFont typeface="Outfit"/>
              <a:buNone/>
              <a:defRPr>
                <a:solidFill>
                  <a:srgbClr val="FFFFFF"/>
                </a:solidFill>
                <a:latin typeface="Outfit"/>
                <a:ea typeface="Outfit"/>
                <a:cs typeface="Outfit"/>
                <a:sym typeface="Outfit"/>
              </a:defRPr>
            </a:lvl2pPr>
            <a:lvl3pPr marR="0" lvl="2" algn="l" rtl="0">
              <a:lnSpc>
                <a:spcPct val="100000"/>
              </a:lnSpc>
              <a:spcBef>
                <a:spcPts val="0"/>
              </a:spcBef>
              <a:spcAft>
                <a:spcPts val="0"/>
              </a:spcAft>
              <a:buClr>
                <a:srgbClr val="FFFFFF"/>
              </a:buClr>
              <a:buSzPts val="1400"/>
              <a:buFont typeface="Outfit"/>
              <a:buNone/>
              <a:defRPr>
                <a:solidFill>
                  <a:srgbClr val="FFFFFF"/>
                </a:solidFill>
                <a:latin typeface="Outfit"/>
                <a:ea typeface="Outfit"/>
                <a:cs typeface="Outfit"/>
                <a:sym typeface="Outfit"/>
              </a:defRPr>
            </a:lvl3pPr>
            <a:lvl4pPr marR="0" lvl="3" algn="l" rtl="0">
              <a:lnSpc>
                <a:spcPct val="100000"/>
              </a:lnSpc>
              <a:spcBef>
                <a:spcPts val="0"/>
              </a:spcBef>
              <a:spcAft>
                <a:spcPts val="0"/>
              </a:spcAft>
              <a:buClr>
                <a:srgbClr val="FFFFFF"/>
              </a:buClr>
              <a:buSzPts val="1400"/>
              <a:buFont typeface="Outfit"/>
              <a:buNone/>
              <a:defRPr>
                <a:solidFill>
                  <a:srgbClr val="FFFFFF"/>
                </a:solidFill>
                <a:latin typeface="Outfit"/>
                <a:ea typeface="Outfit"/>
                <a:cs typeface="Outfit"/>
                <a:sym typeface="Outfit"/>
              </a:defRPr>
            </a:lvl4pPr>
            <a:lvl5pPr marR="0" lvl="4" algn="l" rtl="0">
              <a:lnSpc>
                <a:spcPct val="100000"/>
              </a:lnSpc>
              <a:spcBef>
                <a:spcPts val="0"/>
              </a:spcBef>
              <a:spcAft>
                <a:spcPts val="0"/>
              </a:spcAft>
              <a:buClr>
                <a:srgbClr val="FFFFFF"/>
              </a:buClr>
              <a:buSzPts val="1400"/>
              <a:buFont typeface="Outfit"/>
              <a:buNone/>
              <a:defRPr>
                <a:solidFill>
                  <a:srgbClr val="FFFFFF"/>
                </a:solidFill>
                <a:latin typeface="Outfit"/>
                <a:ea typeface="Outfit"/>
                <a:cs typeface="Outfit"/>
                <a:sym typeface="Outfit"/>
              </a:defRPr>
            </a:lvl5pPr>
            <a:lvl6pPr marR="0" lvl="5" algn="l" rtl="0">
              <a:lnSpc>
                <a:spcPct val="100000"/>
              </a:lnSpc>
              <a:spcBef>
                <a:spcPts val="0"/>
              </a:spcBef>
              <a:spcAft>
                <a:spcPts val="0"/>
              </a:spcAft>
              <a:buClr>
                <a:srgbClr val="FFFFFF"/>
              </a:buClr>
              <a:buSzPts val="1400"/>
              <a:buFont typeface="Outfit"/>
              <a:buNone/>
              <a:defRPr>
                <a:solidFill>
                  <a:srgbClr val="FFFFFF"/>
                </a:solidFill>
                <a:latin typeface="Outfit"/>
                <a:ea typeface="Outfit"/>
                <a:cs typeface="Outfit"/>
                <a:sym typeface="Outfit"/>
              </a:defRPr>
            </a:lvl6pPr>
            <a:lvl7pPr marR="0" lvl="6" algn="l" rtl="0">
              <a:lnSpc>
                <a:spcPct val="100000"/>
              </a:lnSpc>
              <a:spcBef>
                <a:spcPts val="0"/>
              </a:spcBef>
              <a:spcAft>
                <a:spcPts val="0"/>
              </a:spcAft>
              <a:buClr>
                <a:srgbClr val="FFFFFF"/>
              </a:buClr>
              <a:buSzPts val="1400"/>
              <a:buFont typeface="Outfit"/>
              <a:buNone/>
              <a:defRPr>
                <a:solidFill>
                  <a:srgbClr val="FFFFFF"/>
                </a:solidFill>
                <a:latin typeface="Outfit"/>
                <a:ea typeface="Outfit"/>
                <a:cs typeface="Outfit"/>
                <a:sym typeface="Outfit"/>
              </a:defRPr>
            </a:lvl7pPr>
            <a:lvl8pPr marR="0" lvl="7" algn="l" rtl="0">
              <a:lnSpc>
                <a:spcPct val="100000"/>
              </a:lnSpc>
              <a:spcBef>
                <a:spcPts val="0"/>
              </a:spcBef>
              <a:spcAft>
                <a:spcPts val="0"/>
              </a:spcAft>
              <a:buClr>
                <a:srgbClr val="FFFFFF"/>
              </a:buClr>
              <a:buSzPts val="1400"/>
              <a:buFont typeface="Outfit"/>
              <a:buNone/>
              <a:defRPr>
                <a:solidFill>
                  <a:srgbClr val="FFFFFF"/>
                </a:solidFill>
                <a:latin typeface="Outfit"/>
                <a:ea typeface="Outfit"/>
                <a:cs typeface="Outfit"/>
                <a:sym typeface="Outfit"/>
              </a:defRPr>
            </a:lvl8pPr>
            <a:lvl9pPr marR="0" lvl="8" algn="l" rtl="0">
              <a:lnSpc>
                <a:spcPct val="100000"/>
              </a:lnSpc>
              <a:spcBef>
                <a:spcPts val="0"/>
              </a:spcBef>
              <a:spcAft>
                <a:spcPts val="0"/>
              </a:spcAft>
              <a:buClr>
                <a:srgbClr val="FFFFFF"/>
              </a:buClr>
              <a:buSzPts val="1400"/>
              <a:buFont typeface="Outfit"/>
              <a:buNone/>
              <a:defRPr>
                <a:solidFill>
                  <a:srgbClr val="FFFFFF"/>
                </a:solidFill>
                <a:latin typeface="Outfit"/>
                <a:ea typeface="Outfit"/>
                <a:cs typeface="Outfit"/>
                <a:sym typeface="Outfit"/>
              </a:defRPr>
            </a:lvl9pPr>
          </a:lstStyle>
          <a:p>
            <a:endParaRPr/>
          </a:p>
        </p:txBody>
      </p:sp>
      <p:sp>
        <p:nvSpPr>
          <p:cNvPr id="23" name="Google Shape;23;p4"/>
          <p:cNvSpPr txBox="1">
            <a:spLocks noGrp="1"/>
          </p:cNvSpPr>
          <p:nvPr>
            <p:ph type="subTitle" idx="1"/>
          </p:nvPr>
        </p:nvSpPr>
        <p:spPr>
          <a:xfrm>
            <a:off x="729000" y="856800"/>
            <a:ext cx="4950000" cy="763200"/>
          </a:xfrm>
          <a:prstGeom prst="rect">
            <a:avLst/>
          </a:prstGeom>
          <a:noFill/>
          <a:ln>
            <a:noFill/>
          </a:ln>
        </p:spPr>
        <p:txBody>
          <a:bodyPr spcFirstLastPara="1" wrap="square" lIns="0" tIns="90000" rIns="90000" bIns="90000" anchor="b" anchorCtr="0">
            <a:noAutofit/>
          </a:bodyPr>
          <a:lstStyle>
            <a:lvl1pPr marR="0" lvl="0" algn="l" rtl="0">
              <a:lnSpc>
                <a:spcPct val="100000"/>
              </a:lnSpc>
              <a:spcBef>
                <a:spcPts val="0"/>
              </a:spcBef>
              <a:spcAft>
                <a:spcPts val="0"/>
              </a:spcAft>
              <a:buClr>
                <a:srgbClr val="FFFFFF"/>
              </a:buClr>
              <a:buSzPts val="4800"/>
              <a:buFont typeface="Outfit"/>
              <a:buNone/>
              <a:defRPr sz="4800" b="1">
                <a:solidFill>
                  <a:srgbClr val="FFFFFF"/>
                </a:solidFill>
                <a:latin typeface="Outfit"/>
                <a:ea typeface="Outfit"/>
                <a:cs typeface="Outfit"/>
                <a:sym typeface="Outfit"/>
              </a:defRPr>
            </a:lvl1pPr>
            <a:lvl2pPr lvl="1" algn="l" rtl="0">
              <a:lnSpc>
                <a:spcPct val="100000"/>
              </a:lnSpc>
              <a:spcBef>
                <a:spcPts val="0"/>
              </a:spcBef>
              <a:spcAft>
                <a:spcPts val="0"/>
              </a:spcAft>
              <a:buClr>
                <a:srgbClr val="FFFFFF"/>
              </a:buClr>
              <a:buSzPts val="1100"/>
              <a:buFont typeface="Outfit"/>
              <a:buChar char="○"/>
              <a:defRPr>
                <a:solidFill>
                  <a:srgbClr val="FFFFFF"/>
                </a:solidFill>
                <a:latin typeface="Outfit"/>
                <a:ea typeface="Outfit"/>
                <a:cs typeface="Outfit"/>
                <a:sym typeface="Outfit"/>
              </a:defRPr>
            </a:lvl2pPr>
            <a:lvl3pPr lvl="2" algn="l" rtl="0">
              <a:lnSpc>
                <a:spcPct val="100000"/>
              </a:lnSpc>
              <a:spcBef>
                <a:spcPts val="0"/>
              </a:spcBef>
              <a:spcAft>
                <a:spcPts val="0"/>
              </a:spcAft>
              <a:buClr>
                <a:srgbClr val="FFFFFF"/>
              </a:buClr>
              <a:buSzPts val="1000"/>
              <a:buFont typeface="Outfit"/>
              <a:buChar char="■"/>
              <a:defRPr>
                <a:solidFill>
                  <a:srgbClr val="FFFFFF"/>
                </a:solidFill>
                <a:latin typeface="Outfit"/>
                <a:ea typeface="Outfit"/>
                <a:cs typeface="Outfit"/>
                <a:sym typeface="Outfit"/>
              </a:defRPr>
            </a:lvl3pPr>
            <a:lvl4pPr lvl="3" algn="l" rtl="0">
              <a:lnSpc>
                <a:spcPct val="100000"/>
              </a:lnSpc>
              <a:spcBef>
                <a:spcPts val="0"/>
              </a:spcBef>
              <a:spcAft>
                <a:spcPts val="0"/>
              </a:spcAft>
              <a:buClr>
                <a:srgbClr val="FFFFFF"/>
              </a:buClr>
              <a:buSzPts val="900"/>
              <a:buFont typeface="Outfit"/>
              <a:buChar char="●"/>
              <a:defRPr>
                <a:solidFill>
                  <a:srgbClr val="FFFFFF"/>
                </a:solidFill>
                <a:latin typeface="Outfit"/>
                <a:ea typeface="Outfit"/>
                <a:cs typeface="Outfit"/>
                <a:sym typeface="Outfit"/>
              </a:defRPr>
            </a:lvl4pPr>
            <a:lvl5pPr lvl="4" algn="l" rtl="0">
              <a:lnSpc>
                <a:spcPct val="100000"/>
              </a:lnSpc>
              <a:spcBef>
                <a:spcPts val="0"/>
              </a:spcBef>
              <a:spcAft>
                <a:spcPts val="0"/>
              </a:spcAft>
              <a:buClr>
                <a:srgbClr val="FFFFFF"/>
              </a:buClr>
              <a:buSzPts val="800"/>
              <a:buFont typeface="Outfit"/>
              <a:buChar char="○"/>
              <a:defRPr>
                <a:solidFill>
                  <a:srgbClr val="FFFFFF"/>
                </a:solidFill>
                <a:latin typeface="Outfit"/>
                <a:ea typeface="Outfit"/>
                <a:cs typeface="Outfit"/>
                <a:sym typeface="Outfit"/>
              </a:defRPr>
            </a:lvl5pPr>
            <a:lvl6pPr lvl="5" algn="l" rtl="0">
              <a:lnSpc>
                <a:spcPct val="100000"/>
              </a:lnSpc>
              <a:spcBef>
                <a:spcPts val="0"/>
              </a:spcBef>
              <a:spcAft>
                <a:spcPts val="0"/>
              </a:spcAft>
              <a:buClr>
                <a:srgbClr val="FFFFFF"/>
              </a:buClr>
              <a:buSzPts val="700"/>
              <a:buFont typeface="Outfit"/>
              <a:buChar char="■"/>
              <a:defRPr>
                <a:solidFill>
                  <a:srgbClr val="FFFFFF"/>
                </a:solidFill>
                <a:latin typeface="Outfit"/>
                <a:ea typeface="Outfit"/>
                <a:cs typeface="Outfit"/>
                <a:sym typeface="Outfit"/>
              </a:defRPr>
            </a:lvl6pPr>
            <a:lvl7pPr lvl="6" algn="l" rtl="0">
              <a:lnSpc>
                <a:spcPct val="100000"/>
              </a:lnSpc>
              <a:spcBef>
                <a:spcPts val="0"/>
              </a:spcBef>
              <a:spcAft>
                <a:spcPts val="0"/>
              </a:spcAft>
              <a:buClr>
                <a:srgbClr val="FFFFFF"/>
              </a:buClr>
              <a:buSzPts val="600"/>
              <a:buFont typeface="Outfit"/>
              <a:buChar char="●"/>
              <a:defRPr>
                <a:solidFill>
                  <a:srgbClr val="FFFFFF"/>
                </a:solidFill>
                <a:latin typeface="Outfit"/>
                <a:ea typeface="Outfit"/>
                <a:cs typeface="Outfit"/>
                <a:sym typeface="Outfit"/>
              </a:defRPr>
            </a:lvl7pPr>
            <a:lvl8pPr lvl="7" algn="l" rtl="0">
              <a:lnSpc>
                <a:spcPct val="100000"/>
              </a:lnSpc>
              <a:spcBef>
                <a:spcPts val="0"/>
              </a:spcBef>
              <a:spcAft>
                <a:spcPts val="0"/>
              </a:spcAft>
              <a:buClr>
                <a:srgbClr val="FFFFFF"/>
              </a:buClr>
              <a:buSzPts val="600"/>
              <a:buFont typeface="Outfit"/>
              <a:buChar char="○"/>
              <a:defRPr>
                <a:solidFill>
                  <a:srgbClr val="FFFFFF"/>
                </a:solidFill>
                <a:latin typeface="Outfit"/>
                <a:ea typeface="Outfit"/>
                <a:cs typeface="Outfit"/>
                <a:sym typeface="Outfit"/>
              </a:defRPr>
            </a:lvl8pPr>
            <a:lvl9pPr lvl="8" algn="l" rtl="0">
              <a:lnSpc>
                <a:spcPct val="100000"/>
              </a:lnSpc>
              <a:spcBef>
                <a:spcPts val="0"/>
              </a:spcBef>
              <a:spcAft>
                <a:spcPts val="0"/>
              </a:spcAft>
              <a:buClr>
                <a:srgbClr val="FFFFFF"/>
              </a:buClr>
              <a:buSzPts val="600"/>
              <a:buFont typeface="Outfit"/>
              <a:buChar char="■"/>
              <a:defRPr>
                <a:solidFill>
                  <a:srgbClr val="FFFFFF"/>
                </a:solidFill>
                <a:latin typeface="Outfit"/>
                <a:ea typeface="Outfit"/>
                <a:cs typeface="Outfit"/>
                <a:sym typeface="Outfit"/>
              </a:defRPr>
            </a:lvl9pPr>
          </a:lstStyle>
          <a:p>
            <a:endParaRPr/>
          </a:p>
        </p:txBody>
      </p:sp>
      <p:sp>
        <p:nvSpPr>
          <p:cNvPr id="24" name="Google Shape;24;p4"/>
          <p:cNvSpPr txBox="1">
            <a:spLocks noGrp="1"/>
          </p:cNvSpPr>
          <p:nvPr>
            <p:ph type="sldNum" idx="12"/>
          </p:nvPr>
        </p:nvSpPr>
        <p:spPr>
          <a:xfrm>
            <a:off x="8469900" y="4749757"/>
            <a:ext cx="675000" cy="393600"/>
          </a:xfrm>
          <a:prstGeom prst="rect">
            <a:avLst/>
          </a:prstGeom>
        </p:spPr>
        <p:txBody>
          <a:bodyPr spcFirstLastPara="1" wrap="square" lIns="135000" tIns="135000" rIns="310500" bIns="172800" anchor="b" anchorCtr="0">
            <a:noAutofit/>
          </a:bodyPr>
          <a:lstStyle>
            <a:lvl1pPr lvl="0" rtl="0">
              <a:buNone/>
              <a:defRPr sz="800">
                <a:solidFill>
                  <a:srgbClr val="FFFFFF"/>
                </a:solidFill>
              </a:defRPr>
            </a:lvl1pPr>
            <a:lvl2pPr lvl="1" rtl="0">
              <a:buNone/>
              <a:defRPr sz="800">
                <a:solidFill>
                  <a:srgbClr val="FFFFFF"/>
                </a:solidFill>
              </a:defRPr>
            </a:lvl2pPr>
            <a:lvl3pPr lvl="2" rtl="0">
              <a:buNone/>
              <a:defRPr sz="800">
                <a:solidFill>
                  <a:srgbClr val="FFFFFF"/>
                </a:solidFill>
              </a:defRPr>
            </a:lvl3pPr>
            <a:lvl4pPr lvl="3" rtl="0">
              <a:buNone/>
              <a:defRPr sz="800">
                <a:solidFill>
                  <a:srgbClr val="FFFFFF"/>
                </a:solidFill>
              </a:defRPr>
            </a:lvl4pPr>
            <a:lvl5pPr lvl="4" rtl="0">
              <a:buNone/>
              <a:defRPr sz="800">
                <a:solidFill>
                  <a:srgbClr val="FFFFFF"/>
                </a:solidFill>
              </a:defRPr>
            </a:lvl5pPr>
            <a:lvl6pPr lvl="5" rtl="0">
              <a:buNone/>
              <a:defRPr sz="800">
                <a:solidFill>
                  <a:srgbClr val="FFFFFF"/>
                </a:solidFill>
              </a:defRPr>
            </a:lvl6pPr>
            <a:lvl7pPr lvl="6" rtl="0">
              <a:buNone/>
              <a:defRPr sz="800">
                <a:solidFill>
                  <a:srgbClr val="FFFFFF"/>
                </a:solidFill>
              </a:defRPr>
            </a:lvl7pPr>
            <a:lvl8pPr lvl="7" rtl="0">
              <a:buNone/>
              <a:defRPr sz="800">
                <a:solidFill>
                  <a:srgbClr val="FFFFFF"/>
                </a:solidFill>
              </a:defRPr>
            </a:lvl8pPr>
            <a:lvl9pPr lvl="8" rtl="0">
              <a:buNone/>
              <a:defRPr sz="800">
                <a:solidFill>
                  <a:srgbClr val="FFFFFF"/>
                </a:solidFill>
              </a:defRPr>
            </a:lvl9pPr>
          </a:lstStyle>
          <a:p>
            <a:pPr marL="0" lvl="0" indent="0" algn="r" rtl="0">
              <a:spcBef>
                <a:spcPts val="0"/>
              </a:spcBef>
              <a:spcAft>
                <a:spcPts val="0"/>
              </a:spcAft>
              <a:buNone/>
            </a:pPr>
            <a:fld id="{00000000-1234-1234-1234-123412341234}" type="slidenum">
              <a:rPr lang="fr"/>
              <a:t>‹N°›</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matchingName="h3">
  <p:cSld name="51 - Chapitre [2]_1_1">
    <p:bg>
      <p:bgPr>
        <a:solidFill>
          <a:schemeClr val="accent3"/>
        </a:solidFill>
        <a:effectLst/>
      </p:bgPr>
    </p:bg>
    <p:spTree>
      <p:nvGrpSpPr>
        <p:cNvPr id="1" name="Shape 25"/>
        <p:cNvGrpSpPr/>
        <p:nvPr/>
      </p:nvGrpSpPr>
      <p:grpSpPr>
        <a:xfrm>
          <a:off x="0" y="0"/>
          <a:ext cx="0" cy="0"/>
          <a:chOff x="0" y="0"/>
          <a:chExt cx="0" cy="0"/>
        </a:xfrm>
      </p:grpSpPr>
      <p:cxnSp>
        <p:nvCxnSpPr>
          <p:cNvPr id="26" name="Google Shape;26;p5"/>
          <p:cNvCxnSpPr/>
          <p:nvPr/>
        </p:nvCxnSpPr>
        <p:spPr>
          <a:xfrm>
            <a:off x="729000" y="1612250"/>
            <a:ext cx="2081700" cy="0"/>
          </a:xfrm>
          <a:prstGeom prst="straightConnector1">
            <a:avLst/>
          </a:prstGeom>
          <a:noFill/>
          <a:ln w="38100" cap="flat" cmpd="sng">
            <a:solidFill>
              <a:schemeClr val="dk1"/>
            </a:solidFill>
            <a:prstDash val="solid"/>
            <a:round/>
            <a:headEnd type="none" w="med" len="med"/>
            <a:tailEnd type="none" w="med" len="med"/>
          </a:ln>
        </p:spPr>
      </p:cxnSp>
      <p:sp>
        <p:nvSpPr>
          <p:cNvPr id="27" name="Google Shape;27;p5"/>
          <p:cNvSpPr txBox="1">
            <a:spLocks noGrp="1"/>
          </p:cNvSpPr>
          <p:nvPr>
            <p:ph type="title"/>
          </p:nvPr>
        </p:nvSpPr>
        <p:spPr>
          <a:xfrm>
            <a:off x="729000" y="1613250"/>
            <a:ext cx="6551100" cy="1810200"/>
          </a:xfrm>
          <a:prstGeom prst="rect">
            <a:avLst/>
          </a:prstGeom>
          <a:noFill/>
          <a:ln>
            <a:noFill/>
          </a:ln>
        </p:spPr>
        <p:txBody>
          <a:bodyPr spcFirstLastPara="1" wrap="square" lIns="0" tIns="91425" rIns="0" bIns="91425" anchor="t" anchorCtr="0">
            <a:spAutoFit/>
          </a:bodyPr>
          <a:lstStyle>
            <a:lvl1pPr marR="0" lvl="0" algn="l" rtl="0">
              <a:lnSpc>
                <a:spcPct val="100000"/>
              </a:lnSpc>
              <a:spcBef>
                <a:spcPts val="0"/>
              </a:spcBef>
              <a:spcAft>
                <a:spcPts val="0"/>
              </a:spcAft>
              <a:buClr>
                <a:schemeClr val="dk1"/>
              </a:buClr>
              <a:buSzPts val="4800"/>
              <a:buFont typeface="Outfit"/>
              <a:buNone/>
              <a:defRPr sz="4800" b="0" i="0" u="none" strike="noStrike" cap="none">
                <a:solidFill>
                  <a:schemeClr val="dk1"/>
                </a:solidFill>
                <a:latin typeface="Outfit"/>
                <a:ea typeface="Outfit"/>
                <a:cs typeface="Outfit"/>
                <a:sym typeface="Outfit"/>
              </a:defRPr>
            </a:lvl1pPr>
            <a:lvl2pPr marR="0" lvl="1" algn="l" rtl="0">
              <a:lnSpc>
                <a:spcPct val="100000"/>
              </a:lnSpc>
              <a:spcBef>
                <a:spcPts val="0"/>
              </a:spcBef>
              <a:spcAft>
                <a:spcPts val="0"/>
              </a:spcAft>
              <a:buClr>
                <a:schemeClr val="dk1"/>
              </a:buClr>
              <a:buSzPts val="1400"/>
              <a:buFont typeface="Outfit"/>
              <a:buNone/>
              <a:defRPr>
                <a:solidFill>
                  <a:schemeClr val="dk1"/>
                </a:solidFill>
                <a:latin typeface="Outfit"/>
                <a:ea typeface="Outfit"/>
                <a:cs typeface="Outfit"/>
                <a:sym typeface="Outfit"/>
              </a:defRPr>
            </a:lvl2pPr>
            <a:lvl3pPr marR="0" lvl="2" algn="l" rtl="0">
              <a:lnSpc>
                <a:spcPct val="100000"/>
              </a:lnSpc>
              <a:spcBef>
                <a:spcPts val="0"/>
              </a:spcBef>
              <a:spcAft>
                <a:spcPts val="0"/>
              </a:spcAft>
              <a:buClr>
                <a:schemeClr val="dk1"/>
              </a:buClr>
              <a:buSzPts val="1400"/>
              <a:buFont typeface="Outfit"/>
              <a:buNone/>
              <a:defRPr>
                <a:solidFill>
                  <a:schemeClr val="dk1"/>
                </a:solidFill>
                <a:latin typeface="Outfit"/>
                <a:ea typeface="Outfit"/>
                <a:cs typeface="Outfit"/>
                <a:sym typeface="Outfit"/>
              </a:defRPr>
            </a:lvl3pPr>
            <a:lvl4pPr marR="0" lvl="3" algn="l" rtl="0">
              <a:lnSpc>
                <a:spcPct val="100000"/>
              </a:lnSpc>
              <a:spcBef>
                <a:spcPts val="0"/>
              </a:spcBef>
              <a:spcAft>
                <a:spcPts val="0"/>
              </a:spcAft>
              <a:buClr>
                <a:schemeClr val="dk1"/>
              </a:buClr>
              <a:buSzPts val="1400"/>
              <a:buFont typeface="Outfit"/>
              <a:buNone/>
              <a:defRPr>
                <a:solidFill>
                  <a:schemeClr val="dk1"/>
                </a:solidFill>
                <a:latin typeface="Outfit"/>
                <a:ea typeface="Outfit"/>
                <a:cs typeface="Outfit"/>
                <a:sym typeface="Outfit"/>
              </a:defRPr>
            </a:lvl4pPr>
            <a:lvl5pPr marR="0" lvl="4" algn="l" rtl="0">
              <a:lnSpc>
                <a:spcPct val="100000"/>
              </a:lnSpc>
              <a:spcBef>
                <a:spcPts val="0"/>
              </a:spcBef>
              <a:spcAft>
                <a:spcPts val="0"/>
              </a:spcAft>
              <a:buClr>
                <a:schemeClr val="dk1"/>
              </a:buClr>
              <a:buSzPts val="1400"/>
              <a:buFont typeface="Outfit"/>
              <a:buNone/>
              <a:defRPr>
                <a:solidFill>
                  <a:schemeClr val="dk1"/>
                </a:solidFill>
                <a:latin typeface="Outfit"/>
                <a:ea typeface="Outfit"/>
                <a:cs typeface="Outfit"/>
                <a:sym typeface="Outfit"/>
              </a:defRPr>
            </a:lvl5pPr>
            <a:lvl6pPr marR="0" lvl="5" algn="l" rtl="0">
              <a:lnSpc>
                <a:spcPct val="100000"/>
              </a:lnSpc>
              <a:spcBef>
                <a:spcPts val="0"/>
              </a:spcBef>
              <a:spcAft>
                <a:spcPts val="0"/>
              </a:spcAft>
              <a:buClr>
                <a:schemeClr val="dk1"/>
              </a:buClr>
              <a:buSzPts val="1400"/>
              <a:buFont typeface="Outfit"/>
              <a:buNone/>
              <a:defRPr>
                <a:solidFill>
                  <a:schemeClr val="dk1"/>
                </a:solidFill>
                <a:latin typeface="Outfit"/>
                <a:ea typeface="Outfit"/>
                <a:cs typeface="Outfit"/>
                <a:sym typeface="Outfit"/>
              </a:defRPr>
            </a:lvl6pPr>
            <a:lvl7pPr marR="0" lvl="6" algn="l" rtl="0">
              <a:lnSpc>
                <a:spcPct val="100000"/>
              </a:lnSpc>
              <a:spcBef>
                <a:spcPts val="0"/>
              </a:spcBef>
              <a:spcAft>
                <a:spcPts val="0"/>
              </a:spcAft>
              <a:buClr>
                <a:schemeClr val="dk1"/>
              </a:buClr>
              <a:buSzPts val="1400"/>
              <a:buFont typeface="Outfit"/>
              <a:buNone/>
              <a:defRPr>
                <a:solidFill>
                  <a:schemeClr val="dk1"/>
                </a:solidFill>
                <a:latin typeface="Outfit"/>
                <a:ea typeface="Outfit"/>
                <a:cs typeface="Outfit"/>
                <a:sym typeface="Outfit"/>
              </a:defRPr>
            </a:lvl7pPr>
            <a:lvl8pPr marR="0" lvl="7" algn="l" rtl="0">
              <a:lnSpc>
                <a:spcPct val="100000"/>
              </a:lnSpc>
              <a:spcBef>
                <a:spcPts val="0"/>
              </a:spcBef>
              <a:spcAft>
                <a:spcPts val="0"/>
              </a:spcAft>
              <a:buClr>
                <a:schemeClr val="dk1"/>
              </a:buClr>
              <a:buSzPts val="1400"/>
              <a:buFont typeface="Outfit"/>
              <a:buNone/>
              <a:defRPr>
                <a:solidFill>
                  <a:schemeClr val="dk1"/>
                </a:solidFill>
                <a:latin typeface="Outfit"/>
                <a:ea typeface="Outfit"/>
                <a:cs typeface="Outfit"/>
                <a:sym typeface="Outfit"/>
              </a:defRPr>
            </a:lvl8pPr>
            <a:lvl9pPr marR="0" lvl="8" algn="l" rtl="0">
              <a:lnSpc>
                <a:spcPct val="100000"/>
              </a:lnSpc>
              <a:spcBef>
                <a:spcPts val="0"/>
              </a:spcBef>
              <a:spcAft>
                <a:spcPts val="0"/>
              </a:spcAft>
              <a:buClr>
                <a:schemeClr val="dk1"/>
              </a:buClr>
              <a:buSzPts val="1400"/>
              <a:buFont typeface="Outfit"/>
              <a:buNone/>
              <a:defRPr>
                <a:solidFill>
                  <a:schemeClr val="dk1"/>
                </a:solidFill>
                <a:latin typeface="Outfit"/>
                <a:ea typeface="Outfit"/>
                <a:cs typeface="Outfit"/>
                <a:sym typeface="Outfit"/>
              </a:defRPr>
            </a:lvl9pPr>
          </a:lstStyle>
          <a:p>
            <a:endParaRPr/>
          </a:p>
        </p:txBody>
      </p:sp>
      <p:sp>
        <p:nvSpPr>
          <p:cNvPr id="28" name="Google Shape;28;p5"/>
          <p:cNvSpPr txBox="1">
            <a:spLocks noGrp="1"/>
          </p:cNvSpPr>
          <p:nvPr>
            <p:ph type="subTitle" idx="1"/>
          </p:nvPr>
        </p:nvSpPr>
        <p:spPr>
          <a:xfrm>
            <a:off x="729000" y="856800"/>
            <a:ext cx="4950000" cy="763200"/>
          </a:xfrm>
          <a:prstGeom prst="rect">
            <a:avLst/>
          </a:prstGeom>
          <a:noFill/>
          <a:ln>
            <a:noFill/>
          </a:ln>
        </p:spPr>
        <p:txBody>
          <a:bodyPr spcFirstLastPara="1" wrap="square" lIns="0" tIns="90000" rIns="90000" bIns="90000" anchor="b" anchorCtr="0">
            <a:noAutofit/>
          </a:bodyPr>
          <a:lstStyle>
            <a:lvl1pPr marR="0" lvl="0" algn="l" rtl="0">
              <a:lnSpc>
                <a:spcPct val="100000"/>
              </a:lnSpc>
              <a:spcBef>
                <a:spcPts val="0"/>
              </a:spcBef>
              <a:spcAft>
                <a:spcPts val="0"/>
              </a:spcAft>
              <a:buClr>
                <a:schemeClr val="dk1"/>
              </a:buClr>
              <a:buSzPts val="4800"/>
              <a:buFont typeface="Outfit"/>
              <a:buNone/>
              <a:defRPr sz="4800" b="1">
                <a:solidFill>
                  <a:schemeClr val="dk1"/>
                </a:solidFill>
                <a:latin typeface="Outfit"/>
                <a:ea typeface="Outfit"/>
                <a:cs typeface="Outfit"/>
                <a:sym typeface="Outfit"/>
              </a:defRPr>
            </a:lvl1pPr>
            <a:lvl2pPr lvl="1" algn="l" rtl="0">
              <a:lnSpc>
                <a:spcPct val="100000"/>
              </a:lnSpc>
              <a:spcBef>
                <a:spcPts val="0"/>
              </a:spcBef>
              <a:spcAft>
                <a:spcPts val="0"/>
              </a:spcAft>
              <a:buClr>
                <a:schemeClr val="dk1"/>
              </a:buClr>
              <a:buSzPts val="1100"/>
              <a:buFont typeface="Outfit"/>
              <a:buChar char="○"/>
              <a:defRPr>
                <a:solidFill>
                  <a:schemeClr val="dk1"/>
                </a:solidFill>
                <a:latin typeface="Outfit"/>
                <a:ea typeface="Outfit"/>
                <a:cs typeface="Outfit"/>
                <a:sym typeface="Outfit"/>
              </a:defRPr>
            </a:lvl2pPr>
            <a:lvl3pPr lvl="2" algn="l" rtl="0">
              <a:lnSpc>
                <a:spcPct val="100000"/>
              </a:lnSpc>
              <a:spcBef>
                <a:spcPts val="0"/>
              </a:spcBef>
              <a:spcAft>
                <a:spcPts val="0"/>
              </a:spcAft>
              <a:buClr>
                <a:schemeClr val="dk1"/>
              </a:buClr>
              <a:buSzPts val="1000"/>
              <a:buFont typeface="Outfit"/>
              <a:buChar char="■"/>
              <a:defRPr>
                <a:solidFill>
                  <a:schemeClr val="dk1"/>
                </a:solidFill>
                <a:latin typeface="Outfit"/>
                <a:ea typeface="Outfit"/>
                <a:cs typeface="Outfit"/>
                <a:sym typeface="Outfit"/>
              </a:defRPr>
            </a:lvl3pPr>
            <a:lvl4pPr lvl="3" algn="l" rtl="0">
              <a:lnSpc>
                <a:spcPct val="100000"/>
              </a:lnSpc>
              <a:spcBef>
                <a:spcPts val="0"/>
              </a:spcBef>
              <a:spcAft>
                <a:spcPts val="0"/>
              </a:spcAft>
              <a:buClr>
                <a:schemeClr val="dk1"/>
              </a:buClr>
              <a:buSzPts val="900"/>
              <a:buFont typeface="Outfit"/>
              <a:buChar char="●"/>
              <a:defRPr>
                <a:solidFill>
                  <a:schemeClr val="dk1"/>
                </a:solidFill>
                <a:latin typeface="Outfit"/>
                <a:ea typeface="Outfit"/>
                <a:cs typeface="Outfit"/>
                <a:sym typeface="Outfit"/>
              </a:defRPr>
            </a:lvl4pPr>
            <a:lvl5pPr lvl="4" algn="l" rtl="0">
              <a:lnSpc>
                <a:spcPct val="100000"/>
              </a:lnSpc>
              <a:spcBef>
                <a:spcPts val="0"/>
              </a:spcBef>
              <a:spcAft>
                <a:spcPts val="0"/>
              </a:spcAft>
              <a:buClr>
                <a:schemeClr val="dk1"/>
              </a:buClr>
              <a:buSzPts val="800"/>
              <a:buFont typeface="Outfit"/>
              <a:buChar char="○"/>
              <a:defRPr>
                <a:solidFill>
                  <a:schemeClr val="dk1"/>
                </a:solidFill>
                <a:latin typeface="Outfit"/>
                <a:ea typeface="Outfit"/>
                <a:cs typeface="Outfit"/>
                <a:sym typeface="Outfit"/>
              </a:defRPr>
            </a:lvl5pPr>
            <a:lvl6pPr lvl="5" algn="l" rtl="0">
              <a:lnSpc>
                <a:spcPct val="100000"/>
              </a:lnSpc>
              <a:spcBef>
                <a:spcPts val="0"/>
              </a:spcBef>
              <a:spcAft>
                <a:spcPts val="0"/>
              </a:spcAft>
              <a:buClr>
                <a:schemeClr val="dk1"/>
              </a:buClr>
              <a:buSzPts val="700"/>
              <a:buFont typeface="Outfit"/>
              <a:buChar char="■"/>
              <a:defRPr>
                <a:solidFill>
                  <a:schemeClr val="dk1"/>
                </a:solidFill>
                <a:latin typeface="Outfit"/>
                <a:ea typeface="Outfit"/>
                <a:cs typeface="Outfit"/>
                <a:sym typeface="Outfit"/>
              </a:defRPr>
            </a:lvl6pPr>
            <a:lvl7pPr lvl="6" algn="l" rtl="0">
              <a:lnSpc>
                <a:spcPct val="100000"/>
              </a:lnSpc>
              <a:spcBef>
                <a:spcPts val="0"/>
              </a:spcBef>
              <a:spcAft>
                <a:spcPts val="0"/>
              </a:spcAft>
              <a:buClr>
                <a:schemeClr val="dk1"/>
              </a:buClr>
              <a:buSzPts val="600"/>
              <a:buFont typeface="Outfit"/>
              <a:buChar char="●"/>
              <a:defRPr>
                <a:solidFill>
                  <a:schemeClr val="dk1"/>
                </a:solidFill>
                <a:latin typeface="Outfit"/>
                <a:ea typeface="Outfit"/>
                <a:cs typeface="Outfit"/>
                <a:sym typeface="Outfit"/>
              </a:defRPr>
            </a:lvl7pPr>
            <a:lvl8pPr lvl="7" algn="l" rtl="0">
              <a:lnSpc>
                <a:spcPct val="100000"/>
              </a:lnSpc>
              <a:spcBef>
                <a:spcPts val="0"/>
              </a:spcBef>
              <a:spcAft>
                <a:spcPts val="0"/>
              </a:spcAft>
              <a:buClr>
                <a:schemeClr val="dk1"/>
              </a:buClr>
              <a:buSzPts val="600"/>
              <a:buFont typeface="Outfit"/>
              <a:buChar char="○"/>
              <a:defRPr>
                <a:solidFill>
                  <a:schemeClr val="dk1"/>
                </a:solidFill>
                <a:latin typeface="Outfit"/>
                <a:ea typeface="Outfit"/>
                <a:cs typeface="Outfit"/>
                <a:sym typeface="Outfit"/>
              </a:defRPr>
            </a:lvl8pPr>
            <a:lvl9pPr lvl="8" algn="l" rtl="0">
              <a:lnSpc>
                <a:spcPct val="100000"/>
              </a:lnSpc>
              <a:spcBef>
                <a:spcPts val="0"/>
              </a:spcBef>
              <a:spcAft>
                <a:spcPts val="0"/>
              </a:spcAft>
              <a:buClr>
                <a:schemeClr val="dk1"/>
              </a:buClr>
              <a:buSzPts val="600"/>
              <a:buFont typeface="Outfit"/>
              <a:buChar char="■"/>
              <a:defRPr>
                <a:solidFill>
                  <a:schemeClr val="dk1"/>
                </a:solidFill>
                <a:latin typeface="Outfit"/>
                <a:ea typeface="Outfit"/>
                <a:cs typeface="Outfit"/>
                <a:sym typeface="Outfit"/>
              </a:defRPr>
            </a:lvl9pPr>
          </a:lstStyle>
          <a:p>
            <a:endParaRPr/>
          </a:p>
        </p:txBody>
      </p:sp>
      <p:sp>
        <p:nvSpPr>
          <p:cNvPr id="29" name="Google Shape;29;p5"/>
          <p:cNvSpPr txBox="1">
            <a:spLocks noGrp="1"/>
          </p:cNvSpPr>
          <p:nvPr>
            <p:ph type="sldNum" idx="12"/>
          </p:nvPr>
        </p:nvSpPr>
        <p:spPr>
          <a:xfrm>
            <a:off x="8469900" y="4749757"/>
            <a:ext cx="675000" cy="393600"/>
          </a:xfrm>
          <a:prstGeom prst="rect">
            <a:avLst/>
          </a:prstGeom>
        </p:spPr>
        <p:txBody>
          <a:bodyPr spcFirstLastPara="1" wrap="square" lIns="135000" tIns="135000" rIns="310500" bIns="172800" anchor="b"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fr"/>
              <a:t>‹N°›</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and body" type="tx">
  <p:cSld name="TITLE_AND_BODY">
    <p:bg>
      <p:bgPr>
        <a:solidFill>
          <a:srgbClr val="FFFFFF"/>
        </a:solidFill>
        <a:effectLst/>
      </p:bgPr>
    </p:bg>
    <p:spTree>
      <p:nvGrpSpPr>
        <p:cNvPr id="1" name="Shape 30"/>
        <p:cNvGrpSpPr/>
        <p:nvPr/>
      </p:nvGrpSpPr>
      <p:grpSpPr>
        <a:xfrm>
          <a:off x="0" y="0"/>
          <a:ext cx="0" cy="0"/>
          <a:chOff x="0" y="0"/>
          <a:chExt cx="0" cy="0"/>
        </a:xfrm>
      </p:grpSpPr>
      <p:sp>
        <p:nvSpPr>
          <p:cNvPr id="31" name="Google Shape;31;p6"/>
          <p:cNvSpPr txBox="1">
            <a:spLocks noGrp="1"/>
          </p:cNvSpPr>
          <p:nvPr>
            <p:ph type="title"/>
          </p:nvPr>
        </p:nvSpPr>
        <p:spPr>
          <a:xfrm>
            <a:off x="310500" y="310500"/>
            <a:ext cx="8523900" cy="324000"/>
          </a:xfrm>
          <a:prstGeom prst="rect">
            <a:avLst/>
          </a:prstGeom>
        </p:spPr>
        <p:txBody>
          <a:bodyPr spcFirstLastPara="1" wrap="square" lIns="0" tIns="0" rIns="0" bIns="0" anchor="t" anchorCtr="0">
            <a:spAutoFit/>
          </a:bodyPr>
          <a:lstStyle>
            <a:lvl1pPr lvl="0" rtl="0">
              <a:spcBef>
                <a:spcPts val="0"/>
              </a:spcBef>
              <a:spcAft>
                <a:spcPts val="0"/>
              </a:spcAft>
              <a:buClr>
                <a:schemeClr val="dk1"/>
              </a:buClr>
              <a:buSzPts val="2100"/>
              <a:buFont typeface="Outfit"/>
              <a:buNone/>
              <a:defRPr sz="2100">
                <a:solidFill>
                  <a:schemeClr val="dk1"/>
                </a:solidFill>
                <a:latin typeface="Outfit"/>
                <a:ea typeface="Outfit"/>
                <a:cs typeface="Outfit"/>
                <a:sym typeface="Outfit"/>
              </a:defRPr>
            </a:lvl1pPr>
            <a:lvl2pPr lvl="1" rtl="0">
              <a:spcBef>
                <a:spcPts val="0"/>
              </a:spcBef>
              <a:spcAft>
                <a:spcPts val="0"/>
              </a:spcAft>
              <a:buClr>
                <a:schemeClr val="dk1"/>
              </a:buClr>
              <a:buSzPts val="2600"/>
              <a:buFont typeface="Outfit"/>
              <a:buNone/>
              <a:defRPr sz="2600">
                <a:solidFill>
                  <a:schemeClr val="dk1"/>
                </a:solidFill>
                <a:latin typeface="Outfit"/>
                <a:ea typeface="Outfit"/>
                <a:cs typeface="Outfit"/>
                <a:sym typeface="Outfit"/>
              </a:defRPr>
            </a:lvl2pPr>
            <a:lvl3pPr lvl="2" rtl="0">
              <a:spcBef>
                <a:spcPts val="0"/>
              </a:spcBef>
              <a:spcAft>
                <a:spcPts val="0"/>
              </a:spcAft>
              <a:buClr>
                <a:schemeClr val="dk1"/>
              </a:buClr>
              <a:buSzPts val="2600"/>
              <a:buFont typeface="Outfit"/>
              <a:buNone/>
              <a:defRPr sz="2600">
                <a:solidFill>
                  <a:schemeClr val="dk1"/>
                </a:solidFill>
                <a:latin typeface="Outfit"/>
                <a:ea typeface="Outfit"/>
                <a:cs typeface="Outfit"/>
                <a:sym typeface="Outfit"/>
              </a:defRPr>
            </a:lvl3pPr>
            <a:lvl4pPr lvl="3" rtl="0">
              <a:spcBef>
                <a:spcPts val="0"/>
              </a:spcBef>
              <a:spcAft>
                <a:spcPts val="0"/>
              </a:spcAft>
              <a:buClr>
                <a:schemeClr val="dk1"/>
              </a:buClr>
              <a:buSzPts val="2600"/>
              <a:buFont typeface="Outfit"/>
              <a:buNone/>
              <a:defRPr sz="2600">
                <a:solidFill>
                  <a:schemeClr val="dk1"/>
                </a:solidFill>
                <a:latin typeface="Outfit"/>
                <a:ea typeface="Outfit"/>
                <a:cs typeface="Outfit"/>
                <a:sym typeface="Outfit"/>
              </a:defRPr>
            </a:lvl4pPr>
            <a:lvl5pPr lvl="4" rtl="0">
              <a:spcBef>
                <a:spcPts val="0"/>
              </a:spcBef>
              <a:spcAft>
                <a:spcPts val="0"/>
              </a:spcAft>
              <a:buClr>
                <a:schemeClr val="dk1"/>
              </a:buClr>
              <a:buSzPts val="2600"/>
              <a:buFont typeface="Outfit"/>
              <a:buNone/>
              <a:defRPr sz="2600">
                <a:solidFill>
                  <a:schemeClr val="dk1"/>
                </a:solidFill>
                <a:latin typeface="Outfit"/>
                <a:ea typeface="Outfit"/>
                <a:cs typeface="Outfit"/>
                <a:sym typeface="Outfit"/>
              </a:defRPr>
            </a:lvl5pPr>
            <a:lvl6pPr lvl="5" rtl="0">
              <a:spcBef>
                <a:spcPts val="0"/>
              </a:spcBef>
              <a:spcAft>
                <a:spcPts val="0"/>
              </a:spcAft>
              <a:buClr>
                <a:schemeClr val="dk1"/>
              </a:buClr>
              <a:buSzPts val="2600"/>
              <a:buFont typeface="Outfit"/>
              <a:buNone/>
              <a:defRPr sz="2600">
                <a:solidFill>
                  <a:schemeClr val="dk1"/>
                </a:solidFill>
                <a:latin typeface="Outfit"/>
                <a:ea typeface="Outfit"/>
                <a:cs typeface="Outfit"/>
                <a:sym typeface="Outfit"/>
              </a:defRPr>
            </a:lvl6pPr>
            <a:lvl7pPr lvl="6" rtl="0">
              <a:spcBef>
                <a:spcPts val="0"/>
              </a:spcBef>
              <a:spcAft>
                <a:spcPts val="0"/>
              </a:spcAft>
              <a:buClr>
                <a:schemeClr val="dk1"/>
              </a:buClr>
              <a:buSzPts val="2600"/>
              <a:buFont typeface="Outfit"/>
              <a:buNone/>
              <a:defRPr sz="2600">
                <a:solidFill>
                  <a:schemeClr val="dk1"/>
                </a:solidFill>
                <a:latin typeface="Outfit"/>
                <a:ea typeface="Outfit"/>
                <a:cs typeface="Outfit"/>
                <a:sym typeface="Outfit"/>
              </a:defRPr>
            </a:lvl7pPr>
            <a:lvl8pPr lvl="7" rtl="0">
              <a:spcBef>
                <a:spcPts val="0"/>
              </a:spcBef>
              <a:spcAft>
                <a:spcPts val="0"/>
              </a:spcAft>
              <a:buClr>
                <a:schemeClr val="dk1"/>
              </a:buClr>
              <a:buSzPts val="2600"/>
              <a:buFont typeface="Outfit"/>
              <a:buNone/>
              <a:defRPr sz="2600">
                <a:solidFill>
                  <a:schemeClr val="dk1"/>
                </a:solidFill>
                <a:latin typeface="Outfit"/>
                <a:ea typeface="Outfit"/>
                <a:cs typeface="Outfit"/>
                <a:sym typeface="Outfit"/>
              </a:defRPr>
            </a:lvl8pPr>
            <a:lvl9pPr lvl="8" rtl="0">
              <a:spcBef>
                <a:spcPts val="0"/>
              </a:spcBef>
              <a:spcAft>
                <a:spcPts val="0"/>
              </a:spcAft>
              <a:buClr>
                <a:schemeClr val="dk1"/>
              </a:buClr>
              <a:buSzPts val="2600"/>
              <a:buFont typeface="Outfit"/>
              <a:buNone/>
              <a:defRPr sz="2600">
                <a:solidFill>
                  <a:schemeClr val="dk1"/>
                </a:solidFill>
                <a:latin typeface="Outfit"/>
                <a:ea typeface="Outfit"/>
                <a:cs typeface="Outfit"/>
                <a:sym typeface="Outfit"/>
              </a:defRPr>
            </a:lvl9pPr>
          </a:lstStyle>
          <a:p>
            <a:endParaRPr/>
          </a:p>
        </p:txBody>
      </p:sp>
      <p:sp>
        <p:nvSpPr>
          <p:cNvPr id="32" name="Google Shape;32;p6"/>
          <p:cNvSpPr txBox="1">
            <a:spLocks noGrp="1"/>
          </p:cNvSpPr>
          <p:nvPr>
            <p:ph type="body" idx="1"/>
          </p:nvPr>
        </p:nvSpPr>
        <p:spPr>
          <a:xfrm>
            <a:off x="310500" y="747900"/>
            <a:ext cx="8523900" cy="4075800"/>
          </a:xfrm>
          <a:prstGeom prst="rect">
            <a:avLst/>
          </a:prstGeom>
        </p:spPr>
        <p:txBody>
          <a:bodyPr spcFirstLastPara="1" wrap="square" lIns="0" tIns="0" rIns="0" bIns="0" anchor="t" anchorCtr="0">
            <a:normAutofit/>
          </a:bodyPr>
          <a:lstStyle>
            <a:lvl1pPr marL="457200" lvl="0" indent="-317500" rtl="0">
              <a:spcBef>
                <a:spcPts val="0"/>
              </a:spcBef>
              <a:spcAft>
                <a:spcPts val="0"/>
              </a:spcAft>
              <a:buClr>
                <a:schemeClr val="dk1"/>
              </a:buClr>
              <a:buSzPts val="1400"/>
              <a:buFont typeface="Outfit"/>
              <a:buChar char="●"/>
              <a:defRPr sz="1400">
                <a:solidFill>
                  <a:schemeClr val="dk1"/>
                </a:solidFill>
                <a:latin typeface="Outfit"/>
                <a:ea typeface="Outfit"/>
                <a:cs typeface="Outfit"/>
                <a:sym typeface="Outfit"/>
              </a:defRPr>
            </a:lvl1pPr>
            <a:lvl2pPr marL="914400" lvl="1" indent="-304800" rtl="0">
              <a:spcBef>
                <a:spcPts val="0"/>
              </a:spcBef>
              <a:spcAft>
                <a:spcPts val="0"/>
              </a:spcAft>
              <a:buClr>
                <a:schemeClr val="dk1"/>
              </a:buClr>
              <a:buSzPts val="1200"/>
              <a:buFont typeface="Outfit"/>
              <a:buChar char="○"/>
              <a:defRPr sz="1200">
                <a:solidFill>
                  <a:schemeClr val="dk1"/>
                </a:solidFill>
                <a:latin typeface="Outfit"/>
                <a:ea typeface="Outfit"/>
                <a:cs typeface="Outfit"/>
                <a:sym typeface="Outfit"/>
              </a:defRPr>
            </a:lvl2pPr>
            <a:lvl3pPr marL="1371600" lvl="2" indent="-304800" rtl="0">
              <a:spcBef>
                <a:spcPts val="0"/>
              </a:spcBef>
              <a:spcAft>
                <a:spcPts val="0"/>
              </a:spcAft>
              <a:buClr>
                <a:schemeClr val="dk1"/>
              </a:buClr>
              <a:buSzPts val="1200"/>
              <a:buFont typeface="Outfit"/>
              <a:buChar char="■"/>
              <a:defRPr sz="1200">
                <a:solidFill>
                  <a:schemeClr val="dk1"/>
                </a:solidFill>
                <a:latin typeface="Outfit"/>
                <a:ea typeface="Outfit"/>
                <a:cs typeface="Outfit"/>
                <a:sym typeface="Outfit"/>
              </a:defRPr>
            </a:lvl3pPr>
            <a:lvl4pPr marL="1828800" lvl="3" indent="-304800" rtl="0">
              <a:spcBef>
                <a:spcPts val="0"/>
              </a:spcBef>
              <a:spcAft>
                <a:spcPts val="0"/>
              </a:spcAft>
              <a:buClr>
                <a:schemeClr val="dk1"/>
              </a:buClr>
              <a:buSzPts val="1200"/>
              <a:buFont typeface="Outfit"/>
              <a:buChar char="●"/>
              <a:defRPr sz="1200">
                <a:solidFill>
                  <a:schemeClr val="dk1"/>
                </a:solidFill>
                <a:latin typeface="Outfit"/>
                <a:ea typeface="Outfit"/>
                <a:cs typeface="Outfit"/>
                <a:sym typeface="Outfit"/>
              </a:defRPr>
            </a:lvl4pPr>
            <a:lvl5pPr marL="2286000" lvl="4" indent="-304800" rtl="0">
              <a:spcBef>
                <a:spcPts val="0"/>
              </a:spcBef>
              <a:spcAft>
                <a:spcPts val="0"/>
              </a:spcAft>
              <a:buClr>
                <a:schemeClr val="dk1"/>
              </a:buClr>
              <a:buSzPts val="1200"/>
              <a:buFont typeface="Outfit"/>
              <a:buChar char="○"/>
              <a:defRPr sz="1200">
                <a:solidFill>
                  <a:schemeClr val="dk1"/>
                </a:solidFill>
                <a:latin typeface="Outfit"/>
                <a:ea typeface="Outfit"/>
                <a:cs typeface="Outfit"/>
                <a:sym typeface="Outfit"/>
              </a:defRPr>
            </a:lvl5pPr>
            <a:lvl6pPr marL="2743200" lvl="5" indent="-304800" rtl="0">
              <a:spcBef>
                <a:spcPts val="0"/>
              </a:spcBef>
              <a:spcAft>
                <a:spcPts val="0"/>
              </a:spcAft>
              <a:buClr>
                <a:schemeClr val="dk1"/>
              </a:buClr>
              <a:buSzPts val="1200"/>
              <a:buFont typeface="Outfit"/>
              <a:buChar char="■"/>
              <a:defRPr sz="1200">
                <a:solidFill>
                  <a:schemeClr val="dk1"/>
                </a:solidFill>
                <a:latin typeface="Outfit"/>
                <a:ea typeface="Outfit"/>
                <a:cs typeface="Outfit"/>
                <a:sym typeface="Outfit"/>
              </a:defRPr>
            </a:lvl6pPr>
            <a:lvl7pPr marL="3200400" lvl="6" indent="-304800" rtl="0">
              <a:spcBef>
                <a:spcPts val="0"/>
              </a:spcBef>
              <a:spcAft>
                <a:spcPts val="0"/>
              </a:spcAft>
              <a:buClr>
                <a:schemeClr val="dk1"/>
              </a:buClr>
              <a:buSzPts val="1200"/>
              <a:buFont typeface="Outfit"/>
              <a:buChar char="●"/>
              <a:defRPr sz="1200">
                <a:solidFill>
                  <a:schemeClr val="dk1"/>
                </a:solidFill>
                <a:latin typeface="Outfit"/>
                <a:ea typeface="Outfit"/>
                <a:cs typeface="Outfit"/>
                <a:sym typeface="Outfit"/>
              </a:defRPr>
            </a:lvl7pPr>
            <a:lvl8pPr marL="3657600" lvl="7" indent="-304800" rtl="0">
              <a:spcBef>
                <a:spcPts val="0"/>
              </a:spcBef>
              <a:spcAft>
                <a:spcPts val="0"/>
              </a:spcAft>
              <a:buClr>
                <a:schemeClr val="dk1"/>
              </a:buClr>
              <a:buSzPts val="1200"/>
              <a:buFont typeface="Outfit"/>
              <a:buChar char="○"/>
              <a:defRPr sz="1200">
                <a:solidFill>
                  <a:schemeClr val="dk1"/>
                </a:solidFill>
                <a:latin typeface="Outfit"/>
                <a:ea typeface="Outfit"/>
                <a:cs typeface="Outfit"/>
                <a:sym typeface="Outfit"/>
              </a:defRPr>
            </a:lvl8pPr>
            <a:lvl9pPr marL="4114800" lvl="8" indent="-304800" rtl="0">
              <a:spcBef>
                <a:spcPts val="0"/>
              </a:spcBef>
              <a:spcAft>
                <a:spcPts val="0"/>
              </a:spcAft>
              <a:buClr>
                <a:schemeClr val="dk1"/>
              </a:buClr>
              <a:buSzPts val="1200"/>
              <a:buFont typeface="Outfit"/>
              <a:buChar char="■"/>
              <a:defRPr sz="1200">
                <a:solidFill>
                  <a:schemeClr val="dk1"/>
                </a:solidFill>
                <a:latin typeface="Outfit"/>
                <a:ea typeface="Outfit"/>
                <a:cs typeface="Outfit"/>
                <a:sym typeface="Outfit"/>
              </a:defRPr>
            </a:lvl9pPr>
          </a:lstStyle>
          <a:p>
            <a:endParaRPr/>
          </a:p>
        </p:txBody>
      </p:sp>
      <p:sp>
        <p:nvSpPr>
          <p:cNvPr id="33" name="Google Shape;33;p6"/>
          <p:cNvSpPr txBox="1">
            <a:spLocks noGrp="1"/>
          </p:cNvSpPr>
          <p:nvPr>
            <p:ph type="sldNum" idx="12"/>
          </p:nvPr>
        </p:nvSpPr>
        <p:spPr>
          <a:xfrm>
            <a:off x="8469004" y="4833225"/>
            <a:ext cx="675000" cy="310500"/>
          </a:xfrm>
          <a:prstGeom prst="rect">
            <a:avLst/>
          </a:prstGeom>
        </p:spPr>
        <p:txBody>
          <a:bodyPr spcFirstLastPara="1" wrap="square" lIns="135000" tIns="135000" rIns="310500" bIns="172800" anchor="b" anchorCtr="0">
            <a:noAutofit/>
          </a:bodyPr>
          <a:lstStyle>
            <a:lvl1pPr lvl="0" rtl="0">
              <a:buNone/>
              <a:defRPr>
                <a:solidFill>
                  <a:schemeClr val="dk1"/>
                </a:solidFill>
              </a:defRPr>
            </a:lvl1pPr>
            <a:lvl2pPr lvl="1" rtl="0">
              <a:buNone/>
              <a:defRPr>
                <a:solidFill>
                  <a:schemeClr val="dk1"/>
                </a:solidFill>
              </a:defRPr>
            </a:lvl2pPr>
            <a:lvl3pPr lvl="2" rtl="0">
              <a:buNone/>
              <a:defRPr>
                <a:solidFill>
                  <a:schemeClr val="dk1"/>
                </a:solidFill>
              </a:defRPr>
            </a:lvl3pPr>
            <a:lvl4pPr lvl="3" rtl="0">
              <a:buNone/>
              <a:defRPr>
                <a:solidFill>
                  <a:schemeClr val="dk1"/>
                </a:solidFill>
              </a:defRPr>
            </a:lvl4pPr>
            <a:lvl5pPr lvl="4" rtl="0">
              <a:buNone/>
              <a:defRPr>
                <a:solidFill>
                  <a:schemeClr val="dk1"/>
                </a:solidFill>
              </a:defRPr>
            </a:lvl5pPr>
            <a:lvl6pPr lvl="5" rtl="0">
              <a:buNone/>
              <a:defRPr>
                <a:solidFill>
                  <a:schemeClr val="dk1"/>
                </a:solidFill>
              </a:defRPr>
            </a:lvl6pPr>
            <a:lvl7pPr lvl="6" rtl="0">
              <a:buNone/>
              <a:defRPr>
                <a:solidFill>
                  <a:schemeClr val="dk1"/>
                </a:solidFill>
              </a:defRPr>
            </a:lvl7pPr>
            <a:lvl8pPr lvl="7" rtl="0">
              <a:buNone/>
              <a:defRPr>
                <a:solidFill>
                  <a:schemeClr val="dk1"/>
                </a:solidFill>
              </a:defRPr>
            </a:lvl8pPr>
            <a:lvl9pPr lvl="8" rtl="0">
              <a:buNone/>
              <a:defRPr>
                <a:solidFill>
                  <a:schemeClr val="dk1"/>
                </a:solidFill>
              </a:defRPr>
            </a:lvl9pPr>
          </a:lstStyle>
          <a:p>
            <a:pPr marL="0" lvl="0" indent="0" algn="r" rtl="0">
              <a:spcBef>
                <a:spcPts val="0"/>
              </a:spcBef>
              <a:spcAft>
                <a:spcPts val="0"/>
              </a:spcAft>
              <a:buNone/>
            </a:pPr>
            <a:fld id="{00000000-1234-1234-1234-123412341234}" type="slidenum">
              <a:rPr lang="fr"/>
              <a:t>‹N°›</a:t>
            </a:fld>
            <a:endParaRPr/>
          </a:p>
        </p:txBody>
      </p:sp>
      <p:sp>
        <p:nvSpPr>
          <p:cNvPr id="34" name="Google Shape;34;p6"/>
          <p:cNvSpPr txBox="1">
            <a:spLocks noGrp="1"/>
          </p:cNvSpPr>
          <p:nvPr>
            <p:ph type="body" idx="2"/>
          </p:nvPr>
        </p:nvSpPr>
        <p:spPr>
          <a:xfrm>
            <a:off x="310500" y="4750006"/>
            <a:ext cx="8523900" cy="393600"/>
          </a:xfrm>
          <a:prstGeom prst="rect">
            <a:avLst/>
          </a:prstGeom>
        </p:spPr>
        <p:txBody>
          <a:bodyPr spcFirstLastPara="1" wrap="square" lIns="0" tIns="0" rIns="0" bIns="172800" anchor="b" anchorCtr="0">
            <a:noAutofit/>
          </a:bodyPr>
          <a:lstStyle>
            <a:lvl1pPr marL="457200" lvl="0" indent="-279400" rtl="0">
              <a:lnSpc>
                <a:spcPct val="100000"/>
              </a:lnSpc>
              <a:spcBef>
                <a:spcPts val="0"/>
              </a:spcBef>
              <a:spcAft>
                <a:spcPts val="0"/>
              </a:spcAft>
              <a:buClr>
                <a:schemeClr val="lt2"/>
              </a:buClr>
              <a:buSzPts val="800"/>
              <a:buChar char="➔"/>
              <a:defRPr sz="800">
                <a:solidFill>
                  <a:schemeClr val="lt2"/>
                </a:solidFill>
                <a:latin typeface="Outfit"/>
                <a:ea typeface="Outfit"/>
                <a:cs typeface="Outfit"/>
                <a:sym typeface="Outfit"/>
              </a:defRPr>
            </a:lvl1pPr>
            <a:lvl2pPr marL="914400" lvl="1" indent="-279400" rtl="0">
              <a:lnSpc>
                <a:spcPct val="100000"/>
              </a:lnSpc>
              <a:spcBef>
                <a:spcPts val="400"/>
              </a:spcBef>
              <a:spcAft>
                <a:spcPts val="0"/>
              </a:spcAft>
              <a:buClr>
                <a:schemeClr val="lt2"/>
              </a:buClr>
              <a:buSzPts val="800"/>
              <a:buChar char="◆"/>
              <a:defRPr sz="800">
                <a:solidFill>
                  <a:schemeClr val="lt2"/>
                </a:solidFill>
                <a:latin typeface="Outfit"/>
                <a:ea typeface="Outfit"/>
                <a:cs typeface="Outfit"/>
                <a:sym typeface="Outfit"/>
              </a:defRPr>
            </a:lvl2pPr>
            <a:lvl3pPr marL="1371600" lvl="2" indent="-279400" rtl="0">
              <a:lnSpc>
                <a:spcPct val="100000"/>
              </a:lnSpc>
              <a:spcBef>
                <a:spcPts val="400"/>
              </a:spcBef>
              <a:spcAft>
                <a:spcPts val="0"/>
              </a:spcAft>
              <a:buClr>
                <a:schemeClr val="lt2"/>
              </a:buClr>
              <a:buSzPts val="800"/>
              <a:buChar char="●"/>
              <a:defRPr sz="800">
                <a:solidFill>
                  <a:schemeClr val="lt2"/>
                </a:solidFill>
                <a:latin typeface="Outfit"/>
                <a:ea typeface="Outfit"/>
                <a:cs typeface="Outfit"/>
                <a:sym typeface="Outfit"/>
              </a:defRPr>
            </a:lvl3pPr>
            <a:lvl4pPr marL="1828800" lvl="3" indent="-279400" rtl="0">
              <a:lnSpc>
                <a:spcPct val="100000"/>
              </a:lnSpc>
              <a:spcBef>
                <a:spcPts val="400"/>
              </a:spcBef>
              <a:spcAft>
                <a:spcPts val="0"/>
              </a:spcAft>
              <a:buClr>
                <a:schemeClr val="lt2"/>
              </a:buClr>
              <a:buSzPts val="800"/>
              <a:buChar char="○"/>
              <a:defRPr sz="800">
                <a:solidFill>
                  <a:schemeClr val="lt2"/>
                </a:solidFill>
                <a:latin typeface="Outfit"/>
                <a:ea typeface="Outfit"/>
                <a:cs typeface="Outfit"/>
                <a:sym typeface="Outfit"/>
              </a:defRPr>
            </a:lvl4pPr>
            <a:lvl5pPr marL="2286000" lvl="4" indent="-279400" rtl="0">
              <a:lnSpc>
                <a:spcPct val="100000"/>
              </a:lnSpc>
              <a:spcBef>
                <a:spcPts val="400"/>
              </a:spcBef>
              <a:spcAft>
                <a:spcPts val="0"/>
              </a:spcAft>
              <a:buClr>
                <a:schemeClr val="lt2"/>
              </a:buClr>
              <a:buSzPts val="800"/>
              <a:buChar char="◆"/>
              <a:defRPr sz="800">
                <a:solidFill>
                  <a:schemeClr val="lt2"/>
                </a:solidFill>
                <a:latin typeface="Outfit"/>
                <a:ea typeface="Outfit"/>
                <a:cs typeface="Outfit"/>
                <a:sym typeface="Outfit"/>
              </a:defRPr>
            </a:lvl5pPr>
            <a:lvl6pPr marL="2743200" lvl="5" indent="-279400" rtl="0">
              <a:lnSpc>
                <a:spcPct val="100000"/>
              </a:lnSpc>
              <a:spcBef>
                <a:spcPts val="400"/>
              </a:spcBef>
              <a:spcAft>
                <a:spcPts val="0"/>
              </a:spcAft>
              <a:buClr>
                <a:schemeClr val="lt2"/>
              </a:buClr>
              <a:buSzPts val="800"/>
              <a:buChar char="●"/>
              <a:defRPr sz="800">
                <a:solidFill>
                  <a:schemeClr val="lt2"/>
                </a:solidFill>
                <a:latin typeface="Outfit"/>
                <a:ea typeface="Outfit"/>
                <a:cs typeface="Outfit"/>
                <a:sym typeface="Outfit"/>
              </a:defRPr>
            </a:lvl6pPr>
            <a:lvl7pPr marL="3200400" lvl="6" indent="-279400" rtl="0">
              <a:lnSpc>
                <a:spcPct val="100000"/>
              </a:lnSpc>
              <a:spcBef>
                <a:spcPts val="400"/>
              </a:spcBef>
              <a:spcAft>
                <a:spcPts val="0"/>
              </a:spcAft>
              <a:buClr>
                <a:schemeClr val="lt2"/>
              </a:buClr>
              <a:buSzPts val="800"/>
              <a:buChar char="○"/>
              <a:defRPr sz="800">
                <a:solidFill>
                  <a:schemeClr val="lt2"/>
                </a:solidFill>
                <a:latin typeface="Outfit"/>
                <a:ea typeface="Outfit"/>
                <a:cs typeface="Outfit"/>
                <a:sym typeface="Outfit"/>
              </a:defRPr>
            </a:lvl7pPr>
            <a:lvl8pPr marL="3657600" lvl="7" indent="-279400" rtl="0">
              <a:lnSpc>
                <a:spcPct val="100000"/>
              </a:lnSpc>
              <a:spcBef>
                <a:spcPts val="400"/>
              </a:spcBef>
              <a:spcAft>
                <a:spcPts val="0"/>
              </a:spcAft>
              <a:buClr>
                <a:schemeClr val="lt2"/>
              </a:buClr>
              <a:buSzPts val="800"/>
              <a:buChar char="◆"/>
              <a:defRPr sz="800">
                <a:solidFill>
                  <a:schemeClr val="lt2"/>
                </a:solidFill>
                <a:latin typeface="Outfit"/>
                <a:ea typeface="Outfit"/>
                <a:cs typeface="Outfit"/>
                <a:sym typeface="Outfit"/>
              </a:defRPr>
            </a:lvl8pPr>
            <a:lvl9pPr marL="4114800" lvl="8" indent="-279400" rtl="0">
              <a:lnSpc>
                <a:spcPct val="100000"/>
              </a:lnSpc>
              <a:spcBef>
                <a:spcPts val="400"/>
              </a:spcBef>
              <a:spcAft>
                <a:spcPts val="400"/>
              </a:spcAft>
              <a:buClr>
                <a:schemeClr val="lt2"/>
              </a:buClr>
              <a:buSzPts val="800"/>
              <a:buChar char="●"/>
              <a:defRPr sz="800">
                <a:solidFill>
                  <a:schemeClr val="lt2"/>
                </a:solidFill>
                <a:latin typeface="Outfit"/>
                <a:ea typeface="Outfit"/>
                <a:cs typeface="Outfit"/>
                <a:sym typeface="Outfit"/>
              </a:defRPr>
            </a:lvl9pPr>
          </a:lstStyle>
          <a:p>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bg>
      <p:bgPr>
        <a:solidFill>
          <a:schemeClr val="accent1"/>
        </a:solidFill>
        <a:effectLst/>
      </p:bgPr>
    </p:bg>
    <p:spTree>
      <p:nvGrpSpPr>
        <p:cNvPr id="1" name="Shape 35"/>
        <p:cNvGrpSpPr/>
        <p:nvPr/>
      </p:nvGrpSpPr>
      <p:grpSpPr>
        <a:xfrm>
          <a:off x="0" y="0"/>
          <a:ext cx="0" cy="0"/>
          <a:chOff x="0" y="0"/>
          <a:chExt cx="0" cy="0"/>
        </a:xfrm>
      </p:grpSpPr>
      <p:sp>
        <p:nvSpPr>
          <p:cNvPr id="36" name="Google Shape;36;p7"/>
          <p:cNvSpPr txBox="1">
            <a:spLocks noGrp="1"/>
          </p:cNvSpPr>
          <p:nvPr>
            <p:ph type="sldNum" idx="12"/>
          </p:nvPr>
        </p:nvSpPr>
        <p:spPr>
          <a:xfrm>
            <a:off x="8469004" y="4833225"/>
            <a:ext cx="675000" cy="310500"/>
          </a:xfrm>
          <a:prstGeom prst="rect">
            <a:avLst/>
          </a:prstGeom>
        </p:spPr>
        <p:txBody>
          <a:bodyPr spcFirstLastPara="1" wrap="square" lIns="135000" tIns="135000" rIns="310500" bIns="172800" anchor="b" anchorCtr="0">
            <a:noAutofit/>
          </a:bodyPr>
          <a:lstStyle>
            <a:lvl1pPr lvl="0" rtl="0">
              <a:buNone/>
              <a:defRPr>
                <a:solidFill>
                  <a:schemeClr val="dk1"/>
                </a:solidFill>
              </a:defRPr>
            </a:lvl1pPr>
            <a:lvl2pPr lvl="1" rtl="0">
              <a:buNone/>
              <a:defRPr>
                <a:solidFill>
                  <a:schemeClr val="dk1"/>
                </a:solidFill>
              </a:defRPr>
            </a:lvl2pPr>
            <a:lvl3pPr lvl="2" rtl="0">
              <a:buNone/>
              <a:defRPr>
                <a:solidFill>
                  <a:schemeClr val="dk1"/>
                </a:solidFill>
              </a:defRPr>
            </a:lvl3pPr>
            <a:lvl4pPr lvl="3" rtl="0">
              <a:buNone/>
              <a:defRPr>
                <a:solidFill>
                  <a:schemeClr val="dk1"/>
                </a:solidFill>
              </a:defRPr>
            </a:lvl4pPr>
            <a:lvl5pPr lvl="4" rtl="0">
              <a:buNone/>
              <a:defRPr>
                <a:solidFill>
                  <a:schemeClr val="dk1"/>
                </a:solidFill>
              </a:defRPr>
            </a:lvl5pPr>
            <a:lvl6pPr lvl="5" rtl="0">
              <a:buNone/>
              <a:defRPr>
                <a:solidFill>
                  <a:schemeClr val="dk1"/>
                </a:solidFill>
              </a:defRPr>
            </a:lvl6pPr>
            <a:lvl7pPr lvl="6" rtl="0">
              <a:buNone/>
              <a:defRPr>
                <a:solidFill>
                  <a:schemeClr val="dk1"/>
                </a:solidFill>
              </a:defRPr>
            </a:lvl7pPr>
            <a:lvl8pPr lvl="7" rtl="0">
              <a:buNone/>
              <a:defRPr>
                <a:solidFill>
                  <a:schemeClr val="dk1"/>
                </a:solidFill>
              </a:defRPr>
            </a:lvl8pPr>
            <a:lvl9pPr lvl="8" rtl="0">
              <a:buNone/>
              <a:defRPr>
                <a:solidFill>
                  <a:schemeClr val="dk1"/>
                </a:solidFill>
              </a:defRPr>
            </a:lvl9pPr>
          </a:lstStyle>
          <a:p>
            <a:pPr marL="0" lvl="0" indent="0" algn="r" rtl="0">
              <a:spcBef>
                <a:spcPts val="0"/>
              </a:spcBef>
              <a:spcAft>
                <a:spcPts val="0"/>
              </a:spcAft>
              <a:buNone/>
            </a:pPr>
            <a:fld id="{00000000-1234-1234-1234-123412341234}" type="slidenum">
              <a:rPr lang="fr"/>
              <a:t>‹N°›</a:t>
            </a:fld>
            <a:endParaRPr/>
          </a:p>
        </p:txBody>
      </p:sp>
      <p:sp>
        <p:nvSpPr>
          <p:cNvPr id="37" name="Google Shape;37;p7"/>
          <p:cNvSpPr txBox="1">
            <a:spLocks noGrp="1"/>
          </p:cNvSpPr>
          <p:nvPr>
            <p:ph type="body" idx="1"/>
          </p:nvPr>
        </p:nvSpPr>
        <p:spPr>
          <a:xfrm>
            <a:off x="310500" y="4750006"/>
            <a:ext cx="8523900" cy="393600"/>
          </a:xfrm>
          <a:prstGeom prst="rect">
            <a:avLst/>
          </a:prstGeom>
        </p:spPr>
        <p:txBody>
          <a:bodyPr spcFirstLastPara="1" wrap="square" lIns="0" tIns="0" rIns="0" bIns="172800" anchor="b" anchorCtr="0">
            <a:noAutofit/>
          </a:bodyPr>
          <a:lstStyle>
            <a:lvl1pPr marL="457200" lvl="0" indent="-279400" rtl="0">
              <a:lnSpc>
                <a:spcPct val="100000"/>
              </a:lnSpc>
              <a:spcBef>
                <a:spcPts val="0"/>
              </a:spcBef>
              <a:spcAft>
                <a:spcPts val="0"/>
              </a:spcAft>
              <a:buClr>
                <a:schemeClr val="lt2"/>
              </a:buClr>
              <a:buSzPts val="800"/>
              <a:buChar char="➔"/>
              <a:defRPr sz="800">
                <a:solidFill>
                  <a:schemeClr val="lt2"/>
                </a:solidFill>
                <a:latin typeface="Outfit"/>
                <a:ea typeface="Outfit"/>
                <a:cs typeface="Outfit"/>
                <a:sym typeface="Outfit"/>
              </a:defRPr>
            </a:lvl1pPr>
            <a:lvl2pPr marL="914400" lvl="1" indent="-279400" rtl="0">
              <a:lnSpc>
                <a:spcPct val="100000"/>
              </a:lnSpc>
              <a:spcBef>
                <a:spcPts val="400"/>
              </a:spcBef>
              <a:spcAft>
                <a:spcPts val="0"/>
              </a:spcAft>
              <a:buClr>
                <a:schemeClr val="lt2"/>
              </a:buClr>
              <a:buSzPts val="800"/>
              <a:buChar char="◆"/>
              <a:defRPr sz="800">
                <a:solidFill>
                  <a:schemeClr val="lt2"/>
                </a:solidFill>
                <a:latin typeface="Outfit"/>
                <a:ea typeface="Outfit"/>
                <a:cs typeface="Outfit"/>
                <a:sym typeface="Outfit"/>
              </a:defRPr>
            </a:lvl2pPr>
            <a:lvl3pPr marL="1371600" lvl="2" indent="-279400" rtl="0">
              <a:lnSpc>
                <a:spcPct val="100000"/>
              </a:lnSpc>
              <a:spcBef>
                <a:spcPts val="400"/>
              </a:spcBef>
              <a:spcAft>
                <a:spcPts val="0"/>
              </a:spcAft>
              <a:buClr>
                <a:schemeClr val="lt2"/>
              </a:buClr>
              <a:buSzPts val="800"/>
              <a:buChar char="●"/>
              <a:defRPr sz="800">
                <a:solidFill>
                  <a:schemeClr val="lt2"/>
                </a:solidFill>
                <a:latin typeface="Outfit"/>
                <a:ea typeface="Outfit"/>
                <a:cs typeface="Outfit"/>
                <a:sym typeface="Outfit"/>
              </a:defRPr>
            </a:lvl3pPr>
            <a:lvl4pPr marL="1828800" lvl="3" indent="-279400" rtl="0">
              <a:lnSpc>
                <a:spcPct val="100000"/>
              </a:lnSpc>
              <a:spcBef>
                <a:spcPts val="400"/>
              </a:spcBef>
              <a:spcAft>
                <a:spcPts val="0"/>
              </a:spcAft>
              <a:buClr>
                <a:schemeClr val="lt2"/>
              </a:buClr>
              <a:buSzPts val="800"/>
              <a:buChar char="○"/>
              <a:defRPr sz="800">
                <a:solidFill>
                  <a:schemeClr val="lt2"/>
                </a:solidFill>
                <a:latin typeface="Outfit"/>
                <a:ea typeface="Outfit"/>
                <a:cs typeface="Outfit"/>
                <a:sym typeface="Outfit"/>
              </a:defRPr>
            </a:lvl4pPr>
            <a:lvl5pPr marL="2286000" lvl="4" indent="-279400" rtl="0">
              <a:lnSpc>
                <a:spcPct val="100000"/>
              </a:lnSpc>
              <a:spcBef>
                <a:spcPts val="400"/>
              </a:spcBef>
              <a:spcAft>
                <a:spcPts val="0"/>
              </a:spcAft>
              <a:buClr>
                <a:schemeClr val="lt2"/>
              </a:buClr>
              <a:buSzPts val="800"/>
              <a:buChar char="◆"/>
              <a:defRPr sz="800">
                <a:solidFill>
                  <a:schemeClr val="lt2"/>
                </a:solidFill>
                <a:latin typeface="Outfit"/>
                <a:ea typeface="Outfit"/>
                <a:cs typeface="Outfit"/>
                <a:sym typeface="Outfit"/>
              </a:defRPr>
            </a:lvl5pPr>
            <a:lvl6pPr marL="2743200" lvl="5" indent="-279400" rtl="0">
              <a:lnSpc>
                <a:spcPct val="100000"/>
              </a:lnSpc>
              <a:spcBef>
                <a:spcPts val="400"/>
              </a:spcBef>
              <a:spcAft>
                <a:spcPts val="0"/>
              </a:spcAft>
              <a:buClr>
                <a:schemeClr val="lt2"/>
              </a:buClr>
              <a:buSzPts val="800"/>
              <a:buChar char="●"/>
              <a:defRPr sz="800">
                <a:solidFill>
                  <a:schemeClr val="lt2"/>
                </a:solidFill>
                <a:latin typeface="Outfit"/>
                <a:ea typeface="Outfit"/>
                <a:cs typeface="Outfit"/>
                <a:sym typeface="Outfit"/>
              </a:defRPr>
            </a:lvl6pPr>
            <a:lvl7pPr marL="3200400" lvl="6" indent="-279400" rtl="0">
              <a:lnSpc>
                <a:spcPct val="100000"/>
              </a:lnSpc>
              <a:spcBef>
                <a:spcPts val="400"/>
              </a:spcBef>
              <a:spcAft>
                <a:spcPts val="0"/>
              </a:spcAft>
              <a:buClr>
                <a:schemeClr val="lt2"/>
              </a:buClr>
              <a:buSzPts val="800"/>
              <a:buChar char="○"/>
              <a:defRPr sz="800">
                <a:solidFill>
                  <a:schemeClr val="lt2"/>
                </a:solidFill>
                <a:latin typeface="Outfit"/>
                <a:ea typeface="Outfit"/>
                <a:cs typeface="Outfit"/>
                <a:sym typeface="Outfit"/>
              </a:defRPr>
            </a:lvl7pPr>
            <a:lvl8pPr marL="3657600" lvl="7" indent="-279400" rtl="0">
              <a:lnSpc>
                <a:spcPct val="100000"/>
              </a:lnSpc>
              <a:spcBef>
                <a:spcPts val="400"/>
              </a:spcBef>
              <a:spcAft>
                <a:spcPts val="0"/>
              </a:spcAft>
              <a:buClr>
                <a:schemeClr val="lt2"/>
              </a:buClr>
              <a:buSzPts val="800"/>
              <a:buChar char="◆"/>
              <a:defRPr sz="800">
                <a:solidFill>
                  <a:schemeClr val="lt2"/>
                </a:solidFill>
                <a:latin typeface="Outfit"/>
                <a:ea typeface="Outfit"/>
                <a:cs typeface="Outfit"/>
                <a:sym typeface="Outfit"/>
              </a:defRPr>
            </a:lvl8pPr>
            <a:lvl9pPr marL="4114800" lvl="8" indent="-279400" rtl="0">
              <a:lnSpc>
                <a:spcPct val="100000"/>
              </a:lnSpc>
              <a:spcBef>
                <a:spcPts val="400"/>
              </a:spcBef>
              <a:spcAft>
                <a:spcPts val="400"/>
              </a:spcAft>
              <a:buClr>
                <a:schemeClr val="lt2"/>
              </a:buClr>
              <a:buSzPts val="800"/>
              <a:buChar char="●"/>
              <a:defRPr sz="800">
                <a:solidFill>
                  <a:schemeClr val="lt2"/>
                </a:solidFill>
                <a:latin typeface="Outfit"/>
                <a:ea typeface="Outfit"/>
                <a:cs typeface="Outfit"/>
                <a:sym typeface="Outfit"/>
              </a:defRPr>
            </a:lvl9pPr>
          </a:lstStyle>
          <a:p>
            <a:endParaRPr/>
          </a:p>
        </p:txBody>
      </p:sp>
      <p:sp>
        <p:nvSpPr>
          <p:cNvPr id="38" name="Google Shape;38;p7"/>
          <p:cNvSpPr/>
          <p:nvPr/>
        </p:nvSpPr>
        <p:spPr>
          <a:xfrm rot="2700000">
            <a:off x="7578969" y="284245"/>
            <a:ext cx="2205325" cy="456084"/>
          </a:xfrm>
          <a:prstGeom prst="rect">
            <a:avLst/>
          </a:prstGeom>
          <a:solidFill>
            <a:srgbClr val="FFED00"/>
          </a:solidFill>
          <a:ln>
            <a:noFill/>
          </a:ln>
        </p:spPr>
        <p:txBody>
          <a:bodyPr spcFirstLastPara="1" wrap="square" lIns="68575" tIns="68575" rIns="68575" bIns="68575" anchor="ctr" anchorCtr="0">
            <a:noAutofit/>
          </a:bodyPr>
          <a:lstStyle/>
          <a:p>
            <a:pPr marL="0" lvl="0" indent="0" algn="ctr" rtl="0">
              <a:spcBef>
                <a:spcPts val="0"/>
              </a:spcBef>
              <a:spcAft>
                <a:spcPts val="0"/>
              </a:spcAft>
              <a:buNone/>
            </a:pPr>
            <a:r>
              <a:rPr lang="fr" sz="2100" b="1">
                <a:solidFill>
                  <a:srgbClr val="0E2356"/>
                </a:solidFill>
              </a:rPr>
              <a:t>OLD</a:t>
            </a:r>
            <a:endParaRPr sz="2100" b="1">
              <a:solidFill>
                <a:srgbClr val="0E2356"/>
              </a:solidFill>
              <a:latin typeface="Outfit"/>
              <a:ea typeface="Outfit"/>
              <a:cs typeface="Outfit"/>
              <a:sym typeface="Outfit"/>
            </a:endParaRPr>
          </a:p>
        </p:txBody>
      </p:sp>
      <p:sp>
        <p:nvSpPr>
          <p:cNvPr id="39" name="Google Shape;39;p7"/>
          <p:cNvSpPr/>
          <p:nvPr/>
        </p:nvSpPr>
        <p:spPr>
          <a:xfrm>
            <a:off x="0" y="0"/>
            <a:ext cx="9144000" cy="487800"/>
          </a:xfrm>
          <a:prstGeom prst="rect">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40" name="Google Shape;40;p7"/>
          <p:cNvGrpSpPr/>
          <p:nvPr/>
        </p:nvGrpSpPr>
        <p:grpSpPr>
          <a:xfrm>
            <a:off x="830392" y="1191256"/>
            <a:ext cx="745763" cy="45826"/>
            <a:chOff x="4580561" y="2589004"/>
            <a:chExt cx="1064464" cy="25200"/>
          </a:xfrm>
        </p:grpSpPr>
        <p:sp>
          <p:nvSpPr>
            <p:cNvPr id="41" name="Google Shape;41;p7"/>
            <p:cNvSpPr/>
            <p:nvPr/>
          </p:nvSpPr>
          <p:spPr>
            <a:xfrm rot="-5400000">
              <a:off x="5366325" y="2335504"/>
              <a:ext cx="25200" cy="5322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 name="Google Shape;42;p7"/>
            <p:cNvSpPr/>
            <p:nvPr/>
          </p:nvSpPr>
          <p:spPr>
            <a:xfrm rot="-5400000">
              <a:off x="4836311" y="2333254"/>
              <a:ext cx="25200" cy="5367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43" name="Google Shape;43;p7"/>
          <p:cNvSpPr txBox="1">
            <a:spLocks noGrp="1"/>
          </p:cNvSpPr>
          <p:nvPr>
            <p:ph type="title"/>
          </p:nvPr>
        </p:nvSpPr>
        <p:spPr>
          <a:xfrm>
            <a:off x="729450" y="1318650"/>
            <a:ext cx="7688400" cy="535200"/>
          </a:xfrm>
          <a:prstGeom prst="rect">
            <a:avLst/>
          </a:prstGeom>
        </p:spPr>
        <p:txBody>
          <a:bodyPr spcFirstLastPara="1" wrap="square" lIns="0" tIns="0" rIns="0" bIns="0" anchor="t" anchorCtr="0">
            <a:spAutoFit/>
          </a:bodyPr>
          <a:lstStyle>
            <a:lvl1pPr lvl="0" rtl="0">
              <a:spcBef>
                <a:spcPts val="0"/>
              </a:spcBef>
              <a:spcAft>
                <a:spcPts val="0"/>
              </a:spcAft>
              <a:buClr>
                <a:schemeClr val="dk1"/>
              </a:buClr>
              <a:buSzPts val="2600"/>
              <a:buFont typeface="Outfit"/>
              <a:buNone/>
              <a:defRPr sz="2600">
                <a:solidFill>
                  <a:schemeClr val="dk1"/>
                </a:solidFill>
                <a:latin typeface="Outfit"/>
                <a:ea typeface="Outfit"/>
                <a:cs typeface="Outfit"/>
                <a:sym typeface="Outfit"/>
              </a:defRPr>
            </a:lvl1pPr>
            <a:lvl2pPr lvl="1" rtl="0">
              <a:spcBef>
                <a:spcPts val="0"/>
              </a:spcBef>
              <a:spcAft>
                <a:spcPts val="0"/>
              </a:spcAft>
              <a:buClr>
                <a:schemeClr val="dk1"/>
              </a:buClr>
              <a:buSzPts val="2600"/>
              <a:buFont typeface="Outfit"/>
              <a:buNone/>
              <a:defRPr sz="2600">
                <a:solidFill>
                  <a:schemeClr val="dk1"/>
                </a:solidFill>
                <a:latin typeface="Outfit"/>
                <a:ea typeface="Outfit"/>
                <a:cs typeface="Outfit"/>
                <a:sym typeface="Outfit"/>
              </a:defRPr>
            </a:lvl2pPr>
            <a:lvl3pPr lvl="2" rtl="0">
              <a:spcBef>
                <a:spcPts val="0"/>
              </a:spcBef>
              <a:spcAft>
                <a:spcPts val="0"/>
              </a:spcAft>
              <a:buClr>
                <a:schemeClr val="dk1"/>
              </a:buClr>
              <a:buSzPts val="2600"/>
              <a:buFont typeface="Outfit"/>
              <a:buNone/>
              <a:defRPr sz="2600">
                <a:solidFill>
                  <a:schemeClr val="dk1"/>
                </a:solidFill>
                <a:latin typeface="Outfit"/>
                <a:ea typeface="Outfit"/>
                <a:cs typeface="Outfit"/>
                <a:sym typeface="Outfit"/>
              </a:defRPr>
            </a:lvl3pPr>
            <a:lvl4pPr lvl="3" rtl="0">
              <a:spcBef>
                <a:spcPts val="0"/>
              </a:spcBef>
              <a:spcAft>
                <a:spcPts val="0"/>
              </a:spcAft>
              <a:buClr>
                <a:schemeClr val="dk1"/>
              </a:buClr>
              <a:buSzPts val="2600"/>
              <a:buFont typeface="Outfit"/>
              <a:buNone/>
              <a:defRPr sz="2600">
                <a:solidFill>
                  <a:schemeClr val="dk1"/>
                </a:solidFill>
                <a:latin typeface="Outfit"/>
                <a:ea typeface="Outfit"/>
                <a:cs typeface="Outfit"/>
                <a:sym typeface="Outfit"/>
              </a:defRPr>
            </a:lvl4pPr>
            <a:lvl5pPr lvl="4" rtl="0">
              <a:spcBef>
                <a:spcPts val="0"/>
              </a:spcBef>
              <a:spcAft>
                <a:spcPts val="0"/>
              </a:spcAft>
              <a:buClr>
                <a:schemeClr val="dk1"/>
              </a:buClr>
              <a:buSzPts val="2600"/>
              <a:buFont typeface="Outfit"/>
              <a:buNone/>
              <a:defRPr sz="2600">
                <a:solidFill>
                  <a:schemeClr val="dk1"/>
                </a:solidFill>
                <a:latin typeface="Outfit"/>
                <a:ea typeface="Outfit"/>
                <a:cs typeface="Outfit"/>
                <a:sym typeface="Outfit"/>
              </a:defRPr>
            </a:lvl5pPr>
            <a:lvl6pPr lvl="5" rtl="0">
              <a:spcBef>
                <a:spcPts val="0"/>
              </a:spcBef>
              <a:spcAft>
                <a:spcPts val="0"/>
              </a:spcAft>
              <a:buClr>
                <a:schemeClr val="dk1"/>
              </a:buClr>
              <a:buSzPts val="2600"/>
              <a:buFont typeface="Outfit"/>
              <a:buNone/>
              <a:defRPr sz="2600">
                <a:solidFill>
                  <a:schemeClr val="dk1"/>
                </a:solidFill>
                <a:latin typeface="Outfit"/>
                <a:ea typeface="Outfit"/>
                <a:cs typeface="Outfit"/>
                <a:sym typeface="Outfit"/>
              </a:defRPr>
            </a:lvl6pPr>
            <a:lvl7pPr lvl="6" rtl="0">
              <a:spcBef>
                <a:spcPts val="0"/>
              </a:spcBef>
              <a:spcAft>
                <a:spcPts val="0"/>
              </a:spcAft>
              <a:buClr>
                <a:schemeClr val="dk1"/>
              </a:buClr>
              <a:buSzPts val="2600"/>
              <a:buFont typeface="Outfit"/>
              <a:buNone/>
              <a:defRPr sz="2600">
                <a:solidFill>
                  <a:schemeClr val="dk1"/>
                </a:solidFill>
                <a:latin typeface="Outfit"/>
                <a:ea typeface="Outfit"/>
                <a:cs typeface="Outfit"/>
                <a:sym typeface="Outfit"/>
              </a:defRPr>
            </a:lvl7pPr>
            <a:lvl8pPr lvl="7" rtl="0">
              <a:spcBef>
                <a:spcPts val="0"/>
              </a:spcBef>
              <a:spcAft>
                <a:spcPts val="0"/>
              </a:spcAft>
              <a:buClr>
                <a:schemeClr val="dk1"/>
              </a:buClr>
              <a:buSzPts val="2600"/>
              <a:buFont typeface="Outfit"/>
              <a:buNone/>
              <a:defRPr sz="2600">
                <a:solidFill>
                  <a:schemeClr val="dk1"/>
                </a:solidFill>
                <a:latin typeface="Outfit"/>
                <a:ea typeface="Outfit"/>
                <a:cs typeface="Outfit"/>
                <a:sym typeface="Outfit"/>
              </a:defRPr>
            </a:lvl8pPr>
            <a:lvl9pPr lvl="8" rtl="0">
              <a:spcBef>
                <a:spcPts val="0"/>
              </a:spcBef>
              <a:spcAft>
                <a:spcPts val="0"/>
              </a:spcAft>
              <a:buClr>
                <a:schemeClr val="dk1"/>
              </a:buClr>
              <a:buSzPts val="2600"/>
              <a:buFont typeface="Outfit"/>
              <a:buNone/>
              <a:defRPr sz="2600">
                <a:solidFill>
                  <a:schemeClr val="dk1"/>
                </a:solidFill>
                <a:latin typeface="Outfit"/>
                <a:ea typeface="Outfit"/>
                <a:cs typeface="Outfit"/>
                <a:sym typeface="Outfit"/>
              </a:defRPr>
            </a:lvl9pPr>
          </a:lstStyle>
          <a:p>
            <a:endParaRPr/>
          </a:p>
        </p:txBody>
      </p:sp>
      <p:sp>
        <p:nvSpPr>
          <p:cNvPr id="44" name="Google Shape;44;p7"/>
          <p:cNvSpPr txBox="1">
            <a:spLocks noGrp="1"/>
          </p:cNvSpPr>
          <p:nvPr>
            <p:ph type="body" idx="2"/>
          </p:nvPr>
        </p:nvSpPr>
        <p:spPr>
          <a:xfrm>
            <a:off x="729325" y="2078875"/>
            <a:ext cx="3774300" cy="2261100"/>
          </a:xfrm>
          <a:prstGeom prst="rect">
            <a:avLst/>
          </a:prstGeom>
        </p:spPr>
        <p:txBody>
          <a:bodyPr spcFirstLastPara="1" wrap="square" lIns="0" tIns="0" rIns="0" bIns="0" anchor="t" anchorCtr="0">
            <a:normAutofit/>
          </a:bodyPr>
          <a:lstStyle>
            <a:lvl1pPr marL="457200" lvl="0" indent="-304800" rtl="0">
              <a:spcBef>
                <a:spcPts val="0"/>
              </a:spcBef>
              <a:spcAft>
                <a:spcPts val="0"/>
              </a:spcAft>
              <a:buClr>
                <a:schemeClr val="dk1"/>
              </a:buClr>
              <a:buSzPts val="1200"/>
              <a:buFont typeface="Outfit"/>
              <a:buChar char="●"/>
              <a:defRPr>
                <a:solidFill>
                  <a:schemeClr val="dk1"/>
                </a:solidFill>
                <a:latin typeface="Outfit"/>
                <a:ea typeface="Outfit"/>
                <a:cs typeface="Outfit"/>
                <a:sym typeface="Outfit"/>
              </a:defRPr>
            </a:lvl1pPr>
            <a:lvl2pPr marL="914400" lvl="1" indent="-304800" rtl="0">
              <a:spcBef>
                <a:spcPts val="0"/>
              </a:spcBef>
              <a:spcAft>
                <a:spcPts val="0"/>
              </a:spcAft>
              <a:buClr>
                <a:schemeClr val="dk1"/>
              </a:buClr>
              <a:buSzPts val="1200"/>
              <a:buFont typeface="Outfit"/>
              <a:buChar char="○"/>
              <a:defRPr>
                <a:solidFill>
                  <a:schemeClr val="dk1"/>
                </a:solidFill>
                <a:latin typeface="Outfit"/>
                <a:ea typeface="Outfit"/>
                <a:cs typeface="Outfit"/>
                <a:sym typeface="Outfit"/>
              </a:defRPr>
            </a:lvl2pPr>
            <a:lvl3pPr marL="1371600" lvl="2" indent="-304800" rtl="0">
              <a:spcBef>
                <a:spcPts val="0"/>
              </a:spcBef>
              <a:spcAft>
                <a:spcPts val="0"/>
              </a:spcAft>
              <a:buClr>
                <a:schemeClr val="dk1"/>
              </a:buClr>
              <a:buSzPts val="1200"/>
              <a:buFont typeface="Outfit"/>
              <a:buChar char="■"/>
              <a:defRPr>
                <a:solidFill>
                  <a:schemeClr val="dk1"/>
                </a:solidFill>
                <a:latin typeface="Outfit"/>
                <a:ea typeface="Outfit"/>
                <a:cs typeface="Outfit"/>
                <a:sym typeface="Outfit"/>
              </a:defRPr>
            </a:lvl3pPr>
            <a:lvl4pPr marL="1828800" lvl="3" indent="-304800" rtl="0">
              <a:spcBef>
                <a:spcPts val="0"/>
              </a:spcBef>
              <a:spcAft>
                <a:spcPts val="0"/>
              </a:spcAft>
              <a:buClr>
                <a:schemeClr val="dk1"/>
              </a:buClr>
              <a:buSzPts val="1200"/>
              <a:buFont typeface="Outfit"/>
              <a:buChar char="●"/>
              <a:defRPr>
                <a:solidFill>
                  <a:schemeClr val="dk1"/>
                </a:solidFill>
                <a:latin typeface="Outfit"/>
                <a:ea typeface="Outfit"/>
                <a:cs typeface="Outfit"/>
                <a:sym typeface="Outfit"/>
              </a:defRPr>
            </a:lvl4pPr>
            <a:lvl5pPr marL="2286000" lvl="4" indent="-304800" rtl="0">
              <a:spcBef>
                <a:spcPts val="0"/>
              </a:spcBef>
              <a:spcAft>
                <a:spcPts val="0"/>
              </a:spcAft>
              <a:buClr>
                <a:schemeClr val="dk1"/>
              </a:buClr>
              <a:buSzPts val="1200"/>
              <a:buFont typeface="Outfit"/>
              <a:buChar char="○"/>
              <a:defRPr>
                <a:solidFill>
                  <a:schemeClr val="dk1"/>
                </a:solidFill>
                <a:latin typeface="Outfit"/>
                <a:ea typeface="Outfit"/>
                <a:cs typeface="Outfit"/>
                <a:sym typeface="Outfit"/>
              </a:defRPr>
            </a:lvl5pPr>
            <a:lvl6pPr marL="2743200" lvl="5" indent="-304800" rtl="0">
              <a:spcBef>
                <a:spcPts val="0"/>
              </a:spcBef>
              <a:spcAft>
                <a:spcPts val="0"/>
              </a:spcAft>
              <a:buClr>
                <a:schemeClr val="dk1"/>
              </a:buClr>
              <a:buSzPts val="1200"/>
              <a:buFont typeface="Outfit"/>
              <a:buChar char="■"/>
              <a:defRPr>
                <a:solidFill>
                  <a:schemeClr val="dk1"/>
                </a:solidFill>
                <a:latin typeface="Outfit"/>
                <a:ea typeface="Outfit"/>
                <a:cs typeface="Outfit"/>
                <a:sym typeface="Outfit"/>
              </a:defRPr>
            </a:lvl6pPr>
            <a:lvl7pPr marL="3200400" lvl="6" indent="-304800" rtl="0">
              <a:spcBef>
                <a:spcPts val="0"/>
              </a:spcBef>
              <a:spcAft>
                <a:spcPts val="0"/>
              </a:spcAft>
              <a:buClr>
                <a:schemeClr val="dk1"/>
              </a:buClr>
              <a:buSzPts val="1200"/>
              <a:buFont typeface="Outfit"/>
              <a:buChar char="●"/>
              <a:defRPr>
                <a:solidFill>
                  <a:schemeClr val="dk1"/>
                </a:solidFill>
                <a:latin typeface="Outfit"/>
                <a:ea typeface="Outfit"/>
                <a:cs typeface="Outfit"/>
                <a:sym typeface="Outfit"/>
              </a:defRPr>
            </a:lvl7pPr>
            <a:lvl8pPr marL="3657600" lvl="7" indent="-304800" rtl="0">
              <a:spcBef>
                <a:spcPts val="0"/>
              </a:spcBef>
              <a:spcAft>
                <a:spcPts val="0"/>
              </a:spcAft>
              <a:buClr>
                <a:schemeClr val="dk1"/>
              </a:buClr>
              <a:buSzPts val="1200"/>
              <a:buFont typeface="Outfit"/>
              <a:buChar char="○"/>
              <a:defRPr>
                <a:solidFill>
                  <a:schemeClr val="dk1"/>
                </a:solidFill>
                <a:latin typeface="Outfit"/>
                <a:ea typeface="Outfit"/>
                <a:cs typeface="Outfit"/>
                <a:sym typeface="Outfit"/>
              </a:defRPr>
            </a:lvl8pPr>
            <a:lvl9pPr marL="4114800" lvl="8" indent="-304800" rtl="0">
              <a:spcBef>
                <a:spcPts val="0"/>
              </a:spcBef>
              <a:spcAft>
                <a:spcPts val="0"/>
              </a:spcAft>
              <a:buClr>
                <a:schemeClr val="dk1"/>
              </a:buClr>
              <a:buSzPts val="1200"/>
              <a:buFont typeface="Outfit"/>
              <a:buChar char="■"/>
              <a:defRPr>
                <a:solidFill>
                  <a:schemeClr val="dk1"/>
                </a:solidFill>
                <a:latin typeface="Outfit"/>
                <a:ea typeface="Outfit"/>
                <a:cs typeface="Outfit"/>
                <a:sym typeface="Outfit"/>
              </a:defRPr>
            </a:lvl9pPr>
          </a:lstStyle>
          <a:p>
            <a:endParaRPr/>
          </a:p>
        </p:txBody>
      </p:sp>
      <p:sp>
        <p:nvSpPr>
          <p:cNvPr id="45" name="Google Shape;45;p7"/>
          <p:cNvSpPr txBox="1">
            <a:spLocks noGrp="1"/>
          </p:cNvSpPr>
          <p:nvPr>
            <p:ph type="body" idx="3"/>
          </p:nvPr>
        </p:nvSpPr>
        <p:spPr>
          <a:xfrm>
            <a:off x="4643604" y="2078875"/>
            <a:ext cx="3774300" cy="2261100"/>
          </a:xfrm>
          <a:prstGeom prst="rect">
            <a:avLst/>
          </a:prstGeom>
        </p:spPr>
        <p:txBody>
          <a:bodyPr spcFirstLastPara="1" wrap="square" lIns="0" tIns="0" rIns="0" bIns="0" anchor="t" anchorCtr="0">
            <a:normAutofit/>
          </a:bodyPr>
          <a:lstStyle>
            <a:lvl1pPr marL="457200" lvl="0" indent="-304800" rtl="0">
              <a:spcBef>
                <a:spcPts val="0"/>
              </a:spcBef>
              <a:spcAft>
                <a:spcPts val="0"/>
              </a:spcAft>
              <a:buClr>
                <a:schemeClr val="dk1"/>
              </a:buClr>
              <a:buSzPts val="1200"/>
              <a:buFont typeface="Outfit"/>
              <a:buChar char="●"/>
              <a:defRPr>
                <a:solidFill>
                  <a:schemeClr val="dk1"/>
                </a:solidFill>
                <a:latin typeface="Outfit"/>
                <a:ea typeface="Outfit"/>
                <a:cs typeface="Outfit"/>
                <a:sym typeface="Outfit"/>
              </a:defRPr>
            </a:lvl1pPr>
            <a:lvl2pPr marL="914400" lvl="1" indent="-304800" rtl="0">
              <a:spcBef>
                <a:spcPts val="0"/>
              </a:spcBef>
              <a:spcAft>
                <a:spcPts val="0"/>
              </a:spcAft>
              <a:buClr>
                <a:schemeClr val="dk1"/>
              </a:buClr>
              <a:buSzPts val="1200"/>
              <a:buFont typeface="Outfit"/>
              <a:buChar char="○"/>
              <a:defRPr>
                <a:solidFill>
                  <a:schemeClr val="dk1"/>
                </a:solidFill>
                <a:latin typeface="Outfit"/>
                <a:ea typeface="Outfit"/>
                <a:cs typeface="Outfit"/>
                <a:sym typeface="Outfit"/>
              </a:defRPr>
            </a:lvl2pPr>
            <a:lvl3pPr marL="1371600" lvl="2" indent="-304800" rtl="0">
              <a:spcBef>
                <a:spcPts val="0"/>
              </a:spcBef>
              <a:spcAft>
                <a:spcPts val="0"/>
              </a:spcAft>
              <a:buClr>
                <a:schemeClr val="dk1"/>
              </a:buClr>
              <a:buSzPts val="1200"/>
              <a:buFont typeface="Outfit"/>
              <a:buChar char="■"/>
              <a:defRPr>
                <a:solidFill>
                  <a:schemeClr val="dk1"/>
                </a:solidFill>
                <a:latin typeface="Outfit"/>
                <a:ea typeface="Outfit"/>
                <a:cs typeface="Outfit"/>
                <a:sym typeface="Outfit"/>
              </a:defRPr>
            </a:lvl3pPr>
            <a:lvl4pPr marL="1828800" lvl="3" indent="-304800" rtl="0">
              <a:spcBef>
                <a:spcPts val="0"/>
              </a:spcBef>
              <a:spcAft>
                <a:spcPts val="0"/>
              </a:spcAft>
              <a:buClr>
                <a:schemeClr val="dk1"/>
              </a:buClr>
              <a:buSzPts val="1200"/>
              <a:buFont typeface="Outfit"/>
              <a:buChar char="●"/>
              <a:defRPr>
                <a:solidFill>
                  <a:schemeClr val="dk1"/>
                </a:solidFill>
                <a:latin typeface="Outfit"/>
                <a:ea typeface="Outfit"/>
                <a:cs typeface="Outfit"/>
                <a:sym typeface="Outfit"/>
              </a:defRPr>
            </a:lvl4pPr>
            <a:lvl5pPr marL="2286000" lvl="4" indent="-304800" rtl="0">
              <a:spcBef>
                <a:spcPts val="0"/>
              </a:spcBef>
              <a:spcAft>
                <a:spcPts val="0"/>
              </a:spcAft>
              <a:buClr>
                <a:schemeClr val="dk1"/>
              </a:buClr>
              <a:buSzPts val="1200"/>
              <a:buFont typeface="Outfit"/>
              <a:buChar char="○"/>
              <a:defRPr>
                <a:solidFill>
                  <a:schemeClr val="dk1"/>
                </a:solidFill>
                <a:latin typeface="Outfit"/>
                <a:ea typeface="Outfit"/>
                <a:cs typeface="Outfit"/>
                <a:sym typeface="Outfit"/>
              </a:defRPr>
            </a:lvl5pPr>
            <a:lvl6pPr marL="2743200" lvl="5" indent="-304800" rtl="0">
              <a:spcBef>
                <a:spcPts val="0"/>
              </a:spcBef>
              <a:spcAft>
                <a:spcPts val="0"/>
              </a:spcAft>
              <a:buClr>
                <a:schemeClr val="dk1"/>
              </a:buClr>
              <a:buSzPts val="1200"/>
              <a:buFont typeface="Outfit"/>
              <a:buChar char="■"/>
              <a:defRPr>
                <a:solidFill>
                  <a:schemeClr val="dk1"/>
                </a:solidFill>
                <a:latin typeface="Outfit"/>
                <a:ea typeface="Outfit"/>
                <a:cs typeface="Outfit"/>
                <a:sym typeface="Outfit"/>
              </a:defRPr>
            </a:lvl6pPr>
            <a:lvl7pPr marL="3200400" lvl="6" indent="-304800" rtl="0">
              <a:spcBef>
                <a:spcPts val="0"/>
              </a:spcBef>
              <a:spcAft>
                <a:spcPts val="0"/>
              </a:spcAft>
              <a:buClr>
                <a:schemeClr val="dk1"/>
              </a:buClr>
              <a:buSzPts val="1200"/>
              <a:buFont typeface="Outfit"/>
              <a:buChar char="●"/>
              <a:defRPr>
                <a:solidFill>
                  <a:schemeClr val="dk1"/>
                </a:solidFill>
                <a:latin typeface="Outfit"/>
                <a:ea typeface="Outfit"/>
                <a:cs typeface="Outfit"/>
                <a:sym typeface="Outfit"/>
              </a:defRPr>
            </a:lvl7pPr>
            <a:lvl8pPr marL="3657600" lvl="7" indent="-304800" rtl="0">
              <a:spcBef>
                <a:spcPts val="0"/>
              </a:spcBef>
              <a:spcAft>
                <a:spcPts val="0"/>
              </a:spcAft>
              <a:buClr>
                <a:schemeClr val="dk1"/>
              </a:buClr>
              <a:buSzPts val="1200"/>
              <a:buFont typeface="Outfit"/>
              <a:buChar char="○"/>
              <a:defRPr>
                <a:solidFill>
                  <a:schemeClr val="dk1"/>
                </a:solidFill>
                <a:latin typeface="Outfit"/>
                <a:ea typeface="Outfit"/>
                <a:cs typeface="Outfit"/>
                <a:sym typeface="Outfit"/>
              </a:defRPr>
            </a:lvl8pPr>
            <a:lvl9pPr marL="4114800" lvl="8" indent="-304800" rtl="0">
              <a:spcBef>
                <a:spcPts val="0"/>
              </a:spcBef>
              <a:spcAft>
                <a:spcPts val="0"/>
              </a:spcAft>
              <a:buClr>
                <a:schemeClr val="dk1"/>
              </a:buClr>
              <a:buSzPts val="1200"/>
              <a:buFont typeface="Outfit"/>
              <a:buChar char="■"/>
              <a:defRPr>
                <a:solidFill>
                  <a:schemeClr val="dk1"/>
                </a:solidFill>
                <a:latin typeface="Outfit"/>
                <a:ea typeface="Outfit"/>
                <a:cs typeface="Outfit"/>
                <a:sym typeface="Outfit"/>
              </a:defRPr>
            </a:lvl9pPr>
          </a:lstStyle>
          <a:p>
            <a:endParaRPr/>
          </a:p>
        </p:txBody>
      </p:sp>
      <p:sp>
        <p:nvSpPr>
          <p:cNvPr id="46" name="Google Shape;46;p7"/>
          <p:cNvSpPr/>
          <p:nvPr/>
        </p:nvSpPr>
        <p:spPr>
          <a:xfrm rot="2700000">
            <a:off x="7578969" y="284245"/>
            <a:ext cx="2205325" cy="456084"/>
          </a:xfrm>
          <a:prstGeom prst="rect">
            <a:avLst/>
          </a:prstGeom>
          <a:solidFill>
            <a:schemeClr val="dk2"/>
          </a:solidFill>
          <a:ln>
            <a:noFill/>
          </a:ln>
        </p:spPr>
        <p:txBody>
          <a:bodyPr spcFirstLastPara="1" wrap="square" lIns="68575" tIns="68575" rIns="68575" bIns="68575" anchor="ctr" anchorCtr="0">
            <a:noAutofit/>
          </a:bodyPr>
          <a:lstStyle/>
          <a:p>
            <a:pPr marL="0" lvl="0" indent="0" algn="ctr" rtl="0">
              <a:spcBef>
                <a:spcPts val="0"/>
              </a:spcBef>
              <a:spcAft>
                <a:spcPts val="0"/>
              </a:spcAft>
              <a:buNone/>
            </a:pPr>
            <a:r>
              <a:rPr lang="fr" sz="2100" b="1">
                <a:solidFill>
                  <a:srgbClr val="FFFFFF"/>
                </a:solidFill>
              </a:rPr>
              <a:t>OLD</a:t>
            </a:r>
            <a:endParaRPr sz="2100" b="1">
              <a:solidFill>
                <a:srgbClr val="FFFFFF"/>
              </a:solidFill>
              <a:latin typeface="Outfit"/>
              <a:ea typeface="Outfit"/>
              <a:cs typeface="Outfit"/>
              <a:sym typeface="Outfit"/>
            </a:endParaRPr>
          </a:p>
        </p:txBody>
      </p:sp>
      <p:cxnSp>
        <p:nvCxnSpPr>
          <p:cNvPr id="47" name="Google Shape;47;p7"/>
          <p:cNvCxnSpPr/>
          <p:nvPr/>
        </p:nvCxnSpPr>
        <p:spPr>
          <a:xfrm>
            <a:off x="729450" y="-225"/>
            <a:ext cx="0" cy="5144100"/>
          </a:xfrm>
          <a:prstGeom prst="straightConnector1">
            <a:avLst/>
          </a:prstGeom>
          <a:noFill/>
          <a:ln w="9525" cap="flat" cmpd="sng">
            <a:solidFill>
              <a:srgbClr val="FF9E16"/>
            </a:solidFill>
            <a:prstDash val="dot"/>
            <a:round/>
            <a:headEnd type="none" w="med" len="med"/>
            <a:tailEnd type="none" w="med" len="med"/>
          </a:ln>
        </p:spPr>
      </p:cxn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One column text">
  <p:cSld name="ONE_COLUMN_TEXT">
    <p:bg>
      <p:bgPr>
        <a:solidFill>
          <a:schemeClr val="accent1"/>
        </a:solidFill>
        <a:effectLst/>
      </p:bgPr>
    </p:bg>
    <p:spTree>
      <p:nvGrpSpPr>
        <p:cNvPr id="1" name="Shape 48"/>
        <p:cNvGrpSpPr/>
        <p:nvPr/>
      </p:nvGrpSpPr>
      <p:grpSpPr>
        <a:xfrm>
          <a:off x="0" y="0"/>
          <a:ext cx="0" cy="0"/>
          <a:chOff x="0" y="0"/>
          <a:chExt cx="0" cy="0"/>
        </a:xfrm>
      </p:grpSpPr>
      <p:sp>
        <p:nvSpPr>
          <p:cNvPr id="49" name="Google Shape;49;p8"/>
          <p:cNvSpPr/>
          <p:nvPr/>
        </p:nvSpPr>
        <p:spPr>
          <a:xfrm>
            <a:off x="0" y="0"/>
            <a:ext cx="9144000" cy="487800"/>
          </a:xfrm>
          <a:prstGeom prst="rect">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50" name="Google Shape;50;p8"/>
          <p:cNvGrpSpPr/>
          <p:nvPr/>
        </p:nvGrpSpPr>
        <p:grpSpPr>
          <a:xfrm>
            <a:off x="830392" y="1191256"/>
            <a:ext cx="745763" cy="45826"/>
            <a:chOff x="4580561" y="2589004"/>
            <a:chExt cx="1064464" cy="25200"/>
          </a:xfrm>
        </p:grpSpPr>
        <p:sp>
          <p:nvSpPr>
            <p:cNvPr id="51" name="Google Shape;51;p8"/>
            <p:cNvSpPr/>
            <p:nvPr/>
          </p:nvSpPr>
          <p:spPr>
            <a:xfrm rot="-5400000">
              <a:off x="5366325" y="2335504"/>
              <a:ext cx="25200" cy="5322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 name="Google Shape;52;p8"/>
            <p:cNvSpPr/>
            <p:nvPr/>
          </p:nvSpPr>
          <p:spPr>
            <a:xfrm rot="-5400000">
              <a:off x="4836311" y="2333254"/>
              <a:ext cx="25200" cy="5367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53" name="Google Shape;53;p8"/>
          <p:cNvSpPr txBox="1">
            <a:spLocks noGrp="1"/>
          </p:cNvSpPr>
          <p:nvPr>
            <p:ph type="title"/>
          </p:nvPr>
        </p:nvSpPr>
        <p:spPr>
          <a:xfrm>
            <a:off x="730000" y="1318650"/>
            <a:ext cx="3300900" cy="1381500"/>
          </a:xfrm>
          <a:prstGeom prst="rect">
            <a:avLst/>
          </a:prstGeom>
        </p:spPr>
        <p:txBody>
          <a:bodyPr spcFirstLastPara="1" wrap="square" lIns="0" tIns="0" rIns="0" bIns="0" anchor="t" anchorCtr="0">
            <a:spAutoFit/>
          </a:bodyPr>
          <a:lstStyle>
            <a:lvl1pPr lvl="0" rtl="0">
              <a:spcBef>
                <a:spcPts val="0"/>
              </a:spcBef>
              <a:spcAft>
                <a:spcPts val="0"/>
              </a:spcAft>
              <a:buClr>
                <a:schemeClr val="dk1"/>
              </a:buClr>
              <a:buSzPts val="2600"/>
              <a:buFont typeface="Outfit"/>
              <a:buNone/>
              <a:defRPr sz="2600">
                <a:solidFill>
                  <a:schemeClr val="dk1"/>
                </a:solidFill>
                <a:latin typeface="Outfit"/>
                <a:ea typeface="Outfit"/>
                <a:cs typeface="Outfit"/>
                <a:sym typeface="Outfit"/>
              </a:defRPr>
            </a:lvl1pPr>
            <a:lvl2pPr lvl="1" rtl="0">
              <a:spcBef>
                <a:spcPts val="0"/>
              </a:spcBef>
              <a:spcAft>
                <a:spcPts val="0"/>
              </a:spcAft>
              <a:buClr>
                <a:schemeClr val="dk1"/>
              </a:buClr>
              <a:buSzPts val="2600"/>
              <a:buFont typeface="Outfit"/>
              <a:buNone/>
              <a:defRPr sz="2600">
                <a:solidFill>
                  <a:schemeClr val="dk1"/>
                </a:solidFill>
                <a:latin typeface="Outfit"/>
                <a:ea typeface="Outfit"/>
                <a:cs typeface="Outfit"/>
                <a:sym typeface="Outfit"/>
              </a:defRPr>
            </a:lvl2pPr>
            <a:lvl3pPr lvl="2" rtl="0">
              <a:spcBef>
                <a:spcPts val="0"/>
              </a:spcBef>
              <a:spcAft>
                <a:spcPts val="0"/>
              </a:spcAft>
              <a:buClr>
                <a:schemeClr val="dk1"/>
              </a:buClr>
              <a:buSzPts val="2600"/>
              <a:buFont typeface="Outfit"/>
              <a:buNone/>
              <a:defRPr sz="2600">
                <a:solidFill>
                  <a:schemeClr val="dk1"/>
                </a:solidFill>
                <a:latin typeface="Outfit"/>
                <a:ea typeface="Outfit"/>
                <a:cs typeface="Outfit"/>
                <a:sym typeface="Outfit"/>
              </a:defRPr>
            </a:lvl3pPr>
            <a:lvl4pPr lvl="3" rtl="0">
              <a:spcBef>
                <a:spcPts val="0"/>
              </a:spcBef>
              <a:spcAft>
                <a:spcPts val="0"/>
              </a:spcAft>
              <a:buClr>
                <a:schemeClr val="dk1"/>
              </a:buClr>
              <a:buSzPts val="2600"/>
              <a:buFont typeface="Outfit"/>
              <a:buNone/>
              <a:defRPr sz="2600">
                <a:solidFill>
                  <a:schemeClr val="dk1"/>
                </a:solidFill>
                <a:latin typeface="Outfit"/>
                <a:ea typeface="Outfit"/>
                <a:cs typeface="Outfit"/>
                <a:sym typeface="Outfit"/>
              </a:defRPr>
            </a:lvl4pPr>
            <a:lvl5pPr lvl="4" rtl="0">
              <a:spcBef>
                <a:spcPts val="0"/>
              </a:spcBef>
              <a:spcAft>
                <a:spcPts val="0"/>
              </a:spcAft>
              <a:buClr>
                <a:schemeClr val="dk1"/>
              </a:buClr>
              <a:buSzPts val="2600"/>
              <a:buFont typeface="Outfit"/>
              <a:buNone/>
              <a:defRPr sz="2600">
                <a:solidFill>
                  <a:schemeClr val="dk1"/>
                </a:solidFill>
                <a:latin typeface="Outfit"/>
                <a:ea typeface="Outfit"/>
                <a:cs typeface="Outfit"/>
                <a:sym typeface="Outfit"/>
              </a:defRPr>
            </a:lvl5pPr>
            <a:lvl6pPr lvl="5" rtl="0">
              <a:spcBef>
                <a:spcPts val="0"/>
              </a:spcBef>
              <a:spcAft>
                <a:spcPts val="0"/>
              </a:spcAft>
              <a:buClr>
                <a:schemeClr val="dk1"/>
              </a:buClr>
              <a:buSzPts val="2600"/>
              <a:buFont typeface="Outfit"/>
              <a:buNone/>
              <a:defRPr sz="2600">
                <a:solidFill>
                  <a:schemeClr val="dk1"/>
                </a:solidFill>
                <a:latin typeface="Outfit"/>
                <a:ea typeface="Outfit"/>
                <a:cs typeface="Outfit"/>
                <a:sym typeface="Outfit"/>
              </a:defRPr>
            </a:lvl6pPr>
            <a:lvl7pPr lvl="6" rtl="0">
              <a:spcBef>
                <a:spcPts val="0"/>
              </a:spcBef>
              <a:spcAft>
                <a:spcPts val="0"/>
              </a:spcAft>
              <a:buClr>
                <a:schemeClr val="dk1"/>
              </a:buClr>
              <a:buSzPts val="2600"/>
              <a:buFont typeface="Outfit"/>
              <a:buNone/>
              <a:defRPr sz="2600">
                <a:solidFill>
                  <a:schemeClr val="dk1"/>
                </a:solidFill>
                <a:latin typeface="Outfit"/>
                <a:ea typeface="Outfit"/>
                <a:cs typeface="Outfit"/>
                <a:sym typeface="Outfit"/>
              </a:defRPr>
            </a:lvl7pPr>
            <a:lvl8pPr lvl="7" rtl="0">
              <a:spcBef>
                <a:spcPts val="0"/>
              </a:spcBef>
              <a:spcAft>
                <a:spcPts val="0"/>
              </a:spcAft>
              <a:buClr>
                <a:schemeClr val="dk1"/>
              </a:buClr>
              <a:buSzPts val="2600"/>
              <a:buFont typeface="Outfit"/>
              <a:buNone/>
              <a:defRPr sz="2600">
                <a:solidFill>
                  <a:schemeClr val="dk1"/>
                </a:solidFill>
                <a:latin typeface="Outfit"/>
                <a:ea typeface="Outfit"/>
                <a:cs typeface="Outfit"/>
                <a:sym typeface="Outfit"/>
              </a:defRPr>
            </a:lvl8pPr>
            <a:lvl9pPr lvl="8" rtl="0">
              <a:spcBef>
                <a:spcPts val="0"/>
              </a:spcBef>
              <a:spcAft>
                <a:spcPts val="0"/>
              </a:spcAft>
              <a:buClr>
                <a:schemeClr val="dk1"/>
              </a:buClr>
              <a:buSzPts val="2600"/>
              <a:buFont typeface="Outfit"/>
              <a:buNone/>
              <a:defRPr sz="2600">
                <a:solidFill>
                  <a:schemeClr val="dk1"/>
                </a:solidFill>
                <a:latin typeface="Outfit"/>
                <a:ea typeface="Outfit"/>
                <a:cs typeface="Outfit"/>
                <a:sym typeface="Outfit"/>
              </a:defRPr>
            </a:lvl9pPr>
          </a:lstStyle>
          <a:p>
            <a:endParaRPr/>
          </a:p>
        </p:txBody>
      </p:sp>
      <p:sp>
        <p:nvSpPr>
          <p:cNvPr id="54" name="Google Shape;54;p8"/>
          <p:cNvSpPr txBox="1">
            <a:spLocks noGrp="1"/>
          </p:cNvSpPr>
          <p:nvPr>
            <p:ph type="body" idx="1"/>
          </p:nvPr>
        </p:nvSpPr>
        <p:spPr>
          <a:xfrm>
            <a:off x="721225" y="2781725"/>
            <a:ext cx="3300900" cy="1597500"/>
          </a:xfrm>
          <a:prstGeom prst="rect">
            <a:avLst/>
          </a:prstGeom>
        </p:spPr>
        <p:txBody>
          <a:bodyPr spcFirstLastPara="1" wrap="square" lIns="0" tIns="0" rIns="0" bIns="0" anchor="t" anchorCtr="0">
            <a:normAutofit/>
          </a:bodyPr>
          <a:lstStyle>
            <a:lvl1pPr marL="457200" lvl="0" indent="-304800" rtl="0">
              <a:spcBef>
                <a:spcPts val="0"/>
              </a:spcBef>
              <a:spcAft>
                <a:spcPts val="0"/>
              </a:spcAft>
              <a:buClr>
                <a:schemeClr val="dk1"/>
              </a:buClr>
              <a:buSzPts val="1200"/>
              <a:buFont typeface="Outfit"/>
              <a:buChar char="●"/>
              <a:defRPr>
                <a:solidFill>
                  <a:schemeClr val="dk1"/>
                </a:solidFill>
                <a:latin typeface="Outfit"/>
                <a:ea typeface="Outfit"/>
                <a:cs typeface="Outfit"/>
                <a:sym typeface="Outfit"/>
              </a:defRPr>
            </a:lvl1pPr>
            <a:lvl2pPr marL="914400" lvl="1" indent="-304800" rtl="0">
              <a:spcBef>
                <a:spcPts val="0"/>
              </a:spcBef>
              <a:spcAft>
                <a:spcPts val="0"/>
              </a:spcAft>
              <a:buClr>
                <a:schemeClr val="dk1"/>
              </a:buClr>
              <a:buSzPts val="1200"/>
              <a:buFont typeface="Outfit"/>
              <a:buChar char="○"/>
              <a:defRPr>
                <a:solidFill>
                  <a:schemeClr val="dk1"/>
                </a:solidFill>
                <a:latin typeface="Outfit"/>
                <a:ea typeface="Outfit"/>
                <a:cs typeface="Outfit"/>
                <a:sym typeface="Outfit"/>
              </a:defRPr>
            </a:lvl2pPr>
            <a:lvl3pPr marL="1371600" lvl="2" indent="-304800" rtl="0">
              <a:spcBef>
                <a:spcPts val="0"/>
              </a:spcBef>
              <a:spcAft>
                <a:spcPts val="0"/>
              </a:spcAft>
              <a:buClr>
                <a:schemeClr val="dk1"/>
              </a:buClr>
              <a:buSzPts val="1200"/>
              <a:buFont typeface="Outfit"/>
              <a:buChar char="■"/>
              <a:defRPr>
                <a:solidFill>
                  <a:schemeClr val="dk1"/>
                </a:solidFill>
                <a:latin typeface="Outfit"/>
                <a:ea typeface="Outfit"/>
                <a:cs typeface="Outfit"/>
                <a:sym typeface="Outfit"/>
              </a:defRPr>
            </a:lvl3pPr>
            <a:lvl4pPr marL="1828800" lvl="3" indent="-304800" rtl="0">
              <a:spcBef>
                <a:spcPts val="0"/>
              </a:spcBef>
              <a:spcAft>
                <a:spcPts val="0"/>
              </a:spcAft>
              <a:buClr>
                <a:schemeClr val="dk1"/>
              </a:buClr>
              <a:buSzPts val="1200"/>
              <a:buFont typeface="Outfit"/>
              <a:buChar char="●"/>
              <a:defRPr>
                <a:solidFill>
                  <a:schemeClr val="dk1"/>
                </a:solidFill>
                <a:latin typeface="Outfit"/>
                <a:ea typeface="Outfit"/>
                <a:cs typeface="Outfit"/>
                <a:sym typeface="Outfit"/>
              </a:defRPr>
            </a:lvl4pPr>
            <a:lvl5pPr marL="2286000" lvl="4" indent="-304800" rtl="0">
              <a:spcBef>
                <a:spcPts val="0"/>
              </a:spcBef>
              <a:spcAft>
                <a:spcPts val="0"/>
              </a:spcAft>
              <a:buClr>
                <a:schemeClr val="dk1"/>
              </a:buClr>
              <a:buSzPts val="1200"/>
              <a:buFont typeface="Outfit"/>
              <a:buChar char="○"/>
              <a:defRPr>
                <a:solidFill>
                  <a:schemeClr val="dk1"/>
                </a:solidFill>
                <a:latin typeface="Outfit"/>
                <a:ea typeface="Outfit"/>
                <a:cs typeface="Outfit"/>
                <a:sym typeface="Outfit"/>
              </a:defRPr>
            </a:lvl5pPr>
            <a:lvl6pPr marL="2743200" lvl="5" indent="-304800" rtl="0">
              <a:spcBef>
                <a:spcPts val="0"/>
              </a:spcBef>
              <a:spcAft>
                <a:spcPts val="0"/>
              </a:spcAft>
              <a:buClr>
                <a:schemeClr val="dk1"/>
              </a:buClr>
              <a:buSzPts val="1200"/>
              <a:buFont typeface="Outfit"/>
              <a:buChar char="■"/>
              <a:defRPr>
                <a:solidFill>
                  <a:schemeClr val="dk1"/>
                </a:solidFill>
                <a:latin typeface="Outfit"/>
                <a:ea typeface="Outfit"/>
                <a:cs typeface="Outfit"/>
                <a:sym typeface="Outfit"/>
              </a:defRPr>
            </a:lvl6pPr>
            <a:lvl7pPr marL="3200400" lvl="6" indent="-304800" rtl="0">
              <a:spcBef>
                <a:spcPts val="0"/>
              </a:spcBef>
              <a:spcAft>
                <a:spcPts val="0"/>
              </a:spcAft>
              <a:buClr>
                <a:schemeClr val="dk1"/>
              </a:buClr>
              <a:buSzPts val="1200"/>
              <a:buFont typeface="Outfit"/>
              <a:buChar char="●"/>
              <a:defRPr>
                <a:solidFill>
                  <a:schemeClr val="dk1"/>
                </a:solidFill>
                <a:latin typeface="Outfit"/>
                <a:ea typeface="Outfit"/>
                <a:cs typeface="Outfit"/>
                <a:sym typeface="Outfit"/>
              </a:defRPr>
            </a:lvl7pPr>
            <a:lvl8pPr marL="3657600" lvl="7" indent="-304800" rtl="0">
              <a:spcBef>
                <a:spcPts val="0"/>
              </a:spcBef>
              <a:spcAft>
                <a:spcPts val="0"/>
              </a:spcAft>
              <a:buClr>
                <a:schemeClr val="dk1"/>
              </a:buClr>
              <a:buSzPts val="1200"/>
              <a:buFont typeface="Outfit"/>
              <a:buChar char="○"/>
              <a:defRPr>
                <a:solidFill>
                  <a:schemeClr val="dk1"/>
                </a:solidFill>
                <a:latin typeface="Outfit"/>
                <a:ea typeface="Outfit"/>
                <a:cs typeface="Outfit"/>
                <a:sym typeface="Outfit"/>
              </a:defRPr>
            </a:lvl8pPr>
            <a:lvl9pPr marL="4114800" lvl="8" indent="-304800" rtl="0">
              <a:spcBef>
                <a:spcPts val="0"/>
              </a:spcBef>
              <a:spcAft>
                <a:spcPts val="0"/>
              </a:spcAft>
              <a:buClr>
                <a:schemeClr val="dk1"/>
              </a:buClr>
              <a:buSzPts val="1200"/>
              <a:buFont typeface="Outfit"/>
              <a:buChar char="■"/>
              <a:defRPr>
                <a:solidFill>
                  <a:schemeClr val="dk1"/>
                </a:solidFill>
                <a:latin typeface="Outfit"/>
                <a:ea typeface="Outfit"/>
                <a:cs typeface="Outfit"/>
                <a:sym typeface="Outfit"/>
              </a:defRPr>
            </a:lvl9pPr>
          </a:lstStyle>
          <a:p>
            <a:endParaRPr/>
          </a:p>
        </p:txBody>
      </p:sp>
      <p:sp>
        <p:nvSpPr>
          <p:cNvPr id="55" name="Google Shape;55;p8"/>
          <p:cNvSpPr/>
          <p:nvPr/>
        </p:nvSpPr>
        <p:spPr>
          <a:xfrm rot="2700000">
            <a:off x="7578969" y="284245"/>
            <a:ext cx="2205325" cy="456084"/>
          </a:xfrm>
          <a:prstGeom prst="rect">
            <a:avLst/>
          </a:prstGeom>
          <a:solidFill>
            <a:schemeClr val="dk2"/>
          </a:solidFill>
          <a:ln>
            <a:noFill/>
          </a:ln>
        </p:spPr>
        <p:txBody>
          <a:bodyPr spcFirstLastPara="1" wrap="square" lIns="68575" tIns="68575" rIns="68575" bIns="68575" anchor="ctr" anchorCtr="0">
            <a:noAutofit/>
          </a:bodyPr>
          <a:lstStyle/>
          <a:p>
            <a:pPr marL="0" lvl="0" indent="0" algn="ctr" rtl="0">
              <a:spcBef>
                <a:spcPts val="0"/>
              </a:spcBef>
              <a:spcAft>
                <a:spcPts val="0"/>
              </a:spcAft>
              <a:buNone/>
            </a:pPr>
            <a:r>
              <a:rPr lang="fr" sz="2100" b="1">
                <a:solidFill>
                  <a:srgbClr val="FFFFFF"/>
                </a:solidFill>
              </a:rPr>
              <a:t>OLD</a:t>
            </a:r>
            <a:endParaRPr sz="2100" b="1">
              <a:solidFill>
                <a:srgbClr val="FFFFFF"/>
              </a:solidFill>
              <a:latin typeface="Outfit"/>
              <a:ea typeface="Outfit"/>
              <a:cs typeface="Outfit"/>
              <a:sym typeface="Outfit"/>
            </a:endParaRPr>
          </a:p>
        </p:txBody>
      </p:sp>
      <p:sp>
        <p:nvSpPr>
          <p:cNvPr id="56" name="Google Shape;56;p8"/>
          <p:cNvSpPr txBox="1">
            <a:spLocks noGrp="1"/>
          </p:cNvSpPr>
          <p:nvPr>
            <p:ph type="sldNum" idx="12"/>
          </p:nvPr>
        </p:nvSpPr>
        <p:spPr>
          <a:xfrm>
            <a:off x="8469004" y="4833225"/>
            <a:ext cx="675000" cy="310500"/>
          </a:xfrm>
          <a:prstGeom prst="rect">
            <a:avLst/>
          </a:prstGeom>
        </p:spPr>
        <p:txBody>
          <a:bodyPr spcFirstLastPara="1" wrap="square" lIns="135000" tIns="135000" rIns="310500" bIns="172800" anchor="b" anchorCtr="0">
            <a:noAutofit/>
          </a:bodyPr>
          <a:lstStyle>
            <a:lvl1pPr lvl="0" rtl="0">
              <a:buNone/>
              <a:defRPr>
                <a:solidFill>
                  <a:schemeClr val="dk1"/>
                </a:solidFill>
              </a:defRPr>
            </a:lvl1pPr>
            <a:lvl2pPr lvl="1" rtl="0">
              <a:buNone/>
              <a:defRPr>
                <a:solidFill>
                  <a:schemeClr val="dk1"/>
                </a:solidFill>
              </a:defRPr>
            </a:lvl2pPr>
            <a:lvl3pPr lvl="2" rtl="0">
              <a:buNone/>
              <a:defRPr>
                <a:solidFill>
                  <a:schemeClr val="dk1"/>
                </a:solidFill>
              </a:defRPr>
            </a:lvl3pPr>
            <a:lvl4pPr lvl="3" rtl="0">
              <a:buNone/>
              <a:defRPr>
                <a:solidFill>
                  <a:schemeClr val="dk1"/>
                </a:solidFill>
              </a:defRPr>
            </a:lvl4pPr>
            <a:lvl5pPr lvl="4" rtl="0">
              <a:buNone/>
              <a:defRPr>
                <a:solidFill>
                  <a:schemeClr val="dk1"/>
                </a:solidFill>
              </a:defRPr>
            </a:lvl5pPr>
            <a:lvl6pPr lvl="5" rtl="0">
              <a:buNone/>
              <a:defRPr>
                <a:solidFill>
                  <a:schemeClr val="dk1"/>
                </a:solidFill>
              </a:defRPr>
            </a:lvl6pPr>
            <a:lvl7pPr lvl="6" rtl="0">
              <a:buNone/>
              <a:defRPr>
                <a:solidFill>
                  <a:schemeClr val="dk1"/>
                </a:solidFill>
              </a:defRPr>
            </a:lvl7pPr>
            <a:lvl8pPr lvl="7" rtl="0">
              <a:buNone/>
              <a:defRPr>
                <a:solidFill>
                  <a:schemeClr val="dk1"/>
                </a:solidFill>
              </a:defRPr>
            </a:lvl8pPr>
            <a:lvl9pPr lvl="8" rtl="0">
              <a:buNone/>
              <a:defRPr>
                <a:solidFill>
                  <a:schemeClr val="dk1"/>
                </a:solidFill>
              </a:defRPr>
            </a:lvl9pPr>
          </a:lstStyle>
          <a:p>
            <a:pPr marL="0" lvl="0" indent="0" algn="r" rtl="0">
              <a:spcBef>
                <a:spcPts val="0"/>
              </a:spcBef>
              <a:spcAft>
                <a:spcPts val="0"/>
              </a:spcAft>
              <a:buNone/>
            </a:pPr>
            <a:fld id="{00000000-1234-1234-1234-123412341234}" type="slidenum">
              <a:rPr lang="fr"/>
              <a:t>‹N°›</a:t>
            </a:fld>
            <a:endParaRPr/>
          </a:p>
        </p:txBody>
      </p:sp>
      <p:sp>
        <p:nvSpPr>
          <p:cNvPr id="57" name="Google Shape;57;p8"/>
          <p:cNvSpPr txBox="1">
            <a:spLocks noGrp="1"/>
          </p:cNvSpPr>
          <p:nvPr>
            <p:ph type="body" idx="2"/>
          </p:nvPr>
        </p:nvSpPr>
        <p:spPr>
          <a:xfrm>
            <a:off x="310500" y="4750006"/>
            <a:ext cx="8523900" cy="393600"/>
          </a:xfrm>
          <a:prstGeom prst="rect">
            <a:avLst/>
          </a:prstGeom>
        </p:spPr>
        <p:txBody>
          <a:bodyPr spcFirstLastPara="1" wrap="square" lIns="0" tIns="0" rIns="0" bIns="172800" anchor="b" anchorCtr="0">
            <a:noAutofit/>
          </a:bodyPr>
          <a:lstStyle>
            <a:lvl1pPr marL="457200" lvl="0" indent="-279400" rtl="0">
              <a:lnSpc>
                <a:spcPct val="100000"/>
              </a:lnSpc>
              <a:spcBef>
                <a:spcPts val="0"/>
              </a:spcBef>
              <a:spcAft>
                <a:spcPts val="0"/>
              </a:spcAft>
              <a:buClr>
                <a:schemeClr val="lt2"/>
              </a:buClr>
              <a:buSzPts val="800"/>
              <a:buChar char="➔"/>
              <a:defRPr sz="800">
                <a:solidFill>
                  <a:schemeClr val="lt2"/>
                </a:solidFill>
                <a:latin typeface="Outfit"/>
                <a:ea typeface="Outfit"/>
                <a:cs typeface="Outfit"/>
                <a:sym typeface="Outfit"/>
              </a:defRPr>
            </a:lvl1pPr>
            <a:lvl2pPr marL="914400" lvl="1" indent="-279400" rtl="0">
              <a:lnSpc>
                <a:spcPct val="100000"/>
              </a:lnSpc>
              <a:spcBef>
                <a:spcPts val="400"/>
              </a:spcBef>
              <a:spcAft>
                <a:spcPts val="0"/>
              </a:spcAft>
              <a:buClr>
                <a:schemeClr val="lt2"/>
              </a:buClr>
              <a:buSzPts val="800"/>
              <a:buChar char="◆"/>
              <a:defRPr sz="800">
                <a:solidFill>
                  <a:schemeClr val="lt2"/>
                </a:solidFill>
                <a:latin typeface="Outfit"/>
                <a:ea typeface="Outfit"/>
                <a:cs typeface="Outfit"/>
                <a:sym typeface="Outfit"/>
              </a:defRPr>
            </a:lvl2pPr>
            <a:lvl3pPr marL="1371600" lvl="2" indent="-279400" rtl="0">
              <a:lnSpc>
                <a:spcPct val="100000"/>
              </a:lnSpc>
              <a:spcBef>
                <a:spcPts val="400"/>
              </a:spcBef>
              <a:spcAft>
                <a:spcPts val="0"/>
              </a:spcAft>
              <a:buClr>
                <a:schemeClr val="lt2"/>
              </a:buClr>
              <a:buSzPts val="800"/>
              <a:buChar char="●"/>
              <a:defRPr sz="800">
                <a:solidFill>
                  <a:schemeClr val="lt2"/>
                </a:solidFill>
                <a:latin typeface="Outfit"/>
                <a:ea typeface="Outfit"/>
                <a:cs typeface="Outfit"/>
                <a:sym typeface="Outfit"/>
              </a:defRPr>
            </a:lvl3pPr>
            <a:lvl4pPr marL="1828800" lvl="3" indent="-279400" rtl="0">
              <a:lnSpc>
                <a:spcPct val="100000"/>
              </a:lnSpc>
              <a:spcBef>
                <a:spcPts val="400"/>
              </a:spcBef>
              <a:spcAft>
                <a:spcPts val="0"/>
              </a:spcAft>
              <a:buClr>
                <a:schemeClr val="lt2"/>
              </a:buClr>
              <a:buSzPts val="800"/>
              <a:buChar char="○"/>
              <a:defRPr sz="800">
                <a:solidFill>
                  <a:schemeClr val="lt2"/>
                </a:solidFill>
                <a:latin typeface="Outfit"/>
                <a:ea typeface="Outfit"/>
                <a:cs typeface="Outfit"/>
                <a:sym typeface="Outfit"/>
              </a:defRPr>
            </a:lvl4pPr>
            <a:lvl5pPr marL="2286000" lvl="4" indent="-279400" rtl="0">
              <a:lnSpc>
                <a:spcPct val="100000"/>
              </a:lnSpc>
              <a:spcBef>
                <a:spcPts val="400"/>
              </a:spcBef>
              <a:spcAft>
                <a:spcPts val="0"/>
              </a:spcAft>
              <a:buClr>
                <a:schemeClr val="lt2"/>
              </a:buClr>
              <a:buSzPts val="800"/>
              <a:buChar char="◆"/>
              <a:defRPr sz="800">
                <a:solidFill>
                  <a:schemeClr val="lt2"/>
                </a:solidFill>
                <a:latin typeface="Outfit"/>
                <a:ea typeface="Outfit"/>
                <a:cs typeface="Outfit"/>
                <a:sym typeface="Outfit"/>
              </a:defRPr>
            </a:lvl5pPr>
            <a:lvl6pPr marL="2743200" lvl="5" indent="-279400" rtl="0">
              <a:lnSpc>
                <a:spcPct val="100000"/>
              </a:lnSpc>
              <a:spcBef>
                <a:spcPts val="400"/>
              </a:spcBef>
              <a:spcAft>
                <a:spcPts val="0"/>
              </a:spcAft>
              <a:buClr>
                <a:schemeClr val="lt2"/>
              </a:buClr>
              <a:buSzPts val="800"/>
              <a:buChar char="●"/>
              <a:defRPr sz="800">
                <a:solidFill>
                  <a:schemeClr val="lt2"/>
                </a:solidFill>
                <a:latin typeface="Outfit"/>
                <a:ea typeface="Outfit"/>
                <a:cs typeface="Outfit"/>
                <a:sym typeface="Outfit"/>
              </a:defRPr>
            </a:lvl6pPr>
            <a:lvl7pPr marL="3200400" lvl="6" indent="-279400" rtl="0">
              <a:lnSpc>
                <a:spcPct val="100000"/>
              </a:lnSpc>
              <a:spcBef>
                <a:spcPts val="400"/>
              </a:spcBef>
              <a:spcAft>
                <a:spcPts val="0"/>
              </a:spcAft>
              <a:buClr>
                <a:schemeClr val="lt2"/>
              </a:buClr>
              <a:buSzPts val="800"/>
              <a:buChar char="○"/>
              <a:defRPr sz="800">
                <a:solidFill>
                  <a:schemeClr val="lt2"/>
                </a:solidFill>
                <a:latin typeface="Outfit"/>
                <a:ea typeface="Outfit"/>
                <a:cs typeface="Outfit"/>
                <a:sym typeface="Outfit"/>
              </a:defRPr>
            </a:lvl7pPr>
            <a:lvl8pPr marL="3657600" lvl="7" indent="-279400" rtl="0">
              <a:lnSpc>
                <a:spcPct val="100000"/>
              </a:lnSpc>
              <a:spcBef>
                <a:spcPts val="400"/>
              </a:spcBef>
              <a:spcAft>
                <a:spcPts val="0"/>
              </a:spcAft>
              <a:buClr>
                <a:schemeClr val="lt2"/>
              </a:buClr>
              <a:buSzPts val="800"/>
              <a:buChar char="◆"/>
              <a:defRPr sz="800">
                <a:solidFill>
                  <a:schemeClr val="lt2"/>
                </a:solidFill>
                <a:latin typeface="Outfit"/>
                <a:ea typeface="Outfit"/>
                <a:cs typeface="Outfit"/>
                <a:sym typeface="Outfit"/>
              </a:defRPr>
            </a:lvl8pPr>
            <a:lvl9pPr marL="4114800" lvl="8" indent="-279400" rtl="0">
              <a:lnSpc>
                <a:spcPct val="100000"/>
              </a:lnSpc>
              <a:spcBef>
                <a:spcPts val="400"/>
              </a:spcBef>
              <a:spcAft>
                <a:spcPts val="400"/>
              </a:spcAft>
              <a:buClr>
                <a:schemeClr val="lt2"/>
              </a:buClr>
              <a:buSzPts val="800"/>
              <a:buChar char="●"/>
              <a:defRPr sz="800">
                <a:solidFill>
                  <a:schemeClr val="lt2"/>
                </a:solidFill>
                <a:latin typeface="Outfit"/>
                <a:ea typeface="Outfit"/>
                <a:cs typeface="Outfit"/>
                <a:sym typeface="Outfit"/>
              </a:defRPr>
            </a:lvl9pPr>
          </a:lstStyle>
          <a:p>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Main point">
  <p:cSld name="MAIN_POINT">
    <p:bg>
      <p:bgPr>
        <a:solidFill>
          <a:srgbClr val="FFFFFF"/>
        </a:solidFill>
        <a:effectLst/>
      </p:bgPr>
    </p:bg>
    <p:spTree>
      <p:nvGrpSpPr>
        <p:cNvPr id="1" name="Shape 58"/>
        <p:cNvGrpSpPr/>
        <p:nvPr/>
      </p:nvGrpSpPr>
      <p:grpSpPr>
        <a:xfrm>
          <a:off x="0" y="0"/>
          <a:ext cx="0" cy="0"/>
          <a:chOff x="0" y="0"/>
          <a:chExt cx="0" cy="0"/>
        </a:xfrm>
      </p:grpSpPr>
      <p:sp>
        <p:nvSpPr>
          <p:cNvPr id="59" name="Google Shape;59;p9"/>
          <p:cNvSpPr/>
          <p:nvPr/>
        </p:nvSpPr>
        <p:spPr>
          <a:xfrm>
            <a:off x="213475" y="208900"/>
            <a:ext cx="8715600" cy="4728600"/>
          </a:xfrm>
          <a:prstGeom prst="roundRect">
            <a:avLst>
              <a:gd name="adj" fmla="val 1616"/>
            </a:avLst>
          </a:prstGeom>
          <a:solidFill>
            <a:srgbClr val="FFF899"/>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Century Gothic"/>
              <a:buNone/>
            </a:pPr>
            <a:endParaRPr sz="1400" b="0" i="0" u="none" strike="noStrike" cap="none">
              <a:solidFill>
                <a:srgbClr val="000000"/>
              </a:solidFill>
              <a:latin typeface="Century Gothic"/>
              <a:ea typeface="Century Gothic"/>
              <a:cs typeface="Century Gothic"/>
              <a:sym typeface="Century Gothic"/>
            </a:endParaRPr>
          </a:p>
        </p:txBody>
      </p:sp>
      <p:sp>
        <p:nvSpPr>
          <p:cNvPr id="60" name="Google Shape;60;p9"/>
          <p:cNvSpPr txBox="1">
            <a:spLocks noGrp="1"/>
          </p:cNvSpPr>
          <p:nvPr>
            <p:ph type="title"/>
          </p:nvPr>
        </p:nvSpPr>
        <p:spPr>
          <a:xfrm>
            <a:off x="310050" y="1666688"/>
            <a:ext cx="8523900" cy="1810200"/>
          </a:xfrm>
          <a:prstGeom prst="rect">
            <a:avLst/>
          </a:prstGeom>
          <a:noFill/>
          <a:ln>
            <a:noFill/>
          </a:ln>
        </p:spPr>
        <p:txBody>
          <a:bodyPr spcFirstLastPara="1" wrap="square" lIns="91425" tIns="91425" rIns="91425" bIns="91425" anchor="ctr" anchorCtr="0">
            <a:noAutofit/>
          </a:bodyPr>
          <a:lstStyle>
            <a:lvl1pPr marR="0" lvl="0" algn="ctr" rtl="0">
              <a:lnSpc>
                <a:spcPct val="100000"/>
              </a:lnSpc>
              <a:spcBef>
                <a:spcPts val="0"/>
              </a:spcBef>
              <a:spcAft>
                <a:spcPts val="0"/>
              </a:spcAft>
              <a:buClr>
                <a:srgbClr val="0E2356"/>
              </a:buClr>
              <a:buSzPts val="4800"/>
              <a:buFont typeface="Outfit Light"/>
              <a:buNone/>
              <a:defRPr sz="4800" b="0" i="0" u="none" strike="noStrike" cap="none">
                <a:solidFill>
                  <a:srgbClr val="0E2356"/>
                </a:solidFill>
                <a:latin typeface="Outfit Light"/>
                <a:ea typeface="Outfit Light"/>
                <a:cs typeface="Outfit Light"/>
                <a:sym typeface="Outfit Light"/>
              </a:defRPr>
            </a:lvl1pPr>
            <a:lvl2pPr marR="0" lvl="1" algn="l" rtl="0">
              <a:lnSpc>
                <a:spcPct val="100000"/>
              </a:lnSpc>
              <a:spcBef>
                <a:spcPts val="0"/>
              </a:spcBef>
              <a:spcAft>
                <a:spcPts val="0"/>
              </a:spcAft>
              <a:buClr>
                <a:srgbClr val="0E2356"/>
              </a:buClr>
              <a:buSzPts val="3600"/>
              <a:buNone/>
              <a:defRPr sz="3600" b="0">
                <a:solidFill>
                  <a:srgbClr val="0E2356"/>
                </a:solidFill>
              </a:defRPr>
            </a:lvl2pPr>
            <a:lvl3pPr marR="0" lvl="2" algn="l" rtl="0">
              <a:lnSpc>
                <a:spcPct val="100000"/>
              </a:lnSpc>
              <a:spcBef>
                <a:spcPts val="0"/>
              </a:spcBef>
              <a:spcAft>
                <a:spcPts val="0"/>
              </a:spcAft>
              <a:buClr>
                <a:srgbClr val="0E2356"/>
              </a:buClr>
              <a:buSzPts val="3600"/>
              <a:buNone/>
              <a:defRPr sz="3600" b="0">
                <a:solidFill>
                  <a:srgbClr val="0E2356"/>
                </a:solidFill>
              </a:defRPr>
            </a:lvl3pPr>
            <a:lvl4pPr marR="0" lvl="3" algn="l" rtl="0">
              <a:lnSpc>
                <a:spcPct val="100000"/>
              </a:lnSpc>
              <a:spcBef>
                <a:spcPts val="0"/>
              </a:spcBef>
              <a:spcAft>
                <a:spcPts val="0"/>
              </a:spcAft>
              <a:buClr>
                <a:srgbClr val="0E2356"/>
              </a:buClr>
              <a:buSzPts val="3600"/>
              <a:buNone/>
              <a:defRPr sz="3600" b="0">
                <a:solidFill>
                  <a:srgbClr val="0E2356"/>
                </a:solidFill>
              </a:defRPr>
            </a:lvl4pPr>
            <a:lvl5pPr marR="0" lvl="4" algn="l" rtl="0">
              <a:lnSpc>
                <a:spcPct val="100000"/>
              </a:lnSpc>
              <a:spcBef>
                <a:spcPts val="0"/>
              </a:spcBef>
              <a:spcAft>
                <a:spcPts val="0"/>
              </a:spcAft>
              <a:buClr>
                <a:srgbClr val="0E2356"/>
              </a:buClr>
              <a:buSzPts val="3600"/>
              <a:buNone/>
              <a:defRPr sz="3600" b="0">
                <a:solidFill>
                  <a:srgbClr val="0E2356"/>
                </a:solidFill>
              </a:defRPr>
            </a:lvl5pPr>
            <a:lvl6pPr marR="0" lvl="5" algn="l" rtl="0">
              <a:lnSpc>
                <a:spcPct val="100000"/>
              </a:lnSpc>
              <a:spcBef>
                <a:spcPts val="0"/>
              </a:spcBef>
              <a:spcAft>
                <a:spcPts val="0"/>
              </a:spcAft>
              <a:buClr>
                <a:srgbClr val="0E2356"/>
              </a:buClr>
              <a:buSzPts val="3600"/>
              <a:buNone/>
              <a:defRPr sz="3600" b="0">
                <a:solidFill>
                  <a:srgbClr val="0E2356"/>
                </a:solidFill>
              </a:defRPr>
            </a:lvl6pPr>
            <a:lvl7pPr marR="0" lvl="6" algn="l" rtl="0">
              <a:lnSpc>
                <a:spcPct val="100000"/>
              </a:lnSpc>
              <a:spcBef>
                <a:spcPts val="0"/>
              </a:spcBef>
              <a:spcAft>
                <a:spcPts val="0"/>
              </a:spcAft>
              <a:buClr>
                <a:srgbClr val="0E2356"/>
              </a:buClr>
              <a:buSzPts val="3600"/>
              <a:buNone/>
              <a:defRPr sz="3600" b="0">
                <a:solidFill>
                  <a:srgbClr val="0E2356"/>
                </a:solidFill>
              </a:defRPr>
            </a:lvl7pPr>
            <a:lvl8pPr marR="0" lvl="7" algn="l" rtl="0">
              <a:lnSpc>
                <a:spcPct val="100000"/>
              </a:lnSpc>
              <a:spcBef>
                <a:spcPts val="0"/>
              </a:spcBef>
              <a:spcAft>
                <a:spcPts val="0"/>
              </a:spcAft>
              <a:buClr>
                <a:srgbClr val="0E2356"/>
              </a:buClr>
              <a:buSzPts val="3600"/>
              <a:buNone/>
              <a:defRPr sz="3600" b="0">
                <a:solidFill>
                  <a:srgbClr val="0E2356"/>
                </a:solidFill>
              </a:defRPr>
            </a:lvl8pPr>
            <a:lvl9pPr marR="0" lvl="8" algn="l" rtl="0">
              <a:lnSpc>
                <a:spcPct val="100000"/>
              </a:lnSpc>
              <a:spcBef>
                <a:spcPts val="0"/>
              </a:spcBef>
              <a:spcAft>
                <a:spcPts val="0"/>
              </a:spcAft>
              <a:buClr>
                <a:srgbClr val="0E2356"/>
              </a:buClr>
              <a:buSzPts val="3600"/>
              <a:buNone/>
              <a:defRPr sz="3600" b="0">
                <a:solidFill>
                  <a:srgbClr val="0E2356"/>
                </a:solidFill>
              </a:defRPr>
            </a:lvl9pPr>
          </a:lstStyle>
          <a:p>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bg>
      <p:bgPr>
        <a:solidFill>
          <a:schemeClr val="accent1"/>
        </a:solidFill>
        <a:effectLst/>
      </p:bgPr>
    </p:bg>
    <p:spTree>
      <p:nvGrpSpPr>
        <p:cNvPr id="1" name="Shape 61"/>
        <p:cNvGrpSpPr/>
        <p:nvPr/>
      </p:nvGrpSpPr>
      <p:grpSpPr>
        <a:xfrm>
          <a:off x="0" y="0"/>
          <a:ext cx="0" cy="0"/>
          <a:chOff x="0" y="0"/>
          <a:chExt cx="0" cy="0"/>
        </a:xfrm>
      </p:grpSpPr>
      <p:sp>
        <p:nvSpPr>
          <p:cNvPr id="62" name="Google Shape;62;p10"/>
          <p:cNvSpPr/>
          <p:nvPr/>
        </p:nvSpPr>
        <p:spPr>
          <a:xfrm>
            <a:off x="0" y="0"/>
            <a:ext cx="3149700" cy="5152800"/>
          </a:xfrm>
          <a:prstGeom prst="rect">
            <a:avLst/>
          </a:prstGeom>
          <a:solidFill>
            <a:schemeClr val="dk2"/>
          </a:solidFill>
          <a:ln>
            <a:noFill/>
          </a:ln>
        </p:spPr>
        <p:txBody>
          <a:bodyPr spcFirstLastPara="1" wrap="square" lIns="68575" tIns="68575" rIns="68575" bIns="68575" anchor="ctr" anchorCtr="0">
            <a:noAutofit/>
          </a:bodyPr>
          <a:lstStyle/>
          <a:p>
            <a:pPr marL="0" lvl="0" indent="0" algn="l" rtl="0">
              <a:spcBef>
                <a:spcPts val="0"/>
              </a:spcBef>
              <a:spcAft>
                <a:spcPts val="0"/>
              </a:spcAft>
              <a:buNone/>
            </a:pPr>
            <a:endParaRPr sz="1100">
              <a:solidFill>
                <a:schemeClr val="dk1"/>
              </a:solidFill>
            </a:endParaRPr>
          </a:p>
        </p:txBody>
      </p:sp>
      <p:sp>
        <p:nvSpPr>
          <p:cNvPr id="63" name="Google Shape;63;p10"/>
          <p:cNvSpPr txBox="1">
            <a:spLocks noGrp="1"/>
          </p:cNvSpPr>
          <p:nvPr>
            <p:ph type="title"/>
          </p:nvPr>
        </p:nvSpPr>
        <p:spPr>
          <a:xfrm>
            <a:off x="310500" y="310500"/>
            <a:ext cx="2461200" cy="4074900"/>
          </a:xfrm>
          <a:prstGeom prst="rect">
            <a:avLst/>
          </a:prstGeom>
          <a:noFill/>
        </p:spPr>
        <p:txBody>
          <a:bodyPr spcFirstLastPara="1" wrap="square" lIns="0" tIns="0" rIns="0" bIns="0" anchor="t" anchorCtr="0">
            <a:spAutoFit/>
          </a:bodyPr>
          <a:lstStyle>
            <a:lvl1pPr lvl="0" algn="r" rtl="0">
              <a:lnSpc>
                <a:spcPct val="100000"/>
              </a:lnSpc>
              <a:spcBef>
                <a:spcPts val="0"/>
              </a:spcBef>
              <a:spcAft>
                <a:spcPts val="0"/>
              </a:spcAft>
              <a:buClr>
                <a:srgbClr val="FFFFFF"/>
              </a:buClr>
              <a:buSzPts val="3000"/>
              <a:buFont typeface="Outfit"/>
              <a:buNone/>
              <a:defRPr sz="3000" b="1">
                <a:solidFill>
                  <a:srgbClr val="FFFFFF"/>
                </a:solidFill>
                <a:latin typeface="Outfit"/>
                <a:ea typeface="Outfit"/>
                <a:cs typeface="Outfit"/>
                <a:sym typeface="Outfit"/>
              </a:defRPr>
            </a:lvl1pPr>
            <a:lvl2pPr lvl="1" algn="l" rtl="0">
              <a:lnSpc>
                <a:spcPct val="100000"/>
              </a:lnSpc>
              <a:spcBef>
                <a:spcPts val="0"/>
              </a:spcBef>
              <a:spcAft>
                <a:spcPts val="0"/>
              </a:spcAft>
              <a:buClr>
                <a:srgbClr val="FFFFFF"/>
              </a:buClr>
              <a:buSzPts val="3000"/>
              <a:buFont typeface="Outfit"/>
              <a:buNone/>
              <a:defRPr sz="3000" b="1">
                <a:solidFill>
                  <a:srgbClr val="FFFFFF"/>
                </a:solidFill>
                <a:latin typeface="Outfit"/>
                <a:ea typeface="Outfit"/>
                <a:cs typeface="Outfit"/>
                <a:sym typeface="Outfit"/>
              </a:defRPr>
            </a:lvl2pPr>
            <a:lvl3pPr lvl="2" algn="l" rtl="0">
              <a:lnSpc>
                <a:spcPct val="100000"/>
              </a:lnSpc>
              <a:spcBef>
                <a:spcPts val="0"/>
              </a:spcBef>
              <a:spcAft>
                <a:spcPts val="0"/>
              </a:spcAft>
              <a:buClr>
                <a:srgbClr val="FFFFFF"/>
              </a:buClr>
              <a:buSzPts val="3000"/>
              <a:buFont typeface="Outfit"/>
              <a:buNone/>
              <a:defRPr sz="3000" b="1">
                <a:solidFill>
                  <a:srgbClr val="FFFFFF"/>
                </a:solidFill>
                <a:latin typeface="Outfit"/>
                <a:ea typeface="Outfit"/>
                <a:cs typeface="Outfit"/>
                <a:sym typeface="Outfit"/>
              </a:defRPr>
            </a:lvl3pPr>
            <a:lvl4pPr lvl="3" algn="l" rtl="0">
              <a:lnSpc>
                <a:spcPct val="100000"/>
              </a:lnSpc>
              <a:spcBef>
                <a:spcPts val="0"/>
              </a:spcBef>
              <a:spcAft>
                <a:spcPts val="0"/>
              </a:spcAft>
              <a:buClr>
                <a:srgbClr val="FFFFFF"/>
              </a:buClr>
              <a:buSzPts val="3000"/>
              <a:buFont typeface="Outfit"/>
              <a:buNone/>
              <a:defRPr sz="3000" b="1">
                <a:solidFill>
                  <a:srgbClr val="FFFFFF"/>
                </a:solidFill>
                <a:latin typeface="Outfit"/>
                <a:ea typeface="Outfit"/>
                <a:cs typeface="Outfit"/>
                <a:sym typeface="Outfit"/>
              </a:defRPr>
            </a:lvl4pPr>
            <a:lvl5pPr lvl="4" algn="l" rtl="0">
              <a:lnSpc>
                <a:spcPct val="100000"/>
              </a:lnSpc>
              <a:spcBef>
                <a:spcPts val="0"/>
              </a:spcBef>
              <a:spcAft>
                <a:spcPts val="0"/>
              </a:spcAft>
              <a:buClr>
                <a:srgbClr val="FFFFFF"/>
              </a:buClr>
              <a:buSzPts val="3000"/>
              <a:buFont typeface="Outfit"/>
              <a:buNone/>
              <a:defRPr sz="3000" b="1">
                <a:solidFill>
                  <a:srgbClr val="FFFFFF"/>
                </a:solidFill>
                <a:latin typeface="Outfit"/>
                <a:ea typeface="Outfit"/>
                <a:cs typeface="Outfit"/>
                <a:sym typeface="Outfit"/>
              </a:defRPr>
            </a:lvl5pPr>
            <a:lvl6pPr lvl="5" algn="l" rtl="0">
              <a:lnSpc>
                <a:spcPct val="100000"/>
              </a:lnSpc>
              <a:spcBef>
                <a:spcPts val="0"/>
              </a:spcBef>
              <a:spcAft>
                <a:spcPts val="0"/>
              </a:spcAft>
              <a:buClr>
                <a:srgbClr val="FFFFFF"/>
              </a:buClr>
              <a:buSzPts val="3000"/>
              <a:buFont typeface="Outfit"/>
              <a:buNone/>
              <a:defRPr sz="3000" b="1">
                <a:solidFill>
                  <a:srgbClr val="FFFFFF"/>
                </a:solidFill>
                <a:latin typeface="Outfit"/>
                <a:ea typeface="Outfit"/>
                <a:cs typeface="Outfit"/>
                <a:sym typeface="Outfit"/>
              </a:defRPr>
            </a:lvl6pPr>
            <a:lvl7pPr lvl="6" algn="l" rtl="0">
              <a:lnSpc>
                <a:spcPct val="100000"/>
              </a:lnSpc>
              <a:spcBef>
                <a:spcPts val="0"/>
              </a:spcBef>
              <a:spcAft>
                <a:spcPts val="0"/>
              </a:spcAft>
              <a:buClr>
                <a:srgbClr val="FFFFFF"/>
              </a:buClr>
              <a:buSzPts val="3000"/>
              <a:buFont typeface="Outfit"/>
              <a:buNone/>
              <a:defRPr sz="3000" b="1">
                <a:solidFill>
                  <a:srgbClr val="FFFFFF"/>
                </a:solidFill>
                <a:latin typeface="Outfit"/>
                <a:ea typeface="Outfit"/>
                <a:cs typeface="Outfit"/>
                <a:sym typeface="Outfit"/>
              </a:defRPr>
            </a:lvl7pPr>
            <a:lvl8pPr lvl="7" algn="l" rtl="0">
              <a:lnSpc>
                <a:spcPct val="100000"/>
              </a:lnSpc>
              <a:spcBef>
                <a:spcPts val="0"/>
              </a:spcBef>
              <a:spcAft>
                <a:spcPts val="0"/>
              </a:spcAft>
              <a:buClr>
                <a:srgbClr val="FFFFFF"/>
              </a:buClr>
              <a:buSzPts val="3000"/>
              <a:buFont typeface="Outfit"/>
              <a:buNone/>
              <a:defRPr sz="3000" b="1">
                <a:solidFill>
                  <a:srgbClr val="FFFFFF"/>
                </a:solidFill>
                <a:latin typeface="Outfit"/>
                <a:ea typeface="Outfit"/>
                <a:cs typeface="Outfit"/>
                <a:sym typeface="Outfit"/>
              </a:defRPr>
            </a:lvl8pPr>
            <a:lvl9pPr lvl="8" algn="l" rtl="0">
              <a:lnSpc>
                <a:spcPct val="100000"/>
              </a:lnSpc>
              <a:spcBef>
                <a:spcPts val="0"/>
              </a:spcBef>
              <a:spcAft>
                <a:spcPts val="0"/>
              </a:spcAft>
              <a:buClr>
                <a:srgbClr val="FFFFFF"/>
              </a:buClr>
              <a:buSzPts val="3000"/>
              <a:buFont typeface="Outfit"/>
              <a:buNone/>
              <a:defRPr sz="3000" b="1">
                <a:solidFill>
                  <a:srgbClr val="FFFFFF"/>
                </a:solidFill>
                <a:latin typeface="Outfit"/>
                <a:ea typeface="Outfit"/>
                <a:cs typeface="Outfit"/>
                <a:sym typeface="Outfit"/>
              </a:defRPr>
            </a:lvl9pPr>
          </a:lstStyle>
          <a:p>
            <a:endParaRPr/>
          </a:p>
        </p:txBody>
      </p:sp>
      <p:sp>
        <p:nvSpPr>
          <p:cNvPr id="64" name="Google Shape;64;p10"/>
          <p:cNvSpPr txBox="1">
            <a:spLocks noGrp="1"/>
          </p:cNvSpPr>
          <p:nvPr>
            <p:ph type="body" idx="1"/>
          </p:nvPr>
        </p:nvSpPr>
        <p:spPr>
          <a:xfrm>
            <a:off x="3381100" y="310500"/>
            <a:ext cx="5451300" cy="4268700"/>
          </a:xfrm>
          <a:prstGeom prst="rect">
            <a:avLst/>
          </a:prstGeom>
          <a:noFill/>
        </p:spPr>
        <p:txBody>
          <a:bodyPr spcFirstLastPara="1" wrap="square" lIns="0" tIns="0" rIns="0" bIns="0" anchor="t" anchorCtr="0">
            <a:normAutofit/>
          </a:bodyPr>
          <a:lstStyle>
            <a:lvl1pPr marL="457200" lvl="0" indent="-342900" algn="l" rtl="0">
              <a:lnSpc>
                <a:spcPct val="115000"/>
              </a:lnSpc>
              <a:spcBef>
                <a:spcPts val="0"/>
              </a:spcBef>
              <a:spcAft>
                <a:spcPts val="0"/>
              </a:spcAft>
              <a:buClr>
                <a:schemeClr val="dk1"/>
              </a:buClr>
              <a:buSzPts val="1800"/>
              <a:buFont typeface="Outfit"/>
              <a:buChar char="●"/>
              <a:defRPr sz="1800">
                <a:solidFill>
                  <a:schemeClr val="dk1"/>
                </a:solidFill>
                <a:latin typeface="Outfit"/>
                <a:ea typeface="Outfit"/>
                <a:cs typeface="Outfit"/>
                <a:sym typeface="Outfit"/>
              </a:defRPr>
            </a:lvl1pPr>
            <a:lvl2pPr marL="914400" lvl="1" indent="-304800" algn="l" rtl="0">
              <a:lnSpc>
                <a:spcPct val="115000"/>
              </a:lnSpc>
              <a:spcBef>
                <a:spcPts val="0"/>
              </a:spcBef>
              <a:spcAft>
                <a:spcPts val="0"/>
              </a:spcAft>
              <a:buClr>
                <a:schemeClr val="dk1"/>
              </a:buClr>
              <a:buSzPts val="1200"/>
              <a:buFont typeface="Outfit"/>
              <a:buChar char="○"/>
              <a:defRPr sz="1400">
                <a:solidFill>
                  <a:schemeClr val="dk1"/>
                </a:solidFill>
                <a:latin typeface="Outfit"/>
                <a:ea typeface="Outfit"/>
                <a:cs typeface="Outfit"/>
                <a:sym typeface="Outfit"/>
              </a:defRPr>
            </a:lvl2pPr>
            <a:lvl3pPr marL="1371600" lvl="2" indent="-304800" algn="l" rtl="0">
              <a:lnSpc>
                <a:spcPct val="115000"/>
              </a:lnSpc>
              <a:spcBef>
                <a:spcPts val="0"/>
              </a:spcBef>
              <a:spcAft>
                <a:spcPts val="0"/>
              </a:spcAft>
              <a:buClr>
                <a:schemeClr val="dk1"/>
              </a:buClr>
              <a:buSzPts val="1200"/>
              <a:buFont typeface="Outfit"/>
              <a:buChar char="■"/>
              <a:defRPr sz="1400">
                <a:solidFill>
                  <a:schemeClr val="dk1"/>
                </a:solidFill>
                <a:latin typeface="Outfit"/>
                <a:ea typeface="Outfit"/>
                <a:cs typeface="Outfit"/>
                <a:sym typeface="Outfit"/>
              </a:defRPr>
            </a:lvl3pPr>
            <a:lvl4pPr marL="1828800" lvl="3" indent="-304800" algn="l" rtl="0">
              <a:lnSpc>
                <a:spcPct val="115000"/>
              </a:lnSpc>
              <a:spcBef>
                <a:spcPts val="0"/>
              </a:spcBef>
              <a:spcAft>
                <a:spcPts val="0"/>
              </a:spcAft>
              <a:buClr>
                <a:schemeClr val="dk1"/>
              </a:buClr>
              <a:buSzPts val="1200"/>
              <a:buFont typeface="Outfit"/>
              <a:buChar char="●"/>
              <a:defRPr sz="1400">
                <a:solidFill>
                  <a:schemeClr val="dk1"/>
                </a:solidFill>
                <a:latin typeface="Outfit"/>
                <a:ea typeface="Outfit"/>
                <a:cs typeface="Outfit"/>
                <a:sym typeface="Outfit"/>
              </a:defRPr>
            </a:lvl4pPr>
            <a:lvl5pPr marL="2286000" lvl="4" indent="-304800" algn="l" rtl="0">
              <a:lnSpc>
                <a:spcPct val="115000"/>
              </a:lnSpc>
              <a:spcBef>
                <a:spcPts val="0"/>
              </a:spcBef>
              <a:spcAft>
                <a:spcPts val="0"/>
              </a:spcAft>
              <a:buClr>
                <a:schemeClr val="dk1"/>
              </a:buClr>
              <a:buSzPts val="1200"/>
              <a:buFont typeface="Outfit"/>
              <a:buChar char="○"/>
              <a:defRPr sz="1400">
                <a:solidFill>
                  <a:schemeClr val="dk1"/>
                </a:solidFill>
                <a:latin typeface="Outfit"/>
                <a:ea typeface="Outfit"/>
                <a:cs typeface="Outfit"/>
                <a:sym typeface="Outfit"/>
              </a:defRPr>
            </a:lvl5pPr>
            <a:lvl6pPr marL="2743200" lvl="5" indent="-304800" algn="l" rtl="0">
              <a:lnSpc>
                <a:spcPct val="115000"/>
              </a:lnSpc>
              <a:spcBef>
                <a:spcPts val="0"/>
              </a:spcBef>
              <a:spcAft>
                <a:spcPts val="0"/>
              </a:spcAft>
              <a:buClr>
                <a:schemeClr val="dk1"/>
              </a:buClr>
              <a:buSzPts val="1200"/>
              <a:buFont typeface="Outfit"/>
              <a:buChar char="■"/>
              <a:defRPr sz="1400">
                <a:solidFill>
                  <a:schemeClr val="dk1"/>
                </a:solidFill>
                <a:latin typeface="Outfit"/>
                <a:ea typeface="Outfit"/>
                <a:cs typeface="Outfit"/>
                <a:sym typeface="Outfit"/>
              </a:defRPr>
            </a:lvl6pPr>
            <a:lvl7pPr marL="3200400" lvl="6" indent="-304800" algn="l" rtl="0">
              <a:lnSpc>
                <a:spcPct val="115000"/>
              </a:lnSpc>
              <a:spcBef>
                <a:spcPts val="0"/>
              </a:spcBef>
              <a:spcAft>
                <a:spcPts val="0"/>
              </a:spcAft>
              <a:buClr>
                <a:schemeClr val="dk1"/>
              </a:buClr>
              <a:buSzPts val="1200"/>
              <a:buFont typeface="Outfit"/>
              <a:buChar char="●"/>
              <a:defRPr sz="1400">
                <a:solidFill>
                  <a:schemeClr val="dk1"/>
                </a:solidFill>
                <a:latin typeface="Outfit"/>
                <a:ea typeface="Outfit"/>
                <a:cs typeface="Outfit"/>
                <a:sym typeface="Outfit"/>
              </a:defRPr>
            </a:lvl7pPr>
            <a:lvl8pPr marL="3657600" lvl="7" indent="-304800" algn="l" rtl="0">
              <a:lnSpc>
                <a:spcPct val="115000"/>
              </a:lnSpc>
              <a:spcBef>
                <a:spcPts val="0"/>
              </a:spcBef>
              <a:spcAft>
                <a:spcPts val="0"/>
              </a:spcAft>
              <a:buClr>
                <a:schemeClr val="dk1"/>
              </a:buClr>
              <a:buSzPts val="1200"/>
              <a:buFont typeface="Outfit"/>
              <a:buChar char="○"/>
              <a:defRPr sz="1400">
                <a:solidFill>
                  <a:schemeClr val="dk1"/>
                </a:solidFill>
                <a:latin typeface="Outfit"/>
                <a:ea typeface="Outfit"/>
                <a:cs typeface="Outfit"/>
                <a:sym typeface="Outfit"/>
              </a:defRPr>
            </a:lvl8pPr>
            <a:lvl9pPr marL="4114800" lvl="8" indent="-304800" algn="l" rtl="0">
              <a:lnSpc>
                <a:spcPct val="115000"/>
              </a:lnSpc>
              <a:spcBef>
                <a:spcPts val="0"/>
              </a:spcBef>
              <a:spcAft>
                <a:spcPts val="0"/>
              </a:spcAft>
              <a:buClr>
                <a:schemeClr val="dk1"/>
              </a:buClr>
              <a:buSzPts val="1200"/>
              <a:buFont typeface="Outfit"/>
              <a:buChar char="■"/>
              <a:defRPr sz="1400">
                <a:solidFill>
                  <a:schemeClr val="dk1"/>
                </a:solidFill>
                <a:latin typeface="Outfit"/>
                <a:ea typeface="Outfit"/>
                <a:cs typeface="Outfit"/>
                <a:sym typeface="Outfit"/>
              </a:defRPr>
            </a:lvl9pPr>
          </a:lstStyle>
          <a:p>
            <a:endParaRPr/>
          </a:p>
        </p:txBody>
      </p:sp>
      <p:sp>
        <p:nvSpPr>
          <p:cNvPr id="65" name="Google Shape;65;p10"/>
          <p:cNvSpPr txBox="1">
            <a:spLocks noGrp="1"/>
          </p:cNvSpPr>
          <p:nvPr>
            <p:ph type="body" idx="2"/>
          </p:nvPr>
        </p:nvSpPr>
        <p:spPr>
          <a:xfrm>
            <a:off x="3381094" y="4744351"/>
            <a:ext cx="5041200" cy="393600"/>
          </a:xfrm>
          <a:prstGeom prst="rect">
            <a:avLst/>
          </a:prstGeom>
        </p:spPr>
        <p:txBody>
          <a:bodyPr spcFirstLastPara="1" wrap="square" lIns="0" tIns="0" rIns="0" bIns="172800" anchor="b" anchorCtr="0">
            <a:noAutofit/>
          </a:bodyPr>
          <a:lstStyle>
            <a:lvl1pPr marL="457200" lvl="0" indent="-279400" rtl="0">
              <a:lnSpc>
                <a:spcPct val="100000"/>
              </a:lnSpc>
              <a:spcBef>
                <a:spcPts val="0"/>
              </a:spcBef>
              <a:spcAft>
                <a:spcPts val="0"/>
              </a:spcAft>
              <a:buClr>
                <a:schemeClr val="lt2"/>
              </a:buClr>
              <a:buSzPts val="800"/>
              <a:buChar char="➔"/>
              <a:defRPr sz="800">
                <a:solidFill>
                  <a:schemeClr val="lt2"/>
                </a:solidFill>
                <a:latin typeface="Outfit"/>
                <a:ea typeface="Outfit"/>
                <a:cs typeface="Outfit"/>
                <a:sym typeface="Outfit"/>
              </a:defRPr>
            </a:lvl1pPr>
            <a:lvl2pPr marL="914400" lvl="1" indent="-279400" rtl="0">
              <a:lnSpc>
                <a:spcPct val="100000"/>
              </a:lnSpc>
              <a:spcBef>
                <a:spcPts val="400"/>
              </a:spcBef>
              <a:spcAft>
                <a:spcPts val="0"/>
              </a:spcAft>
              <a:buClr>
                <a:schemeClr val="lt2"/>
              </a:buClr>
              <a:buSzPts val="800"/>
              <a:buChar char="◆"/>
              <a:defRPr sz="800">
                <a:solidFill>
                  <a:schemeClr val="lt2"/>
                </a:solidFill>
                <a:latin typeface="Outfit"/>
                <a:ea typeface="Outfit"/>
                <a:cs typeface="Outfit"/>
                <a:sym typeface="Outfit"/>
              </a:defRPr>
            </a:lvl2pPr>
            <a:lvl3pPr marL="1371600" lvl="2" indent="-279400" rtl="0">
              <a:lnSpc>
                <a:spcPct val="100000"/>
              </a:lnSpc>
              <a:spcBef>
                <a:spcPts val="400"/>
              </a:spcBef>
              <a:spcAft>
                <a:spcPts val="0"/>
              </a:spcAft>
              <a:buClr>
                <a:schemeClr val="lt2"/>
              </a:buClr>
              <a:buSzPts val="800"/>
              <a:buChar char="●"/>
              <a:defRPr sz="800">
                <a:solidFill>
                  <a:schemeClr val="lt2"/>
                </a:solidFill>
                <a:latin typeface="Outfit"/>
                <a:ea typeface="Outfit"/>
                <a:cs typeface="Outfit"/>
                <a:sym typeface="Outfit"/>
              </a:defRPr>
            </a:lvl3pPr>
            <a:lvl4pPr marL="1828800" lvl="3" indent="-279400" rtl="0">
              <a:lnSpc>
                <a:spcPct val="100000"/>
              </a:lnSpc>
              <a:spcBef>
                <a:spcPts val="400"/>
              </a:spcBef>
              <a:spcAft>
                <a:spcPts val="0"/>
              </a:spcAft>
              <a:buClr>
                <a:schemeClr val="lt2"/>
              </a:buClr>
              <a:buSzPts val="800"/>
              <a:buChar char="○"/>
              <a:defRPr sz="800">
                <a:solidFill>
                  <a:schemeClr val="lt2"/>
                </a:solidFill>
                <a:latin typeface="Outfit"/>
                <a:ea typeface="Outfit"/>
                <a:cs typeface="Outfit"/>
                <a:sym typeface="Outfit"/>
              </a:defRPr>
            </a:lvl4pPr>
            <a:lvl5pPr marL="2286000" lvl="4" indent="-279400" rtl="0">
              <a:lnSpc>
                <a:spcPct val="100000"/>
              </a:lnSpc>
              <a:spcBef>
                <a:spcPts val="400"/>
              </a:spcBef>
              <a:spcAft>
                <a:spcPts val="0"/>
              </a:spcAft>
              <a:buClr>
                <a:schemeClr val="lt2"/>
              </a:buClr>
              <a:buSzPts val="800"/>
              <a:buChar char="◆"/>
              <a:defRPr sz="800">
                <a:solidFill>
                  <a:schemeClr val="lt2"/>
                </a:solidFill>
                <a:latin typeface="Outfit"/>
                <a:ea typeface="Outfit"/>
                <a:cs typeface="Outfit"/>
                <a:sym typeface="Outfit"/>
              </a:defRPr>
            </a:lvl5pPr>
            <a:lvl6pPr marL="2743200" lvl="5" indent="-279400" rtl="0">
              <a:lnSpc>
                <a:spcPct val="100000"/>
              </a:lnSpc>
              <a:spcBef>
                <a:spcPts val="400"/>
              </a:spcBef>
              <a:spcAft>
                <a:spcPts val="0"/>
              </a:spcAft>
              <a:buClr>
                <a:schemeClr val="lt2"/>
              </a:buClr>
              <a:buSzPts val="800"/>
              <a:buChar char="●"/>
              <a:defRPr sz="800">
                <a:solidFill>
                  <a:schemeClr val="lt2"/>
                </a:solidFill>
                <a:latin typeface="Outfit"/>
                <a:ea typeface="Outfit"/>
                <a:cs typeface="Outfit"/>
                <a:sym typeface="Outfit"/>
              </a:defRPr>
            </a:lvl6pPr>
            <a:lvl7pPr marL="3200400" lvl="6" indent="-279400" rtl="0">
              <a:lnSpc>
                <a:spcPct val="100000"/>
              </a:lnSpc>
              <a:spcBef>
                <a:spcPts val="400"/>
              </a:spcBef>
              <a:spcAft>
                <a:spcPts val="0"/>
              </a:spcAft>
              <a:buClr>
                <a:schemeClr val="lt2"/>
              </a:buClr>
              <a:buSzPts val="800"/>
              <a:buChar char="○"/>
              <a:defRPr sz="800">
                <a:solidFill>
                  <a:schemeClr val="lt2"/>
                </a:solidFill>
                <a:latin typeface="Outfit"/>
                <a:ea typeface="Outfit"/>
                <a:cs typeface="Outfit"/>
                <a:sym typeface="Outfit"/>
              </a:defRPr>
            </a:lvl7pPr>
            <a:lvl8pPr marL="3657600" lvl="7" indent="-279400" rtl="0">
              <a:lnSpc>
                <a:spcPct val="100000"/>
              </a:lnSpc>
              <a:spcBef>
                <a:spcPts val="400"/>
              </a:spcBef>
              <a:spcAft>
                <a:spcPts val="0"/>
              </a:spcAft>
              <a:buClr>
                <a:schemeClr val="lt2"/>
              </a:buClr>
              <a:buSzPts val="800"/>
              <a:buChar char="◆"/>
              <a:defRPr sz="800">
                <a:solidFill>
                  <a:schemeClr val="lt2"/>
                </a:solidFill>
                <a:latin typeface="Outfit"/>
                <a:ea typeface="Outfit"/>
                <a:cs typeface="Outfit"/>
                <a:sym typeface="Outfit"/>
              </a:defRPr>
            </a:lvl8pPr>
            <a:lvl9pPr marL="4114800" lvl="8" indent="-279400" rtl="0">
              <a:lnSpc>
                <a:spcPct val="100000"/>
              </a:lnSpc>
              <a:spcBef>
                <a:spcPts val="400"/>
              </a:spcBef>
              <a:spcAft>
                <a:spcPts val="400"/>
              </a:spcAft>
              <a:buClr>
                <a:schemeClr val="lt2"/>
              </a:buClr>
              <a:buSzPts val="800"/>
              <a:buChar char="●"/>
              <a:defRPr sz="800">
                <a:solidFill>
                  <a:schemeClr val="lt2"/>
                </a:solidFill>
                <a:latin typeface="Outfit"/>
                <a:ea typeface="Outfit"/>
                <a:cs typeface="Outfit"/>
                <a:sym typeface="Outfit"/>
              </a:defRPr>
            </a:lvl9pPr>
          </a:lstStyle>
          <a:p>
            <a:endParaRPr/>
          </a:p>
        </p:txBody>
      </p:sp>
      <p:sp>
        <p:nvSpPr>
          <p:cNvPr id="66" name="Google Shape;66;p10"/>
          <p:cNvSpPr txBox="1">
            <a:spLocks noGrp="1"/>
          </p:cNvSpPr>
          <p:nvPr>
            <p:ph type="sldNum" idx="12"/>
          </p:nvPr>
        </p:nvSpPr>
        <p:spPr>
          <a:xfrm>
            <a:off x="8469004" y="4833225"/>
            <a:ext cx="675000" cy="310500"/>
          </a:xfrm>
          <a:prstGeom prst="rect">
            <a:avLst/>
          </a:prstGeom>
        </p:spPr>
        <p:txBody>
          <a:bodyPr spcFirstLastPara="1" wrap="square" lIns="0" tIns="0" rIns="310500" bIns="172800" anchor="b" anchorCtr="0">
            <a:noAutofit/>
          </a:bodyPr>
          <a:lstStyle>
            <a:lvl1pPr lvl="0" algn="r" rtl="0">
              <a:buNone/>
              <a:defRPr sz="800" b="1">
                <a:solidFill>
                  <a:schemeClr val="dk1"/>
                </a:solidFill>
                <a:latin typeface="Outfit"/>
                <a:ea typeface="Outfit"/>
                <a:cs typeface="Outfit"/>
                <a:sym typeface="Outfit"/>
              </a:defRPr>
            </a:lvl1pPr>
            <a:lvl2pPr lvl="1" algn="r" rtl="0">
              <a:buNone/>
              <a:defRPr sz="800" b="1">
                <a:solidFill>
                  <a:schemeClr val="dk1"/>
                </a:solidFill>
                <a:latin typeface="Outfit"/>
                <a:ea typeface="Outfit"/>
                <a:cs typeface="Outfit"/>
                <a:sym typeface="Outfit"/>
              </a:defRPr>
            </a:lvl2pPr>
            <a:lvl3pPr lvl="2" algn="r" rtl="0">
              <a:buNone/>
              <a:defRPr sz="800" b="1">
                <a:solidFill>
                  <a:schemeClr val="dk1"/>
                </a:solidFill>
                <a:latin typeface="Outfit"/>
                <a:ea typeface="Outfit"/>
                <a:cs typeface="Outfit"/>
                <a:sym typeface="Outfit"/>
              </a:defRPr>
            </a:lvl3pPr>
            <a:lvl4pPr lvl="3" algn="r" rtl="0">
              <a:buNone/>
              <a:defRPr sz="800" b="1">
                <a:solidFill>
                  <a:schemeClr val="dk1"/>
                </a:solidFill>
                <a:latin typeface="Outfit"/>
                <a:ea typeface="Outfit"/>
                <a:cs typeface="Outfit"/>
                <a:sym typeface="Outfit"/>
              </a:defRPr>
            </a:lvl4pPr>
            <a:lvl5pPr lvl="4" algn="r" rtl="0">
              <a:buNone/>
              <a:defRPr sz="800" b="1">
                <a:solidFill>
                  <a:schemeClr val="dk1"/>
                </a:solidFill>
                <a:latin typeface="Outfit"/>
                <a:ea typeface="Outfit"/>
                <a:cs typeface="Outfit"/>
                <a:sym typeface="Outfit"/>
              </a:defRPr>
            </a:lvl5pPr>
            <a:lvl6pPr lvl="5" algn="r" rtl="0">
              <a:buNone/>
              <a:defRPr sz="800" b="1">
                <a:solidFill>
                  <a:schemeClr val="dk1"/>
                </a:solidFill>
                <a:latin typeface="Outfit"/>
                <a:ea typeface="Outfit"/>
                <a:cs typeface="Outfit"/>
                <a:sym typeface="Outfit"/>
              </a:defRPr>
            </a:lvl6pPr>
            <a:lvl7pPr lvl="6" algn="r" rtl="0">
              <a:buNone/>
              <a:defRPr sz="800" b="1">
                <a:solidFill>
                  <a:schemeClr val="dk1"/>
                </a:solidFill>
                <a:latin typeface="Outfit"/>
                <a:ea typeface="Outfit"/>
                <a:cs typeface="Outfit"/>
                <a:sym typeface="Outfit"/>
              </a:defRPr>
            </a:lvl7pPr>
            <a:lvl8pPr lvl="7" algn="r" rtl="0">
              <a:buNone/>
              <a:defRPr sz="800" b="1">
                <a:solidFill>
                  <a:schemeClr val="dk1"/>
                </a:solidFill>
                <a:latin typeface="Outfit"/>
                <a:ea typeface="Outfit"/>
                <a:cs typeface="Outfit"/>
                <a:sym typeface="Outfit"/>
              </a:defRPr>
            </a:lvl8pPr>
            <a:lvl9pPr lvl="8" algn="r" rtl="0">
              <a:buNone/>
              <a:defRPr sz="800" b="1">
                <a:solidFill>
                  <a:schemeClr val="dk1"/>
                </a:solidFill>
                <a:latin typeface="Outfit"/>
                <a:ea typeface="Outfit"/>
                <a:cs typeface="Outfit"/>
                <a:sym typeface="Outfit"/>
              </a:defRPr>
            </a:lvl9pPr>
          </a:lstStyle>
          <a:p>
            <a:pPr marL="0" lvl="0" indent="0" algn="r" rtl="0">
              <a:spcBef>
                <a:spcPts val="0"/>
              </a:spcBef>
              <a:spcAft>
                <a:spcPts val="0"/>
              </a:spcAft>
              <a:buNone/>
            </a:pPr>
            <a:fld id="{00000000-1234-1234-1234-123412341234}" type="slidenum">
              <a:rPr lang="fr"/>
              <a:t>‹N°›</a:t>
            </a:fld>
            <a:endParaRPr/>
          </a:p>
        </p:txBody>
      </p:sp>
      <p:sp>
        <p:nvSpPr>
          <p:cNvPr id="67" name="Google Shape;67;p10"/>
          <p:cNvSpPr/>
          <p:nvPr/>
        </p:nvSpPr>
        <p:spPr>
          <a:xfrm rot="2700000">
            <a:off x="7578969" y="284245"/>
            <a:ext cx="2205325" cy="456084"/>
          </a:xfrm>
          <a:prstGeom prst="rect">
            <a:avLst/>
          </a:prstGeom>
          <a:solidFill>
            <a:schemeClr val="dk2"/>
          </a:solidFill>
          <a:ln>
            <a:noFill/>
          </a:ln>
        </p:spPr>
        <p:txBody>
          <a:bodyPr spcFirstLastPara="1" wrap="square" lIns="68575" tIns="68575" rIns="68575" bIns="68575" anchor="ctr" anchorCtr="0">
            <a:noAutofit/>
          </a:bodyPr>
          <a:lstStyle/>
          <a:p>
            <a:pPr marL="0" lvl="0" indent="0" algn="ctr" rtl="0">
              <a:spcBef>
                <a:spcPts val="0"/>
              </a:spcBef>
              <a:spcAft>
                <a:spcPts val="0"/>
              </a:spcAft>
              <a:buNone/>
            </a:pPr>
            <a:r>
              <a:rPr lang="fr" sz="2100" b="1">
                <a:solidFill>
                  <a:srgbClr val="FFFFFF"/>
                </a:solidFill>
              </a:rPr>
              <a:t>OLD</a:t>
            </a:r>
            <a:endParaRPr sz="2100" b="1">
              <a:solidFill>
                <a:srgbClr val="FFFFFF"/>
              </a:solidFill>
              <a:latin typeface="Outfit"/>
              <a:ea typeface="Outfit"/>
              <a:cs typeface="Outfit"/>
              <a:sym typeface="Outfit"/>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Caption">
  <p:cSld name="CAPTION_ONLY">
    <p:bg>
      <p:bgPr>
        <a:solidFill>
          <a:srgbClr val="FFFFFF"/>
        </a:solidFill>
        <a:effectLst/>
      </p:bgPr>
    </p:bg>
    <p:spTree>
      <p:nvGrpSpPr>
        <p:cNvPr id="1" name="Shape 68"/>
        <p:cNvGrpSpPr/>
        <p:nvPr/>
      </p:nvGrpSpPr>
      <p:grpSpPr>
        <a:xfrm>
          <a:off x="0" y="0"/>
          <a:ext cx="0" cy="0"/>
          <a:chOff x="0" y="0"/>
          <a:chExt cx="0" cy="0"/>
        </a:xfrm>
      </p:grpSpPr>
      <p:sp>
        <p:nvSpPr>
          <p:cNvPr id="69" name="Google Shape;69;p11"/>
          <p:cNvSpPr txBox="1">
            <a:spLocks noGrp="1"/>
          </p:cNvSpPr>
          <p:nvPr>
            <p:ph type="body" idx="1"/>
          </p:nvPr>
        </p:nvSpPr>
        <p:spPr>
          <a:xfrm>
            <a:off x="310050" y="3692433"/>
            <a:ext cx="8523900" cy="1451100"/>
          </a:xfrm>
          <a:prstGeom prst="rect">
            <a:avLst/>
          </a:prstGeom>
        </p:spPr>
        <p:txBody>
          <a:bodyPr spcFirstLastPara="1" wrap="square" lIns="172800" tIns="0" rIns="172800" bIns="172800" anchor="ctr" anchorCtr="0">
            <a:normAutofit/>
          </a:bodyPr>
          <a:lstStyle>
            <a:lvl1pPr marL="457200" lvl="0" indent="-228600" algn="ctr" rtl="0">
              <a:lnSpc>
                <a:spcPct val="100000"/>
              </a:lnSpc>
              <a:spcBef>
                <a:spcPts val="0"/>
              </a:spcBef>
              <a:spcAft>
                <a:spcPts val="0"/>
              </a:spcAft>
              <a:buClr>
                <a:schemeClr val="lt2"/>
              </a:buClr>
              <a:buSzPts val="1100"/>
              <a:buFont typeface="Outfit"/>
              <a:buNone/>
              <a:defRPr sz="1100">
                <a:solidFill>
                  <a:schemeClr val="lt2"/>
                </a:solidFill>
                <a:latin typeface="Outfit"/>
                <a:ea typeface="Outfit"/>
                <a:cs typeface="Outfit"/>
                <a:sym typeface="Outfit"/>
              </a:defRPr>
            </a:lvl1pPr>
          </a:lstStyle>
          <a:p>
            <a:endParaRPr/>
          </a:p>
        </p:txBody>
      </p:sp>
      <p:sp>
        <p:nvSpPr>
          <p:cNvPr id="70" name="Google Shape;70;p11"/>
          <p:cNvSpPr txBox="1">
            <a:spLocks noGrp="1"/>
          </p:cNvSpPr>
          <p:nvPr>
            <p:ph type="title"/>
          </p:nvPr>
        </p:nvSpPr>
        <p:spPr>
          <a:xfrm>
            <a:off x="310050" y="310500"/>
            <a:ext cx="8523900" cy="369900"/>
          </a:xfrm>
          <a:prstGeom prst="rect">
            <a:avLst/>
          </a:prstGeom>
        </p:spPr>
        <p:txBody>
          <a:bodyPr spcFirstLastPara="1" wrap="square" lIns="0" tIns="0" rIns="0" bIns="0" anchor="t" anchorCtr="0">
            <a:spAutoFit/>
          </a:bodyPr>
          <a:lstStyle>
            <a:lvl1pPr lvl="0" algn="ctr" rtl="0">
              <a:spcBef>
                <a:spcPts val="0"/>
              </a:spcBef>
              <a:spcAft>
                <a:spcPts val="0"/>
              </a:spcAft>
              <a:buClr>
                <a:schemeClr val="dk1"/>
              </a:buClr>
              <a:buSzPts val="2100"/>
              <a:buFont typeface="Outfit"/>
              <a:buNone/>
              <a:defRPr sz="2100">
                <a:solidFill>
                  <a:schemeClr val="dk1"/>
                </a:solidFill>
                <a:latin typeface="Outfit"/>
                <a:ea typeface="Outfit"/>
                <a:cs typeface="Outfit"/>
                <a:sym typeface="Outfit"/>
              </a:defRPr>
            </a:lvl1pPr>
            <a:lvl2pPr lvl="1" algn="ctr" rtl="0">
              <a:spcBef>
                <a:spcPts val="0"/>
              </a:spcBef>
              <a:spcAft>
                <a:spcPts val="0"/>
              </a:spcAft>
              <a:buClr>
                <a:schemeClr val="dk1"/>
              </a:buClr>
              <a:buSzPts val="2600"/>
              <a:buNone/>
              <a:defRPr sz="2600">
                <a:solidFill>
                  <a:schemeClr val="dk1"/>
                </a:solidFill>
              </a:defRPr>
            </a:lvl2pPr>
            <a:lvl3pPr lvl="2" algn="ctr" rtl="0">
              <a:spcBef>
                <a:spcPts val="0"/>
              </a:spcBef>
              <a:spcAft>
                <a:spcPts val="0"/>
              </a:spcAft>
              <a:buClr>
                <a:schemeClr val="dk1"/>
              </a:buClr>
              <a:buSzPts val="2600"/>
              <a:buNone/>
              <a:defRPr sz="2600">
                <a:solidFill>
                  <a:schemeClr val="dk1"/>
                </a:solidFill>
              </a:defRPr>
            </a:lvl3pPr>
            <a:lvl4pPr lvl="3" algn="ctr" rtl="0">
              <a:spcBef>
                <a:spcPts val="0"/>
              </a:spcBef>
              <a:spcAft>
                <a:spcPts val="0"/>
              </a:spcAft>
              <a:buClr>
                <a:schemeClr val="dk1"/>
              </a:buClr>
              <a:buSzPts val="2600"/>
              <a:buNone/>
              <a:defRPr sz="2600">
                <a:solidFill>
                  <a:schemeClr val="dk1"/>
                </a:solidFill>
              </a:defRPr>
            </a:lvl4pPr>
            <a:lvl5pPr lvl="4" algn="ctr" rtl="0">
              <a:spcBef>
                <a:spcPts val="0"/>
              </a:spcBef>
              <a:spcAft>
                <a:spcPts val="0"/>
              </a:spcAft>
              <a:buClr>
                <a:schemeClr val="dk1"/>
              </a:buClr>
              <a:buSzPts val="2600"/>
              <a:buNone/>
              <a:defRPr sz="2600">
                <a:solidFill>
                  <a:schemeClr val="dk1"/>
                </a:solidFill>
              </a:defRPr>
            </a:lvl5pPr>
            <a:lvl6pPr lvl="5" algn="ctr" rtl="0">
              <a:spcBef>
                <a:spcPts val="0"/>
              </a:spcBef>
              <a:spcAft>
                <a:spcPts val="0"/>
              </a:spcAft>
              <a:buClr>
                <a:schemeClr val="dk1"/>
              </a:buClr>
              <a:buSzPts val="2600"/>
              <a:buNone/>
              <a:defRPr sz="2600">
                <a:solidFill>
                  <a:schemeClr val="dk1"/>
                </a:solidFill>
              </a:defRPr>
            </a:lvl6pPr>
            <a:lvl7pPr lvl="6" algn="ctr" rtl="0">
              <a:spcBef>
                <a:spcPts val="0"/>
              </a:spcBef>
              <a:spcAft>
                <a:spcPts val="0"/>
              </a:spcAft>
              <a:buClr>
                <a:schemeClr val="dk1"/>
              </a:buClr>
              <a:buSzPts val="2600"/>
              <a:buNone/>
              <a:defRPr sz="2600">
                <a:solidFill>
                  <a:schemeClr val="dk1"/>
                </a:solidFill>
              </a:defRPr>
            </a:lvl7pPr>
            <a:lvl8pPr lvl="7" algn="ctr" rtl="0">
              <a:spcBef>
                <a:spcPts val="0"/>
              </a:spcBef>
              <a:spcAft>
                <a:spcPts val="0"/>
              </a:spcAft>
              <a:buClr>
                <a:schemeClr val="dk1"/>
              </a:buClr>
              <a:buSzPts val="2600"/>
              <a:buNone/>
              <a:defRPr sz="2600">
                <a:solidFill>
                  <a:schemeClr val="dk1"/>
                </a:solidFill>
              </a:defRPr>
            </a:lvl8pPr>
            <a:lvl9pPr lvl="8" algn="ctr" rtl="0">
              <a:spcBef>
                <a:spcPts val="0"/>
              </a:spcBef>
              <a:spcAft>
                <a:spcPts val="0"/>
              </a:spcAft>
              <a:buClr>
                <a:schemeClr val="dk1"/>
              </a:buClr>
              <a:buSzPts val="2600"/>
              <a:buNone/>
              <a:defRPr sz="2600">
                <a:solidFill>
                  <a:schemeClr val="dk1"/>
                </a:solidFill>
              </a:defRPr>
            </a:lvl9pPr>
          </a:lstStyle>
          <a:p>
            <a:endParaRPr/>
          </a:p>
        </p:txBody>
      </p:sp>
      <p:sp>
        <p:nvSpPr>
          <p:cNvPr id="71" name="Google Shape;71;p11"/>
          <p:cNvSpPr txBox="1">
            <a:spLocks noGrp="1"/>
          </p:cNvSpPr>
          <p:nvPr>
            <p:ph type="sldNum" idx="12"/>
          </p:nvPr>
        </p:nvSpPr>
        <p:spPr>
          <a:xfrm>
            <a:off x="8469004" y="4833225"/>
            <a:ext cx="675000" cy="310500"/>
          </a:xfrm>
          <a:prstGeom prst="rect">
            <a:avLst/>
          </a:prstGeom>
        </p:spPr>
        <p:txBody>
          <a:bodyPr spcFirstLastPara="1" wrap="square" lIns="135000" tIns="135000" rIns="310500" bIns="172800" anchor="b" anchorCtr="0">
            <a:noAutofit/>
          </a:bodyPr>
          <a:lstStyle>
            <a:lvl1pPr lvl="0" rtl="0">
              <a:buNone/>
              <a:defRPr>
                <a:solidFill>
                  <a:schemeClr val="dk1"/>
                </a:solidFill>
              </a:defRPr>
            </a:lvl1pPr>
            <a:lvl2pPr lvl="1" rtl="0">
              <a:buNone/>
              <a:defRPr>
                <a:solidFill>
                  <a:schemeClr val="dk1"/>
                </a:solidFill>
              </a:defRPr>
            </a:lvl2pPr>
            <a:lvl3pPr lvl="2" rtl="0">
              <a:buNone/>
              <a:defRPr>
                <a:solidFill>
                  <a:schemeClr val="dk1"/>
                </a:solidFill>
              </a:defRPr>
            </a:lvl3pPr>
            <a:lvl4pPr lvl="3" rtl="0">
              <a:buNone/>
              <a:defRPr>
                <a:solidFill>
                  <a:schemeClr val="dk1"/>
                </a:solidFill>
              </a:defRPr>
            </a:lvl4pPr>
            <a:lvl5pPr lvl="4" rtl="0">
              <a:buNone/>
              <a:defRPr>
                <a:solidFill>
                  <a:schemeClr val="dk1"/>
                </a:solidFill>
              </a:defRPr>
            </a:lvl5pPr>
            <a:lvl6pPr lvl="5" rtl="0">
              <a:buNone/>
              <a:defRPr>
                <a:solidFill>
                  <a:schemeClr val="dk1"/>
                </a:solidFill>
              </a:defRPr>
            </a:lvl6pPr>
            <a:lvl7pPr lvl="6" rtl="0">
              <a:buNone/>
              <a:defRPr>
                <a:solidFill>
                  <a:schemeClr val="dk1"/>
                </a:solidFill>
              </a:defRPr>
            </a:lvl7pPr>
            <a:lvl8pPr lvl="7" rtl="0">
              <a:buNone/>
              <a:defRPr>
                <a:solidFill>
                  <a:schemeClr val="dk1"/>
                </a:solidFill>
              </a:defRPr>
            </a:lvl8pPr>
            <a:lvl9pPr lvl="8" rtl="0">
              <a:buNone/>
              <a:defRPr>
                <a:solidFill>
                  <a:schemeClr val="dk1"/>
                </a:solidFill>
              </a:defRPr>
            </a:lvl9pPr>
          </a:lstStyle>
          <a:p>
            <a:pPr marL="0" lvl="0" indent="0" algn="r" rtl="0">
              <a:spcBef>
                <a:spcPts val="0"/>
              </a:spcBef>
              <a:spcAft>
                <a:spcPts val="0"/>
              </a:spcAft>
              <a:buNone/>
            </a:pPr>
            <a:fld id="{00000000-1234-1234-1234-123412341234}" type="slidenum">
              <a:rPr lang="fr"/>
              <a:t>‹N°›</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ig number">
  <p:cSld name="BIG_NUMBER">
    <p:bg>
      <p:bgPr>
        <a:solidFill>
          <a:srgbClr val="0E2356"/>
        </a:solidFill>
        <a:effectLst/>
      </p:bgPr>
    </p:bg>
    <p:spTree>
      <p:nvGrpSpPr>
        <p:cNvPr id="1" name="Shape 72"/>
        <p:cNvGrpSpPr/>
        <p:nvPr/>
      </p:nvGrpSpPr>
      <p:grpSpPr>
        <a:xfrm>
          <a:off x="0" y="0"/>
          <a:ext cx="0" cy="0"/>
          <a:chOff x="0" y="0"/>
          <a:chExt cx="0" cy="0"/>
        </a:xfrm>
      </p:grpSpPr>
      <p:grpSp>
        <p:nvGrpSpPr>
          <p:cNvPr id="73" name="Google Shape;73;p12"/>
          <p:cNvGrpSpPr/>
          <p:nvPr/>
        </p:nvGrpSpPr>
        <p:grpSpPr>
          <a:xfrm>
            <a:off x="830392" y="4169130"/>
            <a:ext cx="745763" cy="45826"/>
            <a:chOff x="4580561" y="2589004"/>
            <a:chExt cx="1064464" cy="25200"/>
          </a:xfrm>
        </p:grpSpPr>
        <p:sp>
          <p:nvSpPr>
            <p:cNvPr id="74" name="Google Shape;74;p12"/>
            <p:cNvSpPr/>
            <p:nvPr/>
          </p:nvSpPr>
          <p:spPr>
            <a:xfrm rot="-5400000">
              <a:off x="5366325" y="2335504"/>
              <a:ext cx="25200" cy="532200"/>
            </a:xfrm>
            <a:prstGeom prst="rect">
              <a:avLst/>
            </a:pr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 name="Google Shape;75;p12"/>
            <p:cNvSpPr/>
            <p:nvPr/>
          </p:nvSpPr>
          <p:spPr>
            <a:xfrm rot="-5400000">
              <a:off x="4836311" y="2333254"/>
              <a:ext cx="25200" cy="536700"/>
            </a:xfrm>
            <a:prstGeom prst="rect">
              <a:avLst/>
            </a:pr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76" name="Google Shape;76;p12"/>
          <p:cNvSpPr txBox="1">
            <a:spLocks noGrp="1"/>
          </p:cNvSpPr>
          <p:nvPr>
            <p:ph type="title" hasCustomPrompt="1"/>
          </p:nvPr>
        </p:nvSpPr>
        <p:spPr>
          <a:xfrm>
            <a:off x="729450" y="733950"/>
            <a:ext cx="7688400" cy="1244700"/>
          </a:xfrm>
          <a:prstGeom prst="rect">
            <a:avLst/>
          </a:prstGeom>
        </p:spPr>
        <p:txBody>
          <a:bodyPr spcFirstLastPara="1" wrap="square" lIns="0" tIns="0" rIns="0" bIns="0" anchor="t" anchorCtr="0">
            <a:spAutoFit/>
          </a:bodyPr>
          <a:lstStyle>
            <a:lvl1pPr lvl="0" rtl="0">
              <a:spcBef>
                <a:spcPts val="0"/>
              </a:spcBef>
              <a:spcAft>
                <a:spcPts val="0"/>
              </a:spcAft>
              <a:buClr>
                <a:srgbClr val="FFFFFF"/>
              </a:buClr>
              <a:buSzPts val="8000"/>
              <a:buNone/>
              <a:defRPr sz="8000">
                <a:solidFill>
                  <a:srgbClr val="FFFFFF"/>
                </a:solidFill>
              </a:defRPr>
            </a:lvl1pPr>
            <a:lvl2pPr lvl="1" rtl="0">
              <a:spcBef>
                <a:spcPts val="0"/>
              </a:spcBef>
              <a:spcAft>
                <a:spcPts val="0"/>
              </a:spcAft>
              <a:buClr>
                <a:srgbClr val="FFFFFF"/>
              </a:buClr>
              <a:buSzPts val="8000"/>
              <a:buNone/>
              <a:defRPr sz="8000">
                <a:solidFill>
                  <a:srgbClr val="FFFFFF"/>
                </a:solidFill>
              </a:defRPr>
            </a:lvl2pPr>
            <a:lvl3pPr lvl="2" rtl="0">
              <a:spcBef>
                <a:spcPts val="0"/>
              </a:spcBef>
              <a:spcAft>
                <a:spcPts val="0"/>
              </a:spcAft>
              <a:buClr>
                <a:srgbClr val="FFFFFF"/>
              </a:buClr>
              <a:buSzPts val="8000"/>
              <a:buNone/>
              <a:defRPr sz="8000">
                <a:solidFill>
                  <a:srgbClr val="FFFFFF"/>
                </a:solidFill>
              </a:defRPr>
            </a:lvl3pPr>
            <a:lvl4pPr lvl="3" rtl="0">
              <a:spcBef>
                <a:spcPts val="0"/>
              </a:spcBef>
              <a:spcAft>
                <a:spcPts val="0"/>
              </a:spcAft>
              <a:buClr>
                <a:srgbClr val="FFFFFF"/>
              </a:buClr>
              <a:buSzPts val="8000"/>
              <a:buNone/>
              <a:defRPr sz="8000">
                <a:solidFill>
                  <a:srgbClr val="FFFFFF"/>
                </a:solidFill>
              </a:defRPr>
            </a:lvl4pPr>
            <a:lvl5pPr lvl="4" rtl="0">
              <a:spcBef>
                <a:spcPts val="0"/>
              </a:spcBef>
              <a:spcAft>
                <a:spcPts val="0"/>
              </a:spcAft>
              <a:buClr>
                <a:srgbClr val="FFFFFF"/>
              </a:buClr>
              <a:buSzPts val="8000"/>
              <a:buNone/>
              <a:defRPr sz="8000">
                <a:solidFill>
                  <a:srgbClr val="FFFFFF"/>
                </a:solidFill>
              </a:defRPr>
            </a:lvl5pPr>
            <a:lvl6pPr lvl="5" rtl="0">
              <a:spcBef>
                <a:spcPts val="0"/>
              </a:spcBef>
              <a:spcAft>
                <a:spcPts val="0"/>
              </a:spcAft>
              <a:buClr>
                <a:srgbClr val="FFFFFF"/>
              </a:buClr>
              <a:buSzPts val="8000"/>
              <a:buNone/>
              <a:defRPr sz="8000">
                <a:solidFill>
                  <a:srgbClr val="FFFFFF"/>
                </a:solidFill>
              </a:defRPr>
            </a:lvl6pPr>
            <a:lvl7pPr lvl="6" rtl="0">
              <a:spcBef>
                <a:spcPts val="0"/>
              </a:spcBef>
              <a:spcAft>
                <a:spcPts val="0"/>
              </a:spcAft>
              <a:buClr>
                <a:srgbClr val="FFFFFF"/>
              </a:buClr>
              <a:buSzPts val="8000"/>
              <a:buNone/>
              <a:defRPr sz="8000">
                <a:solidFill>
                  <a:srgbClr val="FFFFFF"/>
                </a:solidFill>
              </a:defRPr>
            </a:lvl7pPr>
            <a:lvl8pPr lvl="7" rtl="0">
              <a:spcBef>
                <a:spcPts val="0"/>
              </a:spcBef>
              <a:spcAft>
                <a:spcPts val="0"/>
              </a:spcAft>
              <a:buClr>
                <a:srgbClr val="FFFFFF"/>
              </a:buClr>
              <a:buSzPts val="8000"/>
              <a:buNone/>
              <a:defRPr sz="8000">
                <a:solidFill>
                  <a:srgbClr val="FFFFFF"/>
                </a:solidFill>
              </a:defRPr>
            </a:lvl8pPr>
            <a:lvl9pPr lvl="8" rtl="0">
              <a:spcBef>
                <a:spcPts val="0"/>
              </a:spcBef>
              <a:spcAft>
                <a:spcPts val="0"/>
              </a:spcAft>
              <a:buClr>
                <a:srgbClr val="FFFFFF"/>
              </a:buClr>
              <a:buSzPts val="8000"/>
              <a:buNone/>
              <a:defRPr sz="8000">
                <a:solidFill>
                  <a:srgbClr val="FFFFFF"/>
                </a:solidFill>
              </a:defRPr>
            </a:lvl9pPr>
          </a:lstStyle>
          <a:p>
            <a:r>
              <a:t>xx%</a:t>
            </a:r>
          </a:p>
        </p:txBody>
      </p:sp>
      <p:sp>
        <p:nvSpPr>
          <p:cNvPr id="77" name="Google Shape;77;p12"/>
          <p:cNvSpPr txBox="1">
            <a:spLocks noGrp="1"/>
          </p:cNvSpPr>
          <p:nvPr>
            <p:ph type="body" idx="1"/>
          </p:nvPr>
        </p:nvSpPr>
        <p:spPr>
          <a:xfrm>
            <a:off x="729450" y="2272888"/>
            <a:ext cx="7688400" cy="1580400"/>
          </a:xfrm>
          <a:prstGeom prst="rect">
            <a:avLst/>
          </a:prstGeom>
        </p:spPr>
        <p:txBody>
          <a:bodyPr spcFirstLastPara="1" wrap="square" lIns="0" tIns="0" rIns="0" bIns="0" anchor="t" anchorCtr="0">
            <a:normAutofit/>
          </a:bodyPr>
          <a:lstStyle>
            <a:lvl1pPr marL="457200" lvl="0" indent="-304800" rtl="0">
              <a:spcBef>
                <a:spcPts val="0"/>
              </a:spcBef>
              <a:spcAft>
                <a:spcPts val="0"/>
              </a:spcAft>
              <a:buClr>
                <a:srgbClr val="FFFFFF"/>
              </a:buClr>
              <a:buSzPts val="1200"/>
              <a:buChar char="●"/>
              <a:defRPr>
                <a:solidFill>
                  <a:srgbClr val="FFFFFF"/>
                </a:solidFill>
              </a:defRPr>
            </a:lvl1pPr>
            <a:lvl2pPr marL="914400" lvl="1" indent="-304800" rtl="0">
              <a:spcBef>
                <a:spcPts val="0"/>
              </a:spcBef>
              <a:spcAft>
                <a:spcPts val="0"/>
              </a:spcAft>
              <a:buClr>
                <a:srgbClr val="FFFFFF"/>
              </a:buClr>
              <a:buSzPts val="1200"/>
              <a:buChar char="○"/>
              <a:defRPr>
                <a:solidFill>
                  <a:srgbClr val="FFFFFF"/>
                </a:solidFill>
              </a:defRPr>
            </a:lvl2pPr>
            <a:lvl3pPr marL="1371600" lvl="2" indent="-304800" rtl="0">
              <a:spcBef>
                <a:spcPts val="0"/>
              </a:spcBef>
              <a:spcAft>
                <a:spcPts val="0"/>
              </a:spcAft>
              <a:buClr>
                <a:srgbClr val="FFFFFF"/>
              </a:buClr>
              <a:buSzPts val="1200"/>
              <a:buChar char="■"/>
              <a:defRPr>
                <a:solidFill>
                  <a:srgbClr val="FFFFFF"/>
                </a:solidFill>
              </a:defRPr>
            </a:lvl3pPr>
            <a:lvl4pPr marL="1828800" lvl="3" indent="-304800" rtl="0">
              <a:spcBef>
                <a:spcPts val="0"/>
              </a:spcBef>
              <a:spcAft>
                <a:spcPts val="0"/>
              </a:spcAft>
              <a:buClr>
                <a:srgbClr val="FFFFFF"/>
              </a:buClr>
              <a:buSzPts val="1200"/>
              <a:buChar char="●"/>
              <a:defRPr>
                <a:solidFill>
                  <a:srgbClr val="FFFFFF"/>
                </a:solidFill>
              </a:defRPr>
            </a:lvl4pPr>
            <a:lvl5pPr marL="2286000" lvl="4" indent="-304800" rtl="0">
              <a:spcBef>
                <a:spcPts val="0"/>
              </a:spcBef>
              <a:spcAft>
                <a:spcPts val="0"/>
              </a:spcAft>
              <a:buClr>
                <a:srgbClr val="FFFFFF"/>
              </a:buClr>
              <a:buSzPts val="1200"/>
              <a:buChar char="○"/>
              <a:defRPr>
                <a:solidFill>
                  <a:srgbClr val="FFFFFF"/>
                </a:solidFill>
              </a:defRPr>
            </a:lvl5pPr>
            <a:lvl6pPr marL="2743200" lvl="5" indent="-304800" rtl="0">
              <a:spcBef>
                <a:spcPts val="0"/>
              </a:spcBef>
              <a:spcAft>
                <a:spcPts val="0"/>
              </a:spcAft>
              <a:buClr>
                <a:srgbClr val="FFFFFF"/>
              </a:buClr>
              <a:buSzPts val="1200"/>
              <a:buChar char="■"/>
              <a:defRPr>
                <a:solidFill>
                  <a:srgbClr val="FFFFFF"/>
                </a:solidFill>
              </a:defRPr>
            </a:lvl6pPr>
            <a:lvl7pPr marL="3200400" lvl="6" indent="-304800" rtl="0">
              <a:spcBef>
                <a:spcPts val="0"/>
              </a:spcBef>
              <a:spcAft>
                <a:spcPts val="0"/>
              </a:spcAft>
              <a:buClr>
                <a:srgbClr val="FFFFFF"/>
              </a:buClr>
              <a:buSzPts val="1200"/>
              <a:buChar char="●"/>
              <a:defRPr>
                <a:solidFill>
                  <a:srgbClr val="FFFFFF"/>
                </a:solidFill>
              </a:defRPr>
            </a:lvl7pPr>
            <a:lvl8pPr marL="3657600" lvl="7" indent="-304800" rtl="0">
              <a:spcBef>
                <a:spcPts val="0"/>
              </a:spcBef>
              <a:spcAft>
                <a:spcPts val="0"/>
              </a:spcAft>
              <a:buClr>
                <a:srgbClr val="FFFFFF"/>
              </a:buClr>
              <a:buSzPts val="1200"/>
              <a:buChar char="○"/>
              <a:defRPr>
                <a:solidFill>
                  <a:srgbClr val="FFFFFF"/>
                </a:solidFill>
              </a:defRPr>
            </a:lvl8pPr>
            <a:lvl9pPr marL="4114800" lvl="8" indent="-304800" rtl="0">
              <a:spcBef>
                <a:spcPts val="0"/>
              </a:spcBef>
              <a:spcAft>
                <a:spcPts val="0"/>
              </a:spcAft>
              <a:buClr>
                <a:srgbClr val="FFFFFF"/>
              </a:buClr>
              <a:buSzPts val="1200"/>
              <a:buChar char="■"/>
              <a:defRPr>
                <a:solidFill>
                  <a:srgbClr val="FFFFFF"/>
                </a:solidFill>
              </a:defRPr>
            </a:lvl9pPr>
          </a:lstStyle>
          <a:p>
            <a:endParaRPr/>
          </a:p>
        </p:txBody>
      </p:sp>
      <p:sp>
        <p:nvSpPr>
          <p:cNvPr id="78" name="Google Shape;78;p12"/>
          <p:cNvSpPr txBox="1">
            <a:spLocks noGrp="1"/>
          </p:cNvSpPr>
          <p:nvPr>
            <p:ph type="sldNum" idx="12"/>
          </p:nvPr>
        </p:nvSpPr>
        <p:spPr>
          <a:xfrm>
            <a:off x="8469900" y="4749982"/>
            <a:ext cx="675000" cy="393600"/>
          </a:xfrm>
          <a:prstGeom prst="rect">
            <a:avLst/>
          </a:prstGeom>
        </p:spPr>
        <p:txBody>
          <a:bodyPr spcFirstLastPara="1" wrap="square" lIns="135000" tIns="135000" rIns="310500" bIns="172800" anchor="b" anchorCtr="0">
            <a:noAutofit/>
          </a:bodyPr>
          <a:lstStyle>
            <a:lvl1pPr lvl="0" rtl="0">
              <a:buNone/>
              <a:defRPr>
                <a:solidFill>
                  <a:srgbClr val="FFFFFF"/>
                </a:solidFill>
              </a:defRPr>
            </a:lvl1pPr>
            <a:lvl2pPr lvl="1" rtl="0">
              <a:buNone/>
              <a:defRPr>
                <a:solidFill>
                  <a:srgbClr val="FFFFFF"/>
                </a:solidFill>
              </a:defRPr>
            </a:lvl2pPr>
            <a:lvl3pPr lvl="2" rtl="0">
              <a:buNone/>
              <a:defRPr>
                <a:solidFill>
                  <a:srgbClr val="FFFFFF"/>
                </a:solidFill>
              </a:defRPr>
            </a:lvl3pPr>
            <a:lvl4pPr lvl="3" rtl="0">
              <a:buNone/>
              <a:defRPr>
                <a:solidFill>
                  <a:srgbClr val="FFFFFF"/>
                </a:solidFill>
              </a:defRPr>
            </a:lvl4pPr>
            <a:lvl5pPr lvl="4" rtl="0">
              <a:buNone/>
              <a:defRPr>
                <a:solidFill>
                  <a:srgbClr val="FFFFFF"/>
                </a:solidFill>
              </a:defRPr>
            </a:lvl5pPr>
            <a:lvl6pPr lvl="5" rtl="0">
              <a:buNone/>
              <a:defRPr>
                <a:solidFill>
                  <a:srgbClr val="FFFFFF"/>
                </a:solidFill>
              </a:defRPr>
            </a:lvl6pPr>
            <a:lvl7pPr lvl="6" rtl="0">
              <a:buNone/>
              <a:defRPr>
                <a:solidFill>
                  <a:srgbClr val="FFFFFF"/>
                </a:solidFill>
              </a:defRPr>
            </a:lvl7pPr>
            <a:lvl8pPr lvl="7" rtl="0">
              <a:buNone/>
              <a:defRPr>
                <a:solidFill>
                  <a:srgbClr val="FFFFFF"/>
                </a:solidFill>
              </a:defRPr>
            </a:lvl8pPr>
            <a:lvl9pPr lvl="8" rtl="0">
              <a:buNone/>
              <a:defRPr>
                <a:solidFill>
                  <a:srgbClr val="FFFFFF"/>
                </a:solidFill>
              </a:defRPr>
            </a:lvl9pPr>
          </a:lstStyle>
          <a:p>
            <a:pPr marL="0" lvl="0" indent="0" algn="r" rtl="0">
              <a:spcBef>
                <a:spcPts val="0"/>
              </a:spcBef>
              <a:spcAft>
                <a:spcPts val="0"/>
              </a:spcAft>
              <a:buNone/>
            </a:pPr>
            <a:fld id="{00000000-1234-1234-1234-123412341234}" type="slidenum">
              <a:rPr lang="fr"/>
              <a:t>‹N°›</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Blank" type="blank">
  <p:cSld name="BLANK">
    <p:bg>
      <p:bgPr>
        <a:solidFill>
          <a:srgbClr val="FFFFFF"/>
        </a:solidFill>
        <a:effectLst/>
      </p:bgPr>
    </p:bg>
    <p:spTree>
      <p:nvGrpSpPr>
        <p:cNvPr id="1" name="Shape 79"/>
        <p:cNvGrpSpPr/>
        <p:nvPr/>
      </p:nvGrpSpPr>
      <p:grpSpPr>
        <a:xfrm>
          <a:off x="0" y="0"/>
          <a:ext cx="0" cy="0"/>
          <a:chOff x="0" y="0"/>
          <a:chExt cx="0" cy="0"/>
        </a:xfrm>
      </p:grpSpPr>
      <p:sp>
        <p:nvSpPr>
          <p:cNvPr id="80" name="Google Shape;80;p13"/>
          <p:cNvSpPr txBox="1">
            <a:spLocks noGrp="1"/>
          </p:cNvSpPr>
          <p:nvPr>
            <p:ph type="sldNum" idx="12"/>
          </p:nvPr>
        </p:nvSpPr>
        <p:spPr>
          <a:xfrm>
            <a:off x="8469900" y="4750006"/>
            <a:ext cx="675000" cy="393600"/>
          </a:xfrm>
          <a:prstGeom prst="rect">
            <a:avLst/>
          </a:prstGeom>
        </p:spPr>
        <p:txBody>
          <a:bodyPr spcFirstLastPara="1" wrap="square" lIns="135000" tIns="135000" rIns="310500" bIns="172800" anchor="b" anchorCtr="0">
            <a:noAutofit/>
          </a:bodyPr>
          <a:lstStyle>
            <a:lvl1pPr lvl="0" rtl="0">
              <a:buNone/>
              <a:defRPr b="1">
                <a:solidFill>
                  <a:schemeClr val="dk1"/>
                </a:solidFill>
                <a:latin typeface="Outfit"/>
                <a:ea typeface="Outfit"/>
                <a:cs typeface="Outfit"/>
                <a:sym typeface="Outfit"/>
              </a:defRPr>
            </a:lvl1pPr>
            <a:lvl2pPr lvl="1" rtl="0">
              <a:buNone/>
              <a:defRPr b="1">
                <a:solidFill>
                  <a:schemeClr val="dk1"/>
                </a:solidFill>
                <a:latin typeface="Outfit"/>
                <a:ea typeface="Outfit"/>
                <a:cs typeface="Outfit"/>
                <a:sym typeface="Outfit"/>
              </a:defRPr>
            </a:lvl2pPr>
            <a:lvl3pPr lvl="2" rtl="0">
              <a:buNone/>
              <a:defRPr b="1">
                <a:solidFill>
                  <a:schemeClr val="dk1"/>
                </a:solidFill>
                <a:latin typeface="Outfit"/>
                <a:ea typeface="Outfit"/>
                <a:cs typeface="Outfit"/>
                <a:sym typeface="Outfit"/>
              </a:defRPr>
            </a:lvl3pPr>
            <a:lvl4pPr lvl="3" rtl="0">
              <a:buNone/>
              <a:defRPr b="1">
                <a:solidFill>
                  <a:schemeClr val="dk1"/>
                </a:solidFill>
                <a:latin typeface="Outfit"/>
                <a:ea typeface="Outfit"/>
                <a:cs typeface="Outfit"/>
                <a:sym typeface="Outfit"/>
              </a:defRPr>
            </a:lvl4pPr>
            <a:lvl5pPr lvl="4" rtl="0">
              <a:buNone/>
              <a:defRPr b="1">
                <a:solidFill>
                  <a:schemeClr val="dk1"/>
                </a:solidFill>
                <a:latin typeface="Outfit"/>
                <a:ea typeface="Outfit"/>
                <a:cs typeface="Outfit"/>
                <a:sym typeface="Outfit"/>
              </a:defRPr>
            </a:lvl5pPr>
            <a:lvl6pPr lvl="5" rtl="0">
              <a:buNone/>
              <a:defRPr b="1">
                <a:solidFill>
                  <a:schemeClr val="dk1"/>
                </a:solidFill>
                <a:latin typeface="Outfit"/>
                <a:ea typeface="Outfit"/>
                <a:cs typeface="Outfit"/>
                <a:sym typeface="Outfit"/>
              </a:defRPr>
            </a:lvl6pPr>
            <a:lvl7pPr lvl="6" rtl="0">
              <a:buNone/>
              <a:defRPr b="1">
                <a:solidFill>
                  <a:schemeClr val="dk1"/>
                </a:solidFill>
                <a:latin typeface="Outfit"/>
                <a:ea typeface="Outfit"/>
                <a:cs typeface="Outfit"/>
                <a:sym typeface="Outfit"/>
              </a:defRPr>
            </a:lvl7pPr>
            <a:lvl8pPr lvl="7" rtl="0">
              <a:buNone/>
              <a:defRPr b="1">
                <a:solidFill>
                  <a:schemeClr val="dk1"/>
                </a:solidFill>
                <a:latin typeface="Outfit"/>
                <a:ea typeface="Outfit"/>
                <a:cs typeface="Outfit"/>
                <a:sym typeface="Outfit"/>
              </a:defRPr>
            </a:lvl8pPr>
            <a:lvl9pPr lvl="8" rtl="0">
              <a:buNone/>
              <a:defRPr b="1">
                <a:solidFill>
                  <a:schemeClr val="dk1"/>
                </a:solidFill>
                <a:latin typeface="Outfit"/>
                <a:ea typeface="Outfit"/>
                <a:cs typeface="Outfit"/>
                <a:sym typeface="Outfit"/>
              </a:defRPr>
            </a:lvl9pPr>
          </a:lstStyle>
          <a:p>
            <a:pPr marL="0" lvl="0" indent="0" algn="r" rtl="0">
              <a:spcBef>
                <a:spcPts val="0"/>
              </a:spcBef>
              <a:spcAft>
                <a:spcPts val="0"/>
              </a:spcAft>
              <a:buNone/>
            </a:pPr>
            <a:fld id="{00000000-1234-1234-1234-123412341234}" type="slidenum">
              <a:rPr lang="fr"/>
              <a:t>‹N°›</a:t>
            </a:fld>
            <a:endParaRPr/>
          </a:p>
        </p:txBody>
      </p:sp>
      <p:sp>
        <p:nvSpPr>
          <p:cNvPr id="81" name="Google Shape;81;p13"/>
          <p:cNvSpPr txBox="1">
            <a:spLocks noGrp="1"/>
          </p:cNvSpPr>
          <p:nvPr>
            <p:ph type="body" idx="1"/>
          </p:nvPr>
        </p:nvSpPr>
        <p:spPr>
          <a:xfrm>
            <a:off x="310500" y="4744405"/>
            <a:ext cx="8523900" cy="393600"/>
          </a:xfrm>
          <a:prstGeom prst="rect">
            <a:avLst/>
          </a:prstGeom>
        </p:spPr>
        <p:txBody>
          <a:bodyPr spcFirstLastPara="1" wrap="square" lIns="0" tIns="0" rIns="0" bIns="172800" anchor="b" anchorCtr="0">
            <a:noAutofit/>
          </a:bodyPr>
          <a:lstStyle>
            <a:lvl1pPr marL="457200" lvl="0" indent="-279400" rtl="0">
              <a:lnSpc>
                <a:spcPct val="100000"/>
              </a:lnSpc>
              <a:spcBef>
                <a:spcPts val="0"/>
              </a:spcBef>
              <a:spcAft>
                <a:spcPts val="0"/>
              </a:spcAft>
              <a:buClr>
                <a:schemeClr val="lt2"/>
              </a:buClr>
              <a:buSzPts val="800"/>
              <a:buChar char="➔"/>
              <a:defRPr sz="800">
                <a:solidFill>
                  <a:schemeClr val="lt2"/>
                </a:solidFill>
                <a:latin typeface="Outfit"/>
                <a:ea typeface="Outfit"/>
                <a:cs typeface="Outfit"/>
                <a:sym typeface="Outfit"/>
              </a:defRPr>
            </a:lvl1pPr>
            <a:lvl2pPr marL="914400" lvl="1" indent="-279400" rtl="0">
              <a:lnSpc>
                <a:spcPct val="100000"/>
              </a:lnSpc>
              <a:spcBef>
                <a:spcPts val="400"/>
              </a:spcBef>
              <a:spcAft>
                <a:spcPts val="0"/>
              </a:spcAft>
              <a:buClr>
                <a:schemeClr val="lt2"/>
              </a:buClr>
              <a:buSzPts val="800"/>
              <a:buChar char="◆"/>
              <a:defRPr sz="800">
                <a:solidFill>
                  <a:schemeClr val="lt2"/>
                </a:solidFill>
                <a:latin typeface="Outfit"/>
                <a:ea typeface="Outfit"/>
                <a:cs typeface="Outfit"/>
                <a:sym typeface="Outfit"/>
              </a:defRPr>
            </a:lvl2pPr>
            <a:lvl3pPr marL="1371600" lvl="2" indent="-279400" rtl="0">
              <a:lnSpc>
                <a:spcPct val="100000"/>
              </a:lnSpc>
              <a:spcBef>
                <a:spcPts val="400"/>
              </a:spcBef>
              <a:spcAft>
                <a:spcPts val="0"/>
              </a:spcAft>
              <a:buClr>
                <a:schemeClr val="lt2"/>
              </a:buClr>
              <a:buSzPts val="800"/>
              <a:buChar char="●"/>
              <a:defRPr sz="800">
                <a:solidFill>
                  <a:schemeClr val="lt2"/>
                </a:solidFill>
                <a:latin typeface="Outfit"/>
                <a:ea typeface="Outfit"/>
                <a:cs typeface="Outfit"/>
                <a:sym typeface="Outfit"/>
              </a:defRPr>
            </a:lvl3pPr>
            <a:lvl4pPr marL="1828800" lvl="3" indent="-279400" rtl="0">
              <a:lnSpc>
                <a:spcPct val="100000"/>
              </a:lnSpc>
              <a:spcBef>
                <a:spcPts val="400"/>
              </a:spcBef>
              <a:spcAft>
                <a:spcPts val="0"/>
              </a:spcAft>
              <a:buClr>
                <a:schemeClr val="lt2"/>
              </a:buClr>
              <a:buSzPts val="800"/>
              <a:buChar char="○"/>
              <a:defRPr sz="800">
                <a:solidFill>
                  <a:schemeClr val="lt2"/>
                </a:solidFill>
                <a:latin typeface="Outfit"/>
                <a:ea typeface="Outfit"/>
                <a:cs typeface="Outfit"/>
                <a:sym typeface="Outfit"/>
              </a:defRPr>
            </a:lvl4pPr>
            <a:lvl5pPr marL="2286000" lvl="4" indent="-279400" rtl="0">
              <a:lnSpc>
                <a:spcPct val="100000"/>
              </a:lnSpc>
              <a:spcBef>
                <a:spcPts val="400"/>
              </a:spcBef>
              <a:spcAft>
                <a:spcPts val="0"/>
              </a:spcAft>
              <a:buClr>
                <a:schemeClr val="lt2"/>
              </a:buClr>
              <a:buSzPts val="800"/>
              <a:buChar char="◆"/>
              <a:defRPr sz="800">
                <a:solidFill>
                  <a:schemeClr val="lt2"/>
                </a:solidFill>
                <a:latin typeface="Outfit"/>
                <a:ea typeface="Outfit"/>
                <a:cs typeface="Outfit"/>
                <a:sym typeface="Outfit"/>
              </a:defRPr>
            </a:lvl5pPr>
            <a:lvl6pPr marL="2743200" lvl="5" indent="-279400" rtl="0">
              <a:lnSpc>
                <a:spcPct val="100000"/>
              </a:lnSpc>
              <a:spcBef>
                <a:spcPts val="400"/>
              </a:spcBef>
              <a:spcAft>
                <a:spcPts val="0"/>
              </a:spcAft>
              <a:buClr>
                <a:schemeClr val="lt2"/>
              </a:buClr>
              <a:buSzPts val="800"/>
              <a:buChar char="●"/>
              <a:defRPr sz="800">
                <a:solidFill>
                  <a:schemeClr val="lt2"/>
                </a:solidFill>
                <a:latin typeface="Outfit"/>
                <a:ea typeface="Outfit"/>
                <a:cs typeface="Outfit"/>
                <a:sym typeface="Outfit"/>
              </a:defRPr>
            </a:lvl6pPr>
            <a:lvl7pPr marL="3200400" lvl="6" indent="-279400" rtl="0">
              <a:lnSpc>
                <a:spcPct val="100000"/>
              </a:lnSpc>
              <a:spcBef>
                <a:spcPts val="400"/>
              </a:spcBef>
              <a:spcAft>
                <a:spcPts val="0"/>
              </a:spcAft>
              <a:buClr>
                <a:schemeClr val="lt2"/>
              </a:buClr>
              <a:buSzPts val="800"/>
              <a:buChar char="○"/>
              <a:defRPr sz="800">
                <a:solidFill>
                  <a:schemeClr val="lt2"/>
                </a:solidFill>
                <a:latin typeface="Outfit"/>
                <a:ea typeface="Outfit"/>
                <a:cs typeface="Outfit"/>
                <a:sym typeface="Outfit"/>
              </a:defRPr>
            </a:lvl7pPr>
            <a:lvl8pPr marL="3657600" lvl="7" indent="-279400" rtl="0">
              <a:lnSpc>
                <a:spcPct val="100000"/>
              </a:lnSpc>
              <a:spcBef>
                <a:spcPts val="400"/>
              </a:spcBef>
              <a:spcAft>
                <a:spcPts val="0"/>
              </a:spcAft>
              <a:buClr>
                <a:schemeClr val="lt2"/>
              </a:buClr>
              <a:buSzPts val="800"/>
              <a:buChar char="◆"/>
              <a:defRPr sz="800">
                <a:solidFill>
                  <a:schemeClr val="lt2"/>
                </a:solidFill>
                <a:latin typeface="Outfit"/>
                <a:ea typeface="Outfit"/>
                <a:cs typeface="Outfit"/>
                <a:sym typeface="Outfit"/>
              </a:defRPr>
            </a:lvl8pPr>
            <a:lvl9pPr marL="4114800" lvl="8" indent="-279400" rtl="0">
              <a:lnSpc>
                <a:spcPct val="100000"/>
              </a:lnSpc>
              <a:spcBef>
                <a:spcPts val="400"/>
              </a:spcBef>
              <a:spcAft>
                <a:spcPts val="400"/>
              </a:spcAft>
              <a:buClr>
                <a:schemeClr val="lt2"/>
              </a:buClr>
              <a:buSzPts val="800"/>
              <a:buChar char="●"/>
              <a:defRPr sz="800">
                <a:solidFill>
                  <a:schemeClr val="lt2"/>
                </a:solidFill>
                <a:latin typeface="Outfit"/>
                <a:ea typeface="Outfit"/>
                <a:cs typeface="Outfit"/>
                <a:sym typeface="Outfit"/>
              </a:defRPr>
            </a:lvl9pPr>
          </a:lstStyle>
          <a:p>
            <a:endParaRPr/>
          </a:p>
        </p:txBody>
      </p:sp>
      <p:sp>
        <p:nvSpPr>
          <p:cNvPr id="82" name="Google Shape;82;p13"/>
          <p:cNvSpPr txBox="1">
            <a:spLocks noGrp="1"/>
          </p:cNvSpPr>
          <p:nvPr>
            <p:ph type="title"/>
          </p:nvPr>
        </p:nvSpPr>
        <p:spPr>
          <a:xfrm>
            <a:off x="310500" y="310500"/>
            <a:ext cx="8523900" cy="369900"/>
          </a:xfrm>
          <a:prstGeom prst="rect">
            <a:avLst/>
          </a:prstGeom>
        </p:spPr>
        <p:txBody>
          <a:bodyPr spcFirstLastPara="1" wrap="square" lIns="0" tIns="0" rIns="0" bIns="0" anchor="t" anchorCtr="0">
            <a:spAutoFit/>
          </a:bodyPr>
          <a:lstStyle>
            <a:lvl1pPr lvl="0" rtl="0">
              <a:spcBef>
                <a:spcPts val="0"/>
              </a:spcBef>
              <a:spcAft>
                <a:spcPts val="0"/>
              </a:spcAft>
              <a:buClr>
                <a:schemeClr val="dk1"/>
              </a:buClr>
              <a:buSzPts val="2100"/>
              <a:buFont typeface="Outfit"/>
              <a:buNone/>
              <a:defRPr sz="2100">
                <a:solidFill>
                  <a:schemeClr val="dk1"/>
                </a:solidFill>
                <a:latin typeface="Outfit"/>
                <a:ea typeface="Outfit"/>
                <a:cs typeface="Outfit"/>
                <a:sym typeface="Outfit"/>
              </a:defRPr>
            </a:lvl1pPr>
            <a:lvl2pPr lvl="1" rtl="0">
              <a:spcBef>
                <a:spcPts val="0"/>
              </a:spcBef>
              <a:spcAft>
                <a:spcPts val="0"/>
              </a:spcAft>
              <a:buClr>
                <a:schemeClr val="dk1"/>
              </a:buClr>
              <a:buSzPts val="2600"/>
              <a:buNone/>
              <a:defRPr sz="2600">
                <a:solidFill>
                  <a:schemeClr val="dk1"/>
                </a:solidFill>
              </a:defRPr>
            </a:lvl2pPr>
            <a:lvl3pPr lvl="2" rtl="0">
              <a:spcBef>
                <a:spcPts val="0"/>
              </a:spcBef>
              <a:spcAft>
                <a:spcPts val="0"/>
              </a:spcAft>
              <a:buClr>
                <a:schemeClr val="dk1"/>
              </a:buClr>
              <a:buSzPts val="2600"/>
              <a:buNone/>
              <a:defRPr sz="2600">
                <a:solidFill>
                  <a:schemeClr val="dk1"/>
                </a:solidFill>
              </a:defRPr>
            </a:lvl3pPr>
            <a:lvl4pPr lvl="3" rtl="0">
              <a:spcBef>
                <a:spcPts val="0"/>
              </a:spcBef>
              <a:spcAft>
                <a:spcPts val="0"/>
              </a:spcAft>
              <a:buClr>
                <a:schemeClr val="dk1"/>
              </a:buClr>
              <a:buSzPts val="2600"/>
              <a:buNone/>
              <a:defRPr sz="2600">
                <a:solidFill>
                  <a:schemeClr val="dk1"/>
                </a:solidFill>
              </a:defRPr>
            </a:lvl4pPr>
            <a:lvl5pPr lvl="4" rtl="0">
              <a:spcBef>
                <a:spcPts val="0"/>
              </a:spcBef>
              <a:spcAft>
                <a:spcPts val="0"/>
              </a:spcAft>
              <a:buClr>
                <a:schemeClr val="dk1"/>
              </a:buClr>
              <a:buSzPts val="2600"/>
              <a:buNone/>
              <a:defRPr sz="2600">
                <a:solidFill>
                  <a:schemeClr val="dk1"/>
                </a:solidFill>
              </a:defRPr>
            </a:lvl5pPr>
            <a:lvl6pPr lvl="5" rtl="0">
              <a:spcBef>
                <a:spcPts val="0"/>
              </a:spcBef>
              <a:spcAft>
                <a:spcPts val="0"/>
              </a:spcAft>
              <a:buClr>
                <a:schemeClr val="dk1"/>
              </a:buClr>
              <a:buSzPts val="2600"/>
              <a:buNone/>
              <a:defRPr sz="2600">
                <a:solidFill>
                  <a:schemeClr val="dk1"/>
                </a:solidFill>
              </a:defRPr>
            </a:lvl6pPr>
            <a:lvl7pPr lvl="6" rtl="0">
              <a:spcBef>
                <a:spcPts val="0"/>
              </a:spcBef>
              <a:spcAft>
                <a:spcPts val="0"/>
              </a:spcAft>
              <a:buClr>
                <a:schemeClr val="dk1"/>
              </a:buClr>
              <a:buSzPts val="2600"/>
              <a:buNone/>
              <a:defRPr sz="2600">
                <a:solidFill>
                  <a:schemeClr val="dk1"/>
                </a:solidFill>
              </a:defRPr>
            </a:lvl7pPr>
            <a:lvl8pPr lvl="7" rtl="0">
              <a:spcBef>
                <a:spcPts val="0"/>
              </a:spcBef>
              <a:spcAft>
                <a:spcPts val="0"/>
              </a:spcAft>
              <a:buClr>
                <a:schemeClr val="dk1"/>
              </a:buClr>
              <a:buSzPts val="2600"/>
              <a:buNone/>
              <a:defRPr sz="2600">
                <a:solidFill>
                  <a:schemeClr val="dk1"/>
                </a:solidFill>
              </a:defRPr>
            </a:lvl8pPr>
            <a:lvl9pPr lvl="8" rtl="0">
              <a:spcBef>
                <a:spcPts val="0"/>
              </a:spcBef>
              <a:spcAft>
                <a:spcPts val="0"/>
              </a:spcAft>
              <a:buClr>
                <a:schemeClr val="dk1"/>
              </a:buClr>
              <a:buSzPts val="2600"/>
              <a:buNone/>
              <a:defRPr sz="2600">
                <a:solidFill>
                  <a:schemeClr val="dk1"/>
                </a:solidFill>
              </a:defRPr>
            </a:lvl9pPr>
          </a:lstStyle>
          <a:p>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Citation">
  <p:cSld name="01 - Titre, sous-titre et contenu_1">
    <p:bg>
      <p:bgPr>
        <a:solidFill>
          <a:schemeClr val="dk1"/>
        </a:solidFill>
        <a:effectLst/>
      </p:bgPr>
    </p:bg>
    <p:spTree>
      <p:nvGrpSpPr>
        <p:cNvPr id="1" name="Shape 83"/>
        <p:cNvGrpSpPr/>
        <p:nvPr/>
      </p:nvGrpSpPr>
      <p:grpSpPr>
        <a:xfrm>
          <a:off x="0" y="0"/>
          <a:ext cx="0" cy="0"/>
          <a:chOff x="0" y="0"/>
          <a:chExt cx="0" cy="0"/>
        </a:xfrm>
      </p:grpSpPr>
      <p:sp>
        <p:nvSpPr>
          <p:cNvPr id="84" name="Google Shape;84;p14"/>
          <p:cNvSpPr txBox="1">
            <a:spLocks noGrp="1"/>
          </p:cNvSpPr>
          <p:nvPr>
            <p:ph type="body" idx="1"/>
          </p:nvPr>
        </p:nvSpPr>
        <p:spPr>
          <a:xfrm>
            <a:off x="1645650" y="671900"/>
            <a:ext cx="7148100" cy="3913500"/>
          </a:xfrm>
          <a:prstGeom prst="rect">
            <a:avLst/>
          </a:prstGeom>
          <a:noFill/>
          <a:ln>
            <a:noFill/>
          </a:ln>
        </p:spPr>
        <p:txBody>
          <a:bodyPr spcFirstLastPara="1" wrap="square" lIns="0" tIns="180000" rIns="0" bIns="180000" anchor="ctr" anchorCtr="0">
            <a:normAutofit/>
          </a:bodyPr>
          <a:lstStyle>
            <a:lvl1pPr marL="457200" marR="0" lvl="0" indent="-323850" algn="l" rtl="0">
              <a:lnSpc>
                <a:spcPct val="115000"/>
              </a:lnSpc>
              <a:spcBef>
                <a:spcPts val="0"/>
              </a:spcBef>
              <a:spcAft>
                <a:spcPts val="0"/>
              </a:spcAft>
              <a:buClr>
                <a:schemeClr val="lt1"/>
              </a:buClr>
              <a:buSzPts val="1500"/>
              <a:buChar char="๏"/>
              <a:defRPr sz="1500" i="0" u="none" strike="noStrike" cap="none">
                <a:solidFill>
                  <a:schemeClr val="lt1"/>
                </a:solidFill>
              </a:defRPr>
            </a:lvl1pPr>
            <a:lvl2pPr marL="914400" marR="0" lvl="1" indent="-311150" algn="l" rtl="0">
              <a:lnSpc>
                <a:spcPct val="115000"/>
              </a:lnSpc>
              <a:spcBef>
                <a:spcPts val="0"/>
              </a:spcBef>
              <a:spcAft>
                <a:spcPts val="0"/>
              </a:spcAft>
              <a:buClr>
                <a:schemeClr val="lt1"/>
              </a:buClr>
              <a:buSzPts val="1300"/>
              <a:buChar char="&gt;"/>
              <a:defRPr sz="1300" i="0" u="none" strike="noStrike" cap="none">
                <a:solidFill>
                  <a:schemeClr val="lt1"/>
                </a:solidFill>
              </a:defRPr>
            </a:lvl2pPr>
            <a:lvl3pPr marL="1371600" marR="0" lvl="2" indent="-298450" algn="l" rtl="0">
              <a:lnSpc>
                <a:spcPct val="115000"/>
              </a:lnSpc>
              <a:spcBef>
                <a:spcPts val="0"/>
              </a:spcBef>
              <a:spcAft>
                <a:spcPts val="0"/>
              </a:spcAft>
              <a:buClr>
                <a:schemeClr val="lt1"/>
              </a:buClr>
              <a:buSzPts val="1100"/>
              <a:buChar char="+"/>
              <a:defRPr sz="1100" i="0" u="none" strike="noStrike" cap="none">
                <a:solidFill>
                  <a:schemeClr val="lt1"/>
                </a:solidFill>
              </a:defRPr>
            </a:lvl3pPr>
            <a:lvl4pPr marL="1828800" marR="0" lvl="3" indent="-292100" algn="l" rtl="0">
              <a:lnSpc>
                <a:spcPct val="115000"/>
              </a:lnSpc>
              <a:spcBef>
                <a:spcPts val="0"/>
              </a:spcBef>
              <a:spcAft>
                <a:spcPts val="0"/>
              </a:spcAft>
              <a:buClr>
                <a:schemeClr val="lt1"/>
              </a:buClr>
              <a:buSzPts val="1000"/>
              <a:buChar char="o"/>
              <a:defRPr sz="1000" i="0" u="none" strike="noStrike" cap="none">
                <a:solidFill>
                  <a:schemeClr val="lt1"/>
                </a:solidFill>
              </a:defRPr>
            </a:lvl4pPr>
            <a:lvl5pPr marL="2286000" marR="0" lvl="4" indent="-285750" algn="l" rtl="0">
              <a:lnSpc>
                <a:spcPct val="115000"/>
              </a:lnSpc>
              <a:spcBef>
                <a:spcPts val="0"/>
              </a:spcBef>
              <a:spcAft>
                <a:spcPts val="0"/>
              </a:spcAft>
              <a:buClr>
                <a:schemeClr val="lt1"/>
              </a:buClr>
              <a:buSzPts val="900"/>
              <a:buChar char="○"/>
              <a:defRPr sz="900" i="0" u="none" strike="noStrike" cap="none">
                <a:solidFill>
                  <a:schemeClr val="lt1"/>
                </a:solidFill>
              </a:defRPr>
            </a:lvl5pPr>
            <a:lvl6pPr marL="2743200" marR="0" lvl="5" indent="-279400" algn="l" rtl="0">
              <a:lnSpc>
                <a:spcPct val="115000"/>
              </a:lnSpc>
              <a:spcBef>
                <a:spcPts val="0"/>
              </a:spcBef>
              <a:spcAft>
                <a:spcPts val="0"/>
              </a:spcAft>
              <a:buClr>
                <a:schemeClr val="lt1"/>
              </a:buClr>
              <a:buSzPts val="800"/>
              <a:buChar char="○"/>
              <a:defRPr sz="800" i="0" u="none" strike="noStrike" cap="none">
                <a:solidFill>
                  <a:schemeClr val="lt1"/>
                </a:solidFill>
              </a:defRPr>
            </a:lvl6pPr>
            <a:lvl7pPr marL="3200400" marR="0" lvl="6" indent="-273050" algn="l" rtl="0">
              <a:lnSpc>
                <a:spcPct val="115000"/>
              </a:lnSpc>
              <a:spcBef>
                <a:spcPts val="0"/>
              </a:spcBef>
              <a:spcAft>
                <a:spcPts val="0"/>
              </a:spcAft>
              <a:buClr>
                <a:schemeClr val="lt1"/>
              </a:buClr>
              <a:buSzPts val="700"/>
              <a:buChar char="○"/>
              <a:defRPr sz="700" i="0" u="none" strike="noStrike" cap="none">
                <a:solidFill>
                  <a:schemeClr val="lt1"/>
                </a:solidFill>
              </a:defRPr>
            </a:lvl7pPr>
            <a:lvl8pPr marL="3657600" marR="0" lvl="7" indent="-273050" algn="l" rtl="0">
              <a:lnSpc>
                <a:spcPct val="115000"/>
              </a:lnSpc>
              <a:spcBef>
                <a:spcPts val="0"/>
              </a:spcBef>
              <a:spcAft>
                <a:spcPts val="0"/>
              </a:spcAft>
              <a:buClr>
                <a:schemeClr val="lt1"/>
              </a:buClr>
              <a:buSzPts val="700"/>
              <a:buChar char="○"/>
              <a:defRPr sz="700" i="0" u="none" strike="noStrike" cap="none">
                <a:solidFill>
                  <a:schemeClr val="lt1"/>
                </a:solidFill>
              </a:defRPr>
            </a:lvl8pPr>
            <a:lvl9pPr marL="4114800" marR="0" lvl="8" indent="-273050" algn="l" rtl="0">
              <a:lnSpc>
                <a:spcPct val="115000"/>
              </a:lnSpc>
              <a:spcBef>
                <a:spcPts val="0"/>
              </a:spcBef>
              <a:spcAft>
                <a:spcPts val="0"/>
              </a:spcAft>
              <a:buClr>
                <a:schemeClr val="lt1"/>
              </a:buClr>
              <a:buSzPts val="700"/>
              <a:buChar char="○"/>
              <a:defRPr sz="700" i="0" u="none" strike="noStrike" cap="none">
                <a:solidFill>
                  <a:schemeClr val="lt1"/>
                </a:solidFill>
              </a:defRPr>
            </a:lvl9pPr>
          </a:lstStyle>
          <a:p>
            <a:endParaRPr/>
          </a:p>
        </p:txBody>
      </p:sp>
      <p:sp>
        <p:nvSpPr>
          <p:cNvPr id="85" name="Google Shape;85;p14"/>
          <p:cNvSpPr txBox="1">
            <a:spLocks noGrp="1"/>
          </p:cNvSpPr>
          <p:nvPr>
            <p:ph type="subTitle" idx="2"/>
          </p:nvPr>
        </p:nvSpPr>
        <p:spPr>
          <a:xfrm>
            <a:off x="1645525" y="4261400"/>
            <a:ext cx="7148100" cy="324000"/>
          </a:xfrm>
          <a:prstGeom prst="rect">
            <a:avLst/>
          </a:prstGeom>
          <a:noFill/>
          <a:ln>
            <a:noFill/>
          </a:ln>
        </p:spPr>
        <p:txBody>
          <a:bodyPr spcFirstLastPara="1" wrap="square" lIns="0" tIns="0" rIns="0" bIns="0" anchor="t" anchorCtr="0">
            <a:normAutofit/>
          </a:bodyPr>
          <a:lstStyle>
            <a:lvl1pPr marR="0" lvl="0" algn="l" rtl="0">
              <a:lnSpc>
                <a:spcPct val="100000"/>
              </a:lnSpc>
              <a:spcBef>
                <a:spcPts val="0"/>
              </a:spcBef>
              <a:spcAft>
                <a:spcPts val="0"/>
              </a:spcAft>
              <a:buClr>
                <a:schemeClr val="lt1"/>
              </a:buClr>
              <a:buSzPts val="1000"/>
              <a:buNone/>
              <a:defRPr sz="1000" i="1" u="none" strike="noStrike" cap="none">
                <a:solidFill>
                  <a:schemeClr val="lt1"/>
                </a:solidFill>
              </a:defRPr>
            </a:lvl1pPr>
            <a:lvl2pPr marR="0" lvl="1" algn="l" rtl="0">
              <a:lnSpc>
                <a:spcPct val="100000"/>
              </a:lnSpc>
              <a:spcBef>
                <a:spcPts val="0"/>
              </a:spcBef>
              <a:spcAft>
                <a:spcPts val="0"/>
              </a:spcAft>
              <a:buClr>
                <a:schemeClr val="lt1"/>
              </a:buClr>
              <a:buSzPts val="1200"/>
              <a:buChar char="&gt;"/>
              <a:defRPr sz="1200" i="0" u="none" strike="noStrike" cap="none">
                <a:solidFill>
                  <a:schemeClr val="lt1"/>
                </a:solidFill>
              </a:defRPr>
            </a:lvl2pPr>
            <a:lvl3pPr marR="0" lvl="2" algn="l" rtl="0">
              <a:lnSpc>
                <a:spcPct val="100000"/>
              </a:lnSpc>
              <a:spcBef>
                <a:spcPts val="0"/>
              </a:spcBef>
              <a:spcAft>
                <a:spcPts val="0"/>
              </a:spcAft>
              <a:buClr>
                <a:schemeClr val="lt1"/>
              </a:buClr>
              <a:buSzPts val="1000"/>
              <a:buChar char="+"/>
              <a:defRPr sz="1000" i="0" u="none" strike="noStrike" cap="none">
                <a:solidFill>
                  <a:schemeClr val="lt1"/>
                </a:solidFill>
              </a:defRPr>
            </a:lvl3pPr>
            <a:lvl4pPr marR="0" lvl="3" algn="l" rtl="0">
              <a:lnSpc>
                <a:spcPct val="100000"/>
              </a:lnSpc>
              <a:spcBef>
                <a:spcPts val="0"/>
              </a:spcBef>
              <a:spcAft>
                <a:spcPts val="0"/>
              </a:spcAft>
              <a:buClr>
                <a:schemeClr val="lt1"/>
              </a:buClr>
              <a:buSzPts val="900"/>
              <a:buChar char="o"/>
              <a:defRPr sz="900" i="0" u="none" strike="noStrike" cap="none">
                <a:solidFill>
                  <a:schemeClr val="lt1"/>
                </a:solidFill>
              </a:defRPr>
            </a:lvl4pPr>
            <a:lvl5pPr marR="0" lvl="4" algn="l" rtl="0">
              <a:lnSpc>
                <a:spcPct val="100000"/>
              </a:lnSpc>
              <a:spcBef>
                <a:spcPts val="0"/>
              </a:spcBef>
              <a:spcAft>
                <a:spcPts val="0"/>
              </a:spcAft>
              <a:buClr>
                <a:schemeClr val="lt1"/>
              </a:buClr>
              <a:buSzPts val="800"/>
              <a:buChar char="○"/>
              <a:defRPr sz="800" i="0" u="none" strike="noStrike" cap="none">
                <a:solidFill>
                  <a:schemeClr val="lt1"/>
                </a:solidFill>
              </a:defRPr>
            </a:lvl5pPr>
            <a:lvl6pPr marR="0" lvl="5" algn="l" rtl="0">
              <a:lnSpc>
                <a:spcPct val="100000"/>
              </a:lnSpc>
              <a:spcBef>
                <a:spcPts val="0"/>
              </a:spcBef>
              <a:spcAft>
                <a:spcPts val="0"/>
              </a:spcAft>
              <a:buClr>
                <a:schemeClr val="lt1"/>
              </a:buClr>
              <a:buSzPts val="700"/>
              <a:buChar char="○"/>
              <a:defRPr sz="700" i="0" u="none" strike="noStrike" cap="none">
                <a:solidFill>
                  <a:schemeClr val="lt1"/>
                </a:solidFill>
              </a:defRPr>
            </a:lvl6pPr>
            <a:lvl7pPr marR="0" lvl="6" algn="l" rtl="0">
              <a:lnSpc>
                <a:spcPct val="100000"/>
              </a:lnSpc>
              <a:spcBef>
                <a:spcPts val="0"/>
              </a:spcBef>
              <a:spcAft>
                <a:spcPts val="0"/>
              </a:spcAft>
              <a:buClr>
                <a:schemeClr val="lt1"/>
              </a:buClr>
              <a:buSzPts val="600"/>
              <a:buChar char="○"/>
              <a:defRPr sz="600" i="0" u="none" strike="noStrike" cap="none">
                <a:solidFill>
                  <a:schemeClr val="lt1"/>
                </a:solidFill>
              </a:defRPr>
            </a:lvl7pPr>
            <a:lvl8pPr marR="0" lvl="7" algn="l" rtl="0">
              <a:lnSpc>
                <a:spcPct val="100000"/>
              </a:lnSpc>
              <a:spcBef>
                <a:spcPts val="0"/>
              </a:spcBef>
              <a:spcAft>
                <a:spcPts val="0"/>
              </a:spcAft>
              <a:buClr>
                <a:schemeClr val="lt1"/>
              </a:buClr>
              <a:buSzPts val="600"/>
              <a:buChar char="○"/>
              <a:defRPr sz="600" i="0" u="none" strike="noStrike" cap="none">
                <a:solidFill>
                  <a:schemeClr val="lt1"/>
                </a:solidFill>
              </a:defRPr>
            </a:lvl8pPr>
            <a:lvl9pPr marR="0" lvl="8" algn="l" rtl="0">
              <a:lnSpc>
                <a:spcPct val="100000"/>
              </a:lnSpc>
              <a:spcBef>
                <a:spcPts val="0"/>
              </a:spcBef>
              <a:spcAft>
                <a:spcPts val="0"/>
              </a:spcAft>
              <a:buClr>
                <a:schemeClr val="lt1"/>
              </a:buClr>
              <a:buSzPts val="600"/>
              <a:buChar char="○"/>
              <a:defRPr sz="600" i="0" u="none" strike="noStrike" cap="none">
                <a:solidFill>
                  <a:schemeClr val="lt1"/>
                </a:solidFill>
              </a:defRPr>
            </a:lvl9pPr>
          </a:lstStyle>
          <a:p>
            <a:endParaRPr/>
          </a:p>
        </p:txBody>
      </p:sp>
      <p:sp>
        <p:nvSpPr>
          <p:cNvPr id="86" name="Google Shape;86;p14"/>
          <p:cNvSpPr txBox="1">
            <a:spLocks noGrp="1"/>
          </p:cNvSpPr>
          <p:nvPr>
            <p:ph type="subTitle" idx="3"/>
          </p:nvPr>
        </p:nvSpPr>
        <p:spPr>
          <a:xfrm>
            <a:off x="1645525" y="4819725"/>
            <a:ext cx="7148100" cy="324000"/>
          </a:xfrm>
          <a:prstGeom prst="rect">
            <a:avLst/>
          </a:prstGeom>
          <a:noFill/>
          <a:ln>
            <a:noFill/>
          </a:ln>
        </p:spPr>
        <p:txBody>
          <a:bodyPr spcFirstLastPara="1" wrap="square" lIns="0" tIns="0" rIns="0" bIns="175500" anchor="b" anchorCtr="0">
            <a:noAutofit/>
          </a:bodyPr>
          <a:lstStyle>
            <a:lvl1pPr marR="0" lvl="0" algn="l" rtl="0">
              <a:lnSpc>
                <a:spcPct val="100000"/>
              </a:lnSpc>
              <a:spcBef>
                <a:spcPts val="0"/>
              </a:spcBef>
              <a:spcAft>
                <a:spcPts val="0"/>
              </a:spcAft>
              <a:buClr>
                <a:schemeClr val="accent1"/>
              </a:buClr>
              <a:buSzPts val="800"/>
              <a:buNone/>
              <a:defRPr sz="800" u="none" strike="noStrike" cap="none">
                <a:solidFill>
                  <a:schemeClr val="accent1"/>
                </a:solidFill>
              </a:defRPr>
            </a:lvl1pPr>
            <a:lvl2pPr marR="0" lvl="1" algn="l" rtl="0">
              <a:lnSpc>
                <a:spcPct val="100000"/>
              </a:lnSpc>
              <a:spcBef>
                <a:spcPts val="0"/>
              </a:spcBef>
              <a:spcAft>
                <a:spcPts val="0"/>
              </a:spcAft>
              <a:buClr>
                <a:schemeClr val="lt1"/>
              </a:buClr>
              <a:buSzPts val="800"/>
              <a:buChar char="&gt;"/>
              <a:defRPr sz="800" u="none" strike="noStrike" cap="none">
                <a:solidFill>
                  <a:schemeClr val="lt1"/>
                </a:solidFill>
              </a:defRPr>
            </a:lvl2pPr>
            <a:lvl3pPr marR="0" lvl="2" algn="l" rtl="0">
              <a:lnSpc>
                <a:spcPct val="100000"/>
              </a:lnSpc>
              <a:spcBef>
                <a:spcPts val="0"/>
              </a:spcBef>
              <a:spcAft>
                <a:spcPts val="0"/>
              </a:spcAft>
              <a:buClr>
                <a:schemeClr val="lt1"/>
              </a:buClr>
              <a:buSzPts val="800"/>
              <a:buChar char="+"/>
              <a:defRPr sz="800" u="none" strike="noStrike" cap="none">
                <a:solidFill>
                  <a:schemeClr val="lt1"/>
                </a:solidFill>
              </a:defRPr>
            </a:lvl3pPr>
            <a:lvl4pPr marR="0" lvl="3" algn="l" rtl="0">
              <a:lnSpc>
                <a:spcPct val="100000"/>
              </a:lnSpc>
              <a:spcBef>
                <a:spcPts val="0"/>
              </a:spcBef>
              <a:spcAft>
                <a:spcPts val="0"/>
              </a:spcAft>
              <a:buClr>
                <a:schemeClr val="lt1"/>
              </a:buClr>
              <a:buSzPts val="800"/>
              <a:buChar char="o"/>
              <a:defRPr sz="800" u="none" strike="noStrike" cap="none">
                <a:solidFill>
                  <a:schemeClr val="lt1"/>
                </a:solidFill>
              </a:defRPr>
            </a:lvl4pPr>
            <a:lvl5pPr marR="0" lvl="4" algn="l" rtl="0">
              <a:lnSpc>
                <a:spcPct val="100000"/>
              </a:lnSpc>
              <a:spcBef>
                <a:spcPts val="0"/>
              </a:spcBef>
              <a:spcAft>
                <a:spcPts val="0"/>
              </a:spcAft>
              <a:buClr>
                <a:schemeClr val="lt1"/>
              </a:buClr>
              <a:buSzPts val="1200"/>
              <a:buChar char="○"/>
              <a:defRPr u="none" strike="noStrike" cap="none">
                <a:solidFill>
                  <a:schemeClr val="lt1"/>
                </a:solidFill>
              </a:defRPr>
            </a:lvl5pPr>
            <a:lvl6pPr marR="0" lvl="5" algn="l" rtl="0">
              <a:lnSpc>
                <a:spcPct val="100000"/>
              </a:lnSpc>
              <a:spcBef>
                <a:spcPts val="0"/>
              </a:spcBef>
              <a:spcAft>
                <a:spcPts val="0"/>
              </a:spcAft>
              <a:buClr>
                <a:schemeClr val="lt1"/>
              </a:buClr>
              <a:buSzPts val="800"/>
              <a:buChar char="○"/>
              <a:defRPr sz="800" u="none" strike="noStrike" cap="none">
                <a:solidFill>
                  <a:schemeClr val="lt1"/>
                </a:solidFill>
              </a:defRPr>
            </a:lvl6pPr>
            <a:lvl7pPr marR="0" lvl="6" algn="l" rtl="0">
              <a:lnSpc>
                <a:spcPct val="100000"/>
              </a:lnSpc>
              <a:spcBef>
                <a:spcPts val="0"/>
              </a:spcBef>
              <a:spcAft>
                <a:spcPts val="0"/>
              </a:spcAft>
              <a:buClr>
                <a:schemeClr val="lt1"/>
              </a:buClr>
              <a:buSzPts val="800"/>
              <a:buChar char="○"/>
              <a:defRPr sz="800" u="none" strike="noStrike" cap="none">
                <a:solidFill>
                  <a:schemeClr val="lt1"/>
                </a:solidFill>
              </a:defRPr>
            </a:lvl7pPr>
            <a:lvl8pPr marR="0" lvl="7" algn="l" rtl="0">
              <a:lnSpc>
                <a:spcPct val="100000"/>
              </a:lnSpc>
              <a:spcBef>
                <a:spcPts val="0"/>
              </a:spcBef>
              <a:spcAft>
                <a:spcPts val="0"/>
              </a:spcAft>
              <a:buClr>
                <a:schemeClr val="lt1"/>
              </a:buClr>
              <a:buSzPts val="800"/>
              <a:buChar char="○"/>
              <a:defRPr sz="800" u="none" strike="noStrike" cap="none">
                <a:solidFill>
                  <a:schemeClr val="lt1"/>
                </a:solidFill>
              </a:defRPr>
            </a:lvl8pPr>
            <a:lvl9pPr marR="0" lvl="8" algn="l" rtl="0">
              <a:lnSpc>
                <a:spcPct val="100000"/>
              </a:lnSpc>
              <a:spcBef>
                <a:spcPts val="0"/>
              </a:spcBef>
              <a:spcAft>
                <a:spcPts val="0"/>
              </a:spcAft>
              <a:buClr>
                <a:schemeClr val="lt1"/>
              </a:buClr>
              <a:buSzPts val="800"/>
              <a:buChar char="○"/>
              <a:defRPr sz="800" u="none" strike="noStrike" cap="none">
                <a:solidFill>
                  <a:schemeClr val="lt1"/>
                </a:solidFill>
              </a:defRPr>
            </a:lvl9pPr>
          </a:lstStyle>
          <a:p>
            <a:endParaRPr/>
          </a:p>
        </p:txBody>
      </p:sp>
      <p:sp>
        <p:nvSpPr>
          <p:cNvPr id="87" name="Google Shape;87;p14"/>
          <p:cNvSpPr txBox="1"/>
          <p:nvPr/>
        </p:nvSpPr>
        <p:spPr>
          <a:xfrm>
            <a:off x="310500" y="285200"/>
            <a:ext cx="1206000" cy="23397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fr" sz="14000">
                <a:solidFill>
                  <a:schemeClr val="lt1"/>
                </a:solidFill>
                <a:latin typeface="Lora SemiBold"/>
                <a:ea typeface="Lora SemiBold"/>
                <a:cs typeface="Lora SemiBold"/>
                <a:sym typeface="Lora SemiBold"/>
              </a:rPr>
              <a:t>«</a:t>
            </a:r>
            <a:endParaRPr sz="14000">
              <a:solidFill>
                <a:schemeClr val="lt1"/>
              </a:solidFill>
              <a:latin typeface="Lora SemiBold"/>
              <a:ea typeface="Lora SemiBold"/>
              <a:cs typeface="Lora SemiBold"/>
              <a:sym typeface="Lora SemiBold"/>
            </a:endParaRPr>
          </a:p>
        </p:txBody>
      </p:sp>
      <p:sp>
        <p:nvSpPr>
          <p:cNvPr id="88" name="Google Shape;88;p14"/>
          <p:cNvSpPr txBox="1">
            <a:spLocks noGrp="1"/>
          </p:cNvSpPr>
          <p:nvPr>
            <p:ph type="sldNum" idx="12"/>
          </p:nvPr>
        </p:nvSpPr>
        <p:spPr>
          <a:xfrm>
            <a:off x="8469000" y="4833225"/>
            <a:ext cx="675000" cy="310500"/>
          </a:xfrm>
          <a:prstGeom prst="rect">
            <a:avLst/>
          </a:prstGeom>
        </p:spPr>
        <p:txBody>
          <a:bodyPr spcFirstLastPara="1" wrap="square" lIns="0" tIns="0" rIns="310500" bIns="172800" anchor="b" anchorCtr="0">
            <a:noAutofit/>
          </a:bodyPr>
          <a:lstStyle>
            <a:lvl1pPr lvl="0" rtl="0">
              <a:buNone/>
              <a:defRPr sz="800" b="1">
                <a:solidFill>
                  <a:srgbClr val="FFFFFF"/>
                </a:solidFill>
                <a:latin typeface="Outfit"/>
                <a:ea typeface="Outfit"/>
                <a:cs typeface="Outfit"/>
                <a:sym typeface="Outfit"/>
              </a:defRPr>
            </a:lvl1pPr>
            <a:lvl2pPr lvl="1" rtl="0">
              <a:buNone/>
              <a:defRPr sz="800" b="1">
                <a:solidFill>
                  <a:srgbClr val="FFFFFF"/>
                </a:solidFill>
                <a:latin typeface="Outfit"/>
                <a:ea typeface="Outfit"/>
                <a:cs typeface="Outfit"/>
                <a:sym typeface="Outfit"/>
              </a:defRPr>
            </a:lvl2pPr>
            <a:lvl3pPr lvl="2" rtl="0">
              <a:buNone/>
              <a:defRPr sz="800" b="1">
                <a:solidFill>
                  <a:srgbClr val="FFFFFF"/>
                </a:solidFill>
                <a:latin typeface="Outfit"/>
                <a:ea typeface="Outfit"/>
                <a:cs typeface="Outfit"/>
                <a:sym typeface="Outfit"/>
              </a:defRPr>
            </a:lvl3pPr>
            <a:lvl4pPr lvl="3" rtl="0">
              <a:buNone/>
              <a:defRPr sz="800" b="1">
                <a:solidFill>
                  <a:srgbClr val="FFFFFF"/>
                </a:solidFill>
                <a:latin typeface="Outfit"/>
                <a:ea typeface="Outfit"/>
                <a:cs typeface="Outfit"/>
                <a:sym typeface="Outfit"/>
              </a:defRPr>
            </a:lvl4pPr>
            <a:lvl5pPr lvl="4" rtl="0">
              <a:buNone/>
              <a:defRPr sz="800" b="1">
                <a:solidFill>
                  <a:srgbClr val="FFFFFF"/>
                </a:solidFill>
                <a:latin typeface="Outfit"/>
                <a:ea typeface="Outfit"/>
                <a:cs typeface="Outfit"/>
                <a:sym typeface="Outfit"/>
              </a:defRPr>
            </a:lvl5pPr>
            <a:lvl6pPr lvl="5" rtl="0">
              <a:buNone/>
              <a:defRPr sz="800" b="1">
                <a:solidFill>
                  <a:srgbClr val="FFFFFF"/>
                </a:solidFill>
                <a:latin typeface="Outfit"/>
                <a:ea typeface="Outfit"/>
                <a:cs typeface="Outfit"/>
                <a:sym typeface="Outfit"/>
              </a:defRPr>
            </a:lvl6pPr>
            <a:lvl7pPr lvl="6" rtl="0">
              <a:buNone/>
              <a:defRPr sz="800" b="1">
                <a:solidFill>
                  <a:srgbClr val="FFFFFF"/>
                </a:solidFill>
                <a:latin typeface="Outfit"/>
                <a:ea typeface="Outfit"/>
                <a:cs typeface="Outfit"/>
                <a:sym typeface="Outfit"/>
              </a:defRPr>
            </a:lvl7pPr>
            <a:lvl8pPr lvl="7" rtl="0">
              <a:buNone/>
              <a:defRPr sz="800" b="1">
                <a:solidFill>
                  <a:srgbClr val="FFFFFF"/>
                </a:solidFill>
                <a:latin typeface="Outfit"/>
                <a:ea typeface="Outfit"/>
                <a:cs typeface="Outfit"/>
                <a:sym typeface="Outfit"/>
              </a:defRPr>
            </a:lvl8pPr>
            <a:lvl9pPr lvl="8" rtl="0">
              <a:buNone/>
              <a:defRPr sz="800" b="1">
                <a:solidFill>
                  <a:srgbClr val="FFFFFF"/>
                </a:solidFill>
                <a:latin typeface="Outfit"/>
                <a:ea typeface="Outfit"/>
                <a:cs typeface="Outfit"/>
                <a:sym typeface="Outfit"/>
              </a:defRPr>
            </a:lvl9pPr>
          </a:lstStyle>
          <a:p>
            <a:pPr marL="0" lvl="0" indent="0" algn="r" rtl="0">
              <a:spcBef>
                <a:spcPts val="0"/>
              </a:spcBef>
              <a:spcAft>
                <a:spcPts val="0"/>
              </a:spcAft>
              <a:buNone/>
            </a:pPr>
            <a:fld id="{00000000-1234-1234-1234-123412341234}" type="slidenum">
              <a:rPr lang="fr"/>
              <a:t>‹N°›</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Conformité">
  <p:cSld name="BLANK_2_1">
    <p:bg>
      <p:bgPr>
        <a:solidFill>
          <a:srgbClr val="FFFFFF"/>
        </a:solidFill>
        <a:effectLst/>
      </p:bgPr>
    </p:bg>
    <p:spTree>
      <p:nvGrpSpPr>
        <p:cNvPr id="1" name="Shape 89"/>
        <p:cNvGrpSpPr/>
        <p:nvPr/>
      </p:nvGrpSpPr>
      <p:grpSpPr>
        <a:xfrm>
          <a:off x="0" y="0"/>
          <a:ext cx="0" cy="0"/>
          <a:chOff x="0" y="0"/>
          <a:chExt cx="0" cy="0"/>
        </a:xfrm>
      </p:grpSpPr>
      <p:grpSp>
        <p:nvGrpSpPr>
          <p:cNvPr id="90" name="Google Shape;90;p15"/>
          <p:cNvGrpSpPr/>
          <p:nvPr/>
        </p:nvGrpSpPr>
        <p:grpSpPr>
          <a:xfrm>
            <a:off x="-17754" y="-412565"/>
            <a:ext cx="9179204" cy="5747165"/>
            <a:chOff x="-513450" y="-550086"/>
            <a:chExt cx="13218900" cy="7662886"/>
          </a:xfrm>
        </p:grpSpPr>
        <p:sp>
          <p:nvSpPr>
            <p:cNvPr id="91" name="Google Shape;91;p15"/>
            <p:cNvSpPr/>
            <p:nvPr/>
          </p:nvSpPr>
          <p:spPr>
            <a:xfrm>
              <a:off x="-513450" y="5190400"/>
              <a:ext cx="13218900" cy="1922400"/>
            </a:xfrm>
            <a:prstGeom prst="rect">
              <a:avLst/>
            </a:prstGeom>
            <a:solidFill>
              <a:srgbClr val="00AFCB">
                <a:alpha val="15140"/>
              </a:srgbClr>
            </a:solidFill>
            <a:ln>
              <a:noFill/>
            </a:ln>
          </p:spPr>
          <p:txBody>
            <a:bodyPr spcFirstLastPara="1" wrap="square" lIns="68575" tIns="68575" rIns="68575" bIns="68575" anchor="ctr" anchorCtr="0">
              <a:noAutofit/>
            </a:bodyPr>
            <a:lstStyle/>
            <a:p>
              <a:pPr marL="0" lvl="0" indent="0" algn="l" rtl="0">
                <a:spcBef>
                  <a:spcPts val="0"/>
                </a:spcBef>
                <a:spcAft>
                  <a:spcPts val="0"/>
                </a:spcAft>
                <a:buNone/>
              </a:pPr>
              <a:endParaRPr/>
            </a:p>
          </p:txBody>
        </p:sp>
        <p:sp>
          <p:nvSpPr>
            <p:cNvPr id="92" name="Google Shape;92;p15"/>
            <p:cNvSpPr/>
            <p:nvPr/>
          </p:nvSpPr>
          <p:spPr>
            <a:xfrm>
              <a:off x="-513450" y="3272647"/>
              <a:ext cx="13218900" cy="1922400"/>
            </a:xfrm>
            <a:prstGeom prst="rect">
              <a:avLst/>
            </a:prstGeom>
            <a:solidFill>
              <a:srgbClr val="00AFCB">
                <a:alpha val="9190"/>
              </a:srgbClr>
            </a:solidFill>
            <a:ln>
              <a:noFill/>
            </a:ln>
          </p:spPr>
          <p:txBody>
            <a:bodyPr spcFirstLastPara="1" wrap="square" lIns="68575" tIns="68575" rIns="68575" bIns="68575" anchor="ctr" anchorCtr="0">
              <a:noAutofit/>
            </a:bodyPr>
            <a:lstStyle/>
            <a:p>
              <a:pPr marL="0" lvl="0" indent="0" algn="l" rtl="0">
                <a:spcBef>
                  <a:spcPts val="0"/>
                </a:spcBef>
                <a:spcAft>
                  <a:spcPts val="0"/>
                </a:spcAft>
                <a:buNone/>
              </a:pPr>
              <a:endParaRPr/>
            </a:p>
          </p:txBody>
        </p:sp>
        <p:sp>
          <p:nvSpPr>
            <p:cNvPr id="93" name="Google Shape;93;p15"/>
            <p:cNvSpPr/>
            <p:nvPr/>
          </p:nvSpPr>
          <p:spPr>
            <a:xfrm>
              <a:off x="-513450" y="1354900"/>
              <a:ext cx="13218900" cy="1922400"/>
            </a:xfrm>
            <a:prstGeom prst="rect">
              <a:avLst/>
            </a:prstGeom>
            <a:solidFill>
              <a:srgbClr val="00AFCB">
                <a:alpha val="5410"/>
              </a:srgbClr>
            </a:solidFill>
            <a:ln>
              <a:noFill/>
            </a:ln>
          </p:spPr>
          <p:txBody>
            <a:bodyPr spcFirstLastPara="1" wrap="square" lIns="68575" tIns="68575" rIns="68575" bIns="68575" anchor="ctr" anchorCtr="0">
              <a:noAutofit/>
            </a:bodyPr>
            <a:lstStyle/>
            <a:p>
              <a:pPr marL="0" lvl="0" indent="0" algn="l" rtl="0">
                <a:spcBef>
                  <a:spcPts val="0"/>
                </a:spcBef>
                <a:spcAft>
                  <a:spcPts val="0"/>
                </a:spcAft>
                <a:buNone/>
              </a:pPr>
              <a:endParaRPr/>
            </a:p>
          </p:txBody>
        </p:sp>
        <p:sp>
          <p:nvSpPr>
            <p:cNvPr id="94" name="Google Shape;94;p15"/>
            <p:cNvSpPr/>
            <p:nvPr/>
          </p:nvSpPr>
          <p:spPr>
            <a:xfrm>
              <a:off x="-513437" y="-550086"/>
              <a:ext cx="13218600" cy="1905300"/>
            </a:xfrm>
            <a:prstGeom prst="rect">
              <a:avLst/>
            </a:prstGeom>
            <a:solidFill>
              <a:srgbClr val="00AFCB">
                <a:alpha val="1080"/>
              </a:srgbClr>
            </a:solidFill>
            <a:ln>
              <a:noFill/>
            </a:ln>
          </p:spPr>
          <p:txBody>
            <a:bodyPr spcFirstLastPara="1" wrap="square" lIns="68575" tIns="68575" rIns="68575" bIns="68575" anchor="ctr" anchorCtr="0">
              <a:noAutofit/>
            </a:bodyPr>
            <a:lstStyle/>
            <a:p>
              <a:pPr marL="0" lvl="0" indent="0" algn="l" rtl="0">
                <a:spcBef>
                  <a:spcPts val="0"/>
                </a:spcBef>
                <a:spcAft>
                  <a:spcPts val="0"/>
                </a:spcAft>
                <a:buNone/>
              </a:pPr>
              <a:endParaRPr sz="1400"/>
            </a:p>
          </p:txBody>
        </p:sp>
      </p:grpSp>
      <p:grpSp>
        <p:nvGrpSpPr>
          <p:cNvPr id="95" name="Google Shape;95;p15"/>
          <p:cNvGrpSpPr/>
          <p:nvPr/>
        </p:nvGrpSpPr>
        <p:grpSpPr>
          <a:xfrm>
            <a:off x="367192" y="282283"/>
            <a:ext cx="8302275" cy="4342954"/>
            <a:chOff x="489589" y="376377"/>
            <a:chExt cx="11069700" cy="5790605"/>
          </a:xfrm>
        </p:grpSpPr>
        <p:cxnSp>
          <p:nvCxnSpPr>
            <p:cNvPr id="96" name="Google Shape;96;p15"/>
            <p:cNvCxnSpPr/>
            <p:nvPr/>
          </p:nvCxnSpPr>
          <p:spPr>
            <a:xfrm>
              <a:off x="489589" y="376377"/>
              <a:ext cx="11069700" cy="0"/>
            </a:xfrm>
            <a:prstGeom prst="straightConnector1">
              <a:avLst/>
            </a:prstGeom>
            <a:noFill/>
            <a:ln w="9525" cap="flat" cmpd="sng">
              <a:solidFill>
                <a:srgbClr val="B7BDCC"/>
              </a:solidFill>
              <a:prstDash val="dot"/>
              <a:round/>
              <a:headEnd type="none" w="med" len="med"/>
              <a:tailEnd type="none" w="med" len="med"/>
            </a:ln>
          </p:spPr>
        </p:cxnSp>
        <p:cxnSp>
          <p:nvCxnSpPr>
            <p:cNvPr id="97" name="Google Shape;97;p15"/>
            <p:cNvCxnSpPr/>
            <p:nvPr/>
          </p:nvCxnSpPr>
          <p:spPr>
            <a:xfrm>
              <a:off x="489589" y="3271680"/>
              <a:ext cx="11069700" cy="0"/>
            </a:xfrm>
            <a:prstGeom prst="straightConnector1">
              <a:avLst/>
            </a:prstGeom>
            <a:noFill/>
            <a:ln w="9525" cap="flat" cmpd="sng">
              <a:solidFill>
                <a:srgbClr val="B7BDCC"/>
              </a:solidFill>
              <a:prstDash val="dot"/>
              <a:round/>
              <a:headEnd type="none" w="med" len="med"/>
              <a:tailEnd type="none" w="med" len="med"/>
            </a:ln>
          </p:spPr>
        </p:cxnSp>
        <p:cxnSp>
          <p:nvCxnSpPr>
            <p:cNvPr id="98" name="Google Shape;98;p15"/>
            <p:cNvCxnSpPr/>
            <p:nvPr/>
          </p:nvCxnSpPr>
          <p:spPr>
            <a:xfrm>
              <a:off x="489589" y="6166983"/>
              <a:ext cx="11069700" cy="0"/>
            </a:xfrm>
            <a:prstGeom prst="straightConnector1">
              <a:avLst/>
            </a:prstGeom>
            <a:noFill/>
            <a:ln w="9525" cap="flat" cmpd="sng">
              <a:solidFill>
                <a:srgbClr val="B7BDCC"/>
              </a:solidFill>
              <a:prstDash val="dot"/>
              <a:round/>
              <a:headEnd type="none" w="med" len="med"/>
              <a:tailEnd type="none" w="med" len="med"/>
            </a:ln>
          </p:spPr>
        </p:cxnSp>
        <p:cxnSp>
          <p:nvCxnSpPr>
            <p:cNvPr id="99" name="Google Shape;99;p15"/>
            <p:cNvCxnSpPr/>
            <p:nvPr/>
          </p:nvCxnSpPr>
          <p:spPr>
            <a:xfrm>
              <a:off x="489589" y="5201882"/>
              <a:ext cx="11069700" cy="0"/>
            </a:xfrm>
            <a:prstGeom prst="straightConnector1">
              <a:avLst/>
            </a:prstGeom>
            <a:noFill/>
            <a:ln w="9525" cap="flat" cmpd="sng">
              <a:solidFill>
                <a:srgbClr val="B7BDCC"/>
              </a:solidFill>
              <a:prstDash val="dot"/>
              <a:round/>
              <a:headEnd type="none" w="med" len="med"/>
              <a:tailEnd type="none" w="med" len="med"/>
            </a:ln>
          </p:spPr>
        </p:cxnSp>
        <p:cxnSp>
          <p:nvCxnSpPr>
            <p:cNvPr id="100" name="Google Shape;100;p15"/>
            <p:cNvCxnSpPr/>
            <p:nvPr/>
          </p:nvCxnSpPr>
          <p:spPr>
            <a:xfrm>
              <a:off x="489589" y="4236781"/>
              <a:ext cx="11069700" cy="0"/>
            </a:xfrm>
            <a:prstGeom prst="straightConnector1">
              <a:avLst/>
            </a:prstGeom>
            <a:noFill/>
            <a:ln w="9525" cap="flat" cmpd="sng">
              <a:solidFill>
                <a:srgbClr val="B7BDCC"/>
              </a:solidFill>
              <a:prstDash val="dot"/>
              <a:round/>
              <a:headEnd type="none" w="med" len="med"/>
              <a:tailEnd type="none" w="med" len="med"/>
            </a:ln>
          </p:spPr>
        </p:cxnSp>
        <p:cxnSp>
          <p:nvCxnSpPr>
            <p:cNvPr id="101" name="Google Shape;101;p15"/>
            <p:cNvCxnSpPr/>
            <p:nvPr/>
          </p:nvCxnSpPr>
          <p:spPr>
            <a:xfrm>
              <a:off x="489589" y="2306579"/>
              <a:ext cx="11069700" cy="0"/>
            </a:xfrm>
            <a:prstGeom prst="straightConnector1">
              <a:avLst/>
            </a:prstGeom>
            <a:noFill/>
            <a:ln w="9525" cap="flat" cmpd="sng">
              <a:solidFill>
                <a:srgbClr val="B7BDCC"/>
              </a:solidFill>
              <a:prstDash val="dot"/>
              <a:round/>
              <a:headEnd type="none" w="med" len="med"/>
              <a:tailEnd type="none" w="med" len="med"/>
            </a:ln>
          </p:spPr>
        </p:cxnSp>
        <p:cxnSp>
          <p:nvCxnSpPr>
            <p:cNvPr id="102" name="Google Shape;102;p15"/>
            <p:cNvCxnSpPr/>
            <p:nvPr/>
          </p:nvCxnSpPr>
          <p:spPr>
            <a:xfrm>
              <a:off x="489589" y="1341478"/>
              <a:ext cx="11069700" cy="0"/>
            </a:xfrm>
            <a:prstGeom prst="straightConnector1">
              <a:avLst/>
            </a:prstGeom>
            <a:noFill/>
            <a:ln w="9525" cap="flat" cmpd="sng">
              <a:solidFill>
                <a:srgbClr val="B7BDCC"/>
              </a:solidFill>
              <a:prstDash val="dot"/>
              <a:round/>
              <a:headEnd type="none" w="med" len="med"/>
              <a:tailEnd type="none" w="med" len="med"/>
            </a:ln>
          </p:spPr>
        </p:cxnSp>
      </p:grpSp>
      <p:pic>
        <p:nvPicPr>
          <p:cNvPr id="103" name="Google Shape;103;p15"/>
          <p:cNvPicPr preferRelativeResize="0"/>
          <p:nvPr/>
        </p:nvPicPr>
        <p:blipFill rotWithShape="1">
          <a:blip r:embed="rId2">
            <a:alphaModFix/>
          </a:blip>
          <a:srcRect/>
          <a:stretch/>
        </p:blipFill>
        <p:spPr>
          <a:xfrm>
            <a:off x="56700" y="4878240"/>
            <a:ext cx="156325" cy="156600"/>
          </a:xfrm>
          <a:prstGeom prst="rect">
            <a:avLst/>
          </a:prstGeom>
          <a:noFill/>
          <a:ln>
            <a:noFill/>
          </a:ln>
        </p:spPr>
      </p:pic>
      <p:sp>
        <p:nvSpPr>
          <p:cNvPr id="104" name="Google Shape;104;p15"/>
          <p:cNvSpPr txBox="1"/>
          <p:nvPr/>
        </p:nvSpPr>
        <p:spPr>
          <a:xfrm rot="-5400000">
            <a:off x="-497315" y="4099226"/>
            <a:ext cx="1236600" cy="2154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700"/>
              <a:buFont typeface="Century Gothic"/>
              <a:buNone/>
            </a:pPr>
            <a:r>
              <a:rPr lang="fr" sz="700" i="0" u="none" strike="noStrike" cap="none">
                <a:solidFill>
                  <a:srgbClr val="0E2356"/>
                </a:solidFill>
                <a:latin typeface="Outfit Light"/>
                <a:ea typeface="Outfit Light"/>
                <a:cs typeface="Outfit Light"/>
                <a:sym typeface="Outfit Light"/>
              </a:rPr>
              <a:t>There is a better way</a:t>
            </a:r>
            <a:endParaRPr sz="700" i="0" u="none" strike="noStrike" cap="none">
              <a:solidFill>
                <a:srgbClr val="0E2356"/>
              </a:solidFill>
              <a:latin typeface="Outfit Light"/>
              <a:ea typeface="Outfit Light"/>
              <a:cs typeface="Outfit Light"/>
              <a:sym typeface="Outfit Light"/>
            </a:endParaRPr>
          </a:p>
        </p:txBody>
      </p:sp>
      <p:sp>
        <p:nvSpPr>
          <p:cNvPr id="105" name="Google Shape;105;p15"/>
          <p:cNvSpPr/>
          <p:nvPr/>
        </p:nvSpPr>
        <p:spPr>
          <a:xfrm>
            <a:off x="367225" y="4854278"/>
            <a:ext cx="2335200" cy="204600"/>
          </a:xfrm>
          <a:prstGeom prst="rect">
            <a:avLst/>
          </a:prstGeom>
          <a:noFill/>
          <a:ln>
            <a:noFill/>
          </a:ln>
        </p:spPr>
        <p:txBody>
          <a:bodyPr spcFirstLastPara="1" wrap="square" lIns="0" tIns="45700" rIns="91425" bIns="45700" anchor="ctr" anchorCtr="0">
            <a:noAutofit/>
          </a:bodyPr>
          <a:lstStyle/>
          <a:p>
            <a:pPr marL="0" marR="0" lvl="0" indent="0" algn="l" rtl="0">
              <a:lnSpc>
                <a:spcPct val="100000"/>
              </a:lnSpc>
              <a:spcBef>
                <a:spcPts val="0"/>
              </a:spcBef>
              <a:spcAft>
                <a:spcPts val="0"/>
              </a:spcAft>
              <a:buClr>
                <a:srgbClr val="000000"/>
              </a:buClr>
              <a:buSzPts val="600"/>
              <a:buFont typeface="Century Gothic"/>
              <a:buNone/>
            </a:pPr>
            <a:r>
              <a:rPr lang="fr" sz="600" i="0" u="none" strike="noStrike" cap="none">
                <a:solidFill>
                  <a:srgbClr val="0E2356"/>
                </a:solidFill>
                <a:latin typeface="Outfit Light"/>
                <a:ea typeface="Outfit Light"/>
                <a:cs typeface="Outfit Light"/>
                <a:sym typeface="Outfit Light"/>
              </a:rPr>
              <a:t>OCTO Part of Accenture © 202</a:t>
            </a:r>
            <a:r>
              <a:rPr lang="fr" sz="600">
                <a:solidFill>
                  <a:srgbClr val="0E2356"/>
                </a:solidFill>
                <a:latin typeface="Outfit Light"/>
                <a:ea typeface="Outfit Light"/>
                <a:cs typeface="Outfit Light"/>
                <a:sym typeface="Outfit Light"/>
              </a:rPr>
              <a:t>1</a:t>
            </a:r>
            <a:r>
              <a:rPr lang="fr" sz="600" i="0" u="none" strike="noStrike" cap="none">
                <a:solidFill>
                  <a:srgbClr val="0E2356"/>
                </a:solidFill>
                <a:latin typeface="Outfit Light"/>
                <a:ea typeface="Outfit Light"/>
                <a:cs typeface="Outfit Light"/>
                <a:sym typeface="Outfit Light"/>
              </a:rPr>
              <a:t> - All rights reserved</a:t>
            </a:r>
            <a:endParaRPr sz="600" i="0" u="none" strike="noStrike" cap="none">
              <a:solidFill>
                <a:srgbClr val="0E2356"/>
              </a:solidFill>
              <a:latin typeface="Outfit Light"/>
              <a:ea typeface="Outfit Light"/>
              <a:cs typeface="Outfit Light"/>
              <a:sym typeface="Outfit Light"/>
            </a:endParaRPr>
          </a:p>
        </p:txBody>
      </p:sp>
      <p:grpSp>
        <p:nvGrpSpPr>
          <p:cNvPr id="106" name="Google Shape;106;p15"/>
          <p:cNvGrpSpPr/>
          <p:nvPr/>
        </p:nvGrpSpPr>
        <p:grpSpPr>
          <a:xfrm>
            <a:off x="7493032" y="789245"/>
            <a:ext cx="884475" cy="3048399"/>
            <a:chOff x="9813054" y="976127"/>
            <a:chExt cx="1179300" cy="4064533"/>
          </a:xfrm>
        </p:grpSpPr>
        <p:sp>
          <p:nvSpPr>
            <p:cNvPr id="107" name="Google Shape;107;p15"/>
            <p:cNvSpPr txBox="1"/>
            <p:nvPr/>
          </p:nvSpPr>
          <p:spPr>
            <a:xfrm>
              <a:off x="9813054" y="976127"/>
              <a:ext cx="1179300" cy="221400"/>
            </a:xfrm>
            <a:prstGeom prst="rect">
              <a:avLst/>
            </a:prstGeom>
            <a:noFill/>
            <a:ln>
              <a:noFill/>
            </a:ln>
          </p:spPr>
          <p:txBody>
            <a:bodyPr spcFirstLastPara="1" wrap="square" lIns="0" tIns="0" rIns="0" bIns="0" anchor="t" anchorCtr="0">
              <a:noAutofit/>
            </a:bodyPr>
            <a:lstStyle/>
            <a:p>
              <a:pPr marL="0" lvl="0" indent="0" algn="r" rtl="0">
                <a:spcBef>
                  <a:spcPts val="0"/>
                </a:spcBef>
                <a:spcAft>
                  <a:spcPts val="0"/>
                </a:spcAft>
                <a:buNone/>
              </a:pPr>
              <a:r>
                <a:rPr lang="fr" sz="1500">
                  <a:solidFill>
                    <a:schemeClr val="lt2"/>
                  </a:solidFill>
                  <a:latin typeface="Outfit ExtraLight"/>
                  <a:ea typeface="Outfit ExtraLight"/>
                  <a:cs typeface="Outfit ExtraLight"/>
                  <a:sym typeface="Outfit ExtraLight"/>
                </a:rPr>
                <a:t>100 %</a:t>
              </a:r>
              <a:endParaRPr sz="1500">
                <a:solidFill>
                  <a:schemeClr val="lt2"/>
                </a:solidFill>
                <a:latin typeface="Outfit ExtraLight"/>
                <a:ea typeface="Outfit ExtraLight"/>
                <a:cs typeface="Outfit ExtraLight"/>
                <a:sym typeface="Outfit ExtraLight"/>
              </a:endParaRPr>
            </a:p>
            <a:p>
              <a:pPr marL="0" lvl="0" indent="0" algn="r" rtl="0">
                <a:spcBef>
                  <a:spcPts val="0"/>
                </a:spcBef>
                <a:spcAft>
                  <a:spcPts val="0"/>
                </a:spcAft>
                <a:buNone/>
              </a:pPr>
              <a:endParaRPr sz="1500">
                <a:solidFill>
                  <a:schemeClr val="lt2"/>
                </a:solidFill>
                <a:latin typeface="Outfit ExtraLight"/>
                <a:ea typeface="Outfit ExtraLight"/>
                <a:cs typeface="Outfit ExtraLight"/>
                <a:sym typeface="Outfit ExtraLight"/>
              </a:endParaRPr>
            </a:p>
          </p:txBody>
        </p:sp>
        <p:sp>
          <p:nvSpPr>
            <p:cNvPr id="108" name="Google Shape;108;p15"/>
            <p:cNvSpPr txBox="1"/>
            <p:nvPr/>
          </p:nvSpPr>
          <p:spPr>
            <a:xfrm>
              <a:off x="10092350" y="2897693"/>
              <a:ext cx="900000" cy="221400"/>
            </a:xfrm>
            <a:prstGeom prst="rect">
              <a:avLst/>
            </a:prstGeom>
            <a:noFill/>
            <a:ln>
              <a:noFill/>
            </a:ln>
          </p:spPr>
          <p:txBody>
            <a:bodyPr spcFirstLastPara="1" wrap="square" lIns="0" tIns="0" rIns="0" bIns="0" anchor="t" anchorCtr="0">
              <a:noAutofit/>
            </a:bodyPr>
            <a:lstStyle/>
            <a:p>
              <a:pPr marL="0" lvl="0" indent="0" algn="r" rtl="0">
                <a:spcBef>
                  <a:spcPts val="0"/>
                </a:spcBef>
                <a:spcAft>
                  <a:spcPts val="0"/>
                </a:spcAft>
                <a:buNone/>
              </a:pPr>
              <a:r>
                <a:rPr lang="fr" sz="1500">
                  <a:solidFill>
                    <a:schemeClr val="lt2"/>
                  </a:solidFill>
                  <a:latin typeface="Outfit ExtraLight"/>
                  <a:ea typeface="Outfit ExtraLight"/>
                  <a:cs typeface="Outfit ExtraLight"/>
                  <a:sym typeface="Outfit ExtraLight"/>
                </a:rPr>
                <a:t>50 %</a:t>
              </a:r>
              <a:endParaRPr sz="1500">
                <a:solidFill>
                  <a:schemeClr val="lt2"/>
                </a:solidFill>
                <a:latin typeface="Outfit ExtraLight"/>
                <a:ea typeface="Outfit ExtraLight"/>
                <a:cs typeface="Outfit ExtraLight"/>
                <a:sym typeface="Outfit ExtraLight"/>
              </a:endParaRPr>
            </a:p>
          </p:txBody>
        </p:sp>
        <p:sp>
          <p:nvSpPr>
            <p:cNvPr id="109" name="Google Shape;109;p15"/>
            <p:cNvSpPr txBox="1"/>
            <p:nvPr/>
          </p:nvSpPr>
          <p:spPr>
            <a:xfrm>
              <a:off x="10092350" y="4819259"/>
              <a:ext cx="900000" cy="221400"/>
            </a:xfrm>
            <a:prstGeom prst="rect">
              <a:avLst/>
            </a:prstGeom>
            <a:noFill/>
            <a:ln>
              <a:noFill/>
            </a:ln>
          </p:spPr>
          <p:txBody>
            <a:bodyPr spcFirstLastPara="1" wrap="square" lIns="0" tIns="0" rIns="0" bIns="0" anchor="t" anchorCtr="0">
              <a:noAutofit/>
            </a:bodyPr>
            <a:lstStyle/>
            <a:p>
              <a:pPr marL="0" lvl="0" indent="0" algn="r" rtl="0">
                <a:spcBef>
                  <a:spcPts val="0"/>
                </a:spcBef>
                <a:spcAft>
                  <a:spcPts val="0"/>
                </a:spcAft>
                <a:buNone/>
              </a:pPr>
              <a:r>
                <a:rPr lang="fr" sz="1500">
                  <a:solidFill>
                    <a:schemeClr val="lt2"/>
                  </a:solidFill>
                  <a:latin typeface="Outfit ExtraLight"/>
                  <a:ea typeface="Outfit ExtraLight"/>
                  <a:cs typeface="Outfit ExtraLight"/>
                  <a:sym typeface="Outfit ExtraLight"/>
                </a:rPr>
                <a:t>0 %</a:t>
              </a:r>
              <a:endParaRPr sz="1500">
                <a:solidFill>
                  <a:schemeClr val="lt2"/>
                </a:solidFill>
                <a:latin typeface="Outfit ExtraLight"/>
                <a:ea typeface="Outfit ExtraLight"/>
                <a:cs typeface="Outfit ExtraLight"/>
                <a:sym typeface="Outfit ExtraLight"/>
              </a:endParaRPr>
            </a:p>
          </p:txBody>
        </p:sp>
      </p:grpSp>
      <p:sp>
        <p:nvSpPr>
          <p:cNvPr id="110" name="Google Shape;110;p15"/>
          <p:cNvSpPr txBox="1"/>
          <p:nvPr/>
        </p:nvSpPr>
        <p:spPr>
          <a:xfrm>
            <a:off x="7710915" y="983739"/>
            <a:ext cx="642300" cy="166200"/>
          </a:xfrm>
          <a:prstGeom prst="rect">
            <a:avLst/>
          </a:prstGeom>
          <a:noFill/>
          <a:ln>
            <a:noFill/>
          </a:ln>
        </p:spPr>
        <p:txBody>
          <a:bodyPr spcFirstLastPara="1" wrap="square" lIns="68575" tIns="0" rIns="0" bIns="34275" anchor="t" anchorCtr="0">
            <a:noAutofit/>
          </a:bodyPr>
          <a:lstStyle/>
          <a:p>
            <a:pPr marL="0" marR="0" lvl="0" indent="0" algn="r" rtl="0">
              <a:spcBef>
                <a:spcPts val="300"/>
              </a:spcBef>
              <a:spcAft>
                <a:spcPts val="0"/>
              </a:spcAft>
              <a:buNone/>
            </a:pPr>
            <a:r>
              <a:rPr lang="fr" sz="600">
                <a:solidFill>
                  <a:schemeClr val="lt2"/>
                </a:solidFill>
                <a:latin typeface="Outfit ExtraLight"/>
                <a:ea typeface="Outfit ExtraLight"/>
                <a:cs typeface="Outfit ExtraLight"/>
                <a:sym typeface="Outfit ExtraLight"/>
              </a:rPr>
              <a:t>= WCAG AA</a:t>
            </a:r>
            <a:endParaRPr sz="600">
              <a:solidFill>
                <a:schemeClr val="lt2"/>
              </a:solidFill>
              <a:latin typeface="Outfit ExtraLight"/>
              <a:ea typeface="Outfit ExtraLight"/>
              <a:cs typeface="Outfit ExtraLight"/>
              <a:sym typeface="Outfit ExtraLight"/>
            </a:endParaRPr>
          </a:p>
        </p:txBody>
      </p:sp>
      <p:pic>
        <p:nvPicPr>
          <p:cNvPr id="111" name="Google Shape;111;p15"/>
          <p:cNvPicPr preferRelativeResize="0"/>
          <p:nvPr/>
        </p:nvPicPr>
        <p:blipFill rotWithShape="1">
          <a:blip r:embed="rId3">
            <a:alphaModFix/>
          </a:blip>
          <a:srcRect/>
          <a:stretch/>
        </p:blipFill>
        <p:spPr>
          <a:xfrm>
            <a:off x="2421565" y="4844692"/>
            <a:ext cx="6165078" cy="223697"/>
          </a:xfrm>
          <a:prstGeom prst="rect">
            <a:avLst/>
          </a:prstGeom>
          <a:noFill/>
          <a:ln>
            <a:noFill/>
          </a:ln>
        </p:spPr>
      </p:pic>
      <p:grpSp>
        <p:nvGrpSpPr>
          <p:cNvPr id="112" name="Google Shape;112;p15"/>
          <p:cNvGrpSpPr/>
          <p:nvPr/>
        </p:nvGrpSpPr>
        <p:grpSpPr>
          <a:xfrm>
            <a:off x="8324362" y="2444925"/>
            <a:ext cx="642375" cy="2898675"/>
            <a:chOff x="11434912" y="3183700"/>
            <a:chExt cx="856500" cy="3864900"/>
          </a:xfrm>
        </p:grpSpPr>
        <p:cxnSp>
          <p:nvCxnSpPr>
            <p:cNvPr id="113" name="Google Shape;113;p15"/>
            <p:cNvCxnSpPr/>
            <p:nvPr/>
          </p:nvCxnSpPr>
          <p:spPr>
            <a:xfrm>
              <a:off x="11887264" y="3183700"/>
              <a:ext cx="0" cy="3864900"/>
            </a:xfrm>
            <a:prstGeom prst="straightConnector1">
              <a:avLst/>
            </a:prstGeom>
            <a:noFill/>
            <a:ln w="38100" cap="flat" cmpd="sng">
              <a:solidFill>
                <a:srgbClr val="F16E00"/>
              </a:solidFill>
              <a:prstDash val="solid"/>
              <a:round/>
              <a:headEnd type="stealth" w="med" len="med"/>
              <a:tailEnd type="none" w="med" len="med"/>
            </a:ln>
          </p:spPr>
        </p:cxnSp>
        <p:sp>
          <p:nvSpPr>
            <p:cNvPr id="114" name="Google Shape;114;p15"/>
            <p:cNvSpPr txBox="1"/>
            <p:nvPr/>
          </p:nvSpPr>
          <p:spPr>
            <a:xfrm rot="-5400000">
              <a:off x="10779712" y="4110350"/>
              <a:ext cx="2166900" cy="856500"/>
            </a:xfrm>
            <a:prstGeom prst="rect">
              <a:avLst/>
            </a:prstGeom>
            <a:noFill/>
            <a:ln>
              <a:noFill/>
            </a:ln>
          </p:spPr>
          <p:txBody>
            <a:bodyPr spcFirstLastPara="1" wrap="square" lIns="68575" tIns="68575" rIns="68575" bIns="68575" anchor="ctr" anchorCtr="0">
              <a:noAutofit/>
            </a:bodyPr>
            <a:lstStyle/>
            <a:p>
              <a:pPr marL="0" lvl="0" indent="0" algn="r" rtl="0">
                <a:spcBef>
                  <a:spcPts val="0"/>
                </a:spcBef>
                <a:spcAft>
                  <a:spcPts val="0"/>
                </a:spcAft>
                <a:buNone/>
              </a:pPr>
              <a:r>
                <a:rPr lang="fr" sz="900" b="1">
                  <a:solidFill>
                    <a:srgbClr val="F16E00"/>
                  </a:solidFill>
                  <a:latin typeface="Outfit"/>
                  <a:ea typeface="Outfit"/>
                  <a:cs typeface="Outfit"/>
                  <a:sym typeface="Outfit"/>
                </a:rPr>
                <a:t>non</a:t>
              </a:r>
              <a:r>
                <a:rPr lang="fr" sz="1100">
                  <a:solidFill>
                    <a:srgbClr val="F16E00"/>
                  </a:solidFill>
                  <a:latin typeface="Outfit"/>
                  <a:ea typeface="Outfit"/>
                  <a:cs typeface="Outfit"/>
                  <a:sym typeface="Outfit"/>
                </a:rPr>
                <a:t> </a:t>
              </a:r>
              <a:endParaRPr sz="1100">
                <a:solidFill>
                  <a:srgbClr val="F16E00"/>
                </a:solidFill>
                <a:latin typeface="Outfit"/>
                <a:ea typeface="Outfit"/>
                <a:cs typeface="Outfit"/>
                <a:sym typeface="Outfit"/>
              </a:endParaRPr>
            </a:p>
            <a:p>
              <a:pPr marL="0" lvl="0" indent="0" algn="r" rtl="0">
                <a:spcBef>
                  <a:spcPts val="0"/>
                </a:spcBef>
                <a:spcAft>
                  <a:spcPts val="0"/>
                </a:spcAft>
                <a:buNone/>
              </a:pPr>
              <a:r>
                <a:rPr lang="fr" sz="900">
                  <a:solidFill>
                    <a:srgbClr val="F16E00"/>
                  </a:solidFill>
                  <a:latin typeface="Outfit"/>
                  <a:ea typeface="Outfit"/>
                  <a:cs typeface="Outfit"/>
                  <a:sym typeface="Outfit"/>
                </a:rPr>
                <a:t>conforme</a:t>
              </a:r>
              <a:endParaRPr sz="900">
                <a:solidFill>
                  <a:srgbClr val="F16E00"/>
                </a:solidFill>
                <a:latin typeface="Outfit"/>
                <a:ea typeface="Outfit"/>
                <a:cs typeface="Outfit"/>
                <a:sym typeface="Outfit"/>
              </a:endParaRPr>
            </a:p>
          </p:txBody>
        </p:sp>
      </p:grpSp>
      <p:grpSp>
        <p:nvGrpSpPr>
          <p:cNvPr id="115" name="Google Shape;115;p15"/>
          <p:cNvGrpSpPr/>
          <p:nvPr/>
        </p:nvGrpSpPr>
        <p:grpSpPr>
          <a:xfrm>
            <a:off x="8327145" y="1004119"/>
            <a:ext cx="642375" cy="1456881"/>
            <a:chOff x="10905223" y="1338825"/>
            <a:chExt cx="856500" cy="1942508"/>
          </a:xfrm>
        </p:grpSpPr>
        <p:cxnSp>
          <p:nvCxnSpPr>
            <p:cNvPr id="116" name="Google Shape;116;p15"/>
            <p:cNvCxnSpPr/>
            <p:nvPr/>
          </p:nvCxnSpPr>
          <p:spPr>
            <a:xfrm>
              <a:off x="11353864" y="1356533"/>
              <a:ext cx="0" cy="1924800"/>
            </a:xfrm>
            <a:prstGeom prst="straightConnector1">
              <a:avLst/>
            </a:prstGeom>
            <a:noFill/>
            <a:ln w="38100" cap="flat" cmpd="sng">
              <a:solidFill>
                <a:srgbClr val="00A2BE"/>
              </a:solidFill>
              <a:prstDash val="solid"/>
              <a:round/>
              <a:headEnd type="stealth" w="med" len="med"/>
              <a:tailEnd type="stealth" w="med" len="med"/>
            </a:ln>
          </p:spPr>
        </p:cxnSp>
        <p:sp>
          <p:nvSpPr>
            <p:cNvPr id="117" name="Google Shape;117;p15"/>
            <p:cNvSpPr txBox="1"/>
            <p:nvPr/>
          </p:nvSpPr>
          <p:spPr>
            <a:xfrm rot="-5400000">
              <a:off x="10373923" y="1870125"/>
              <a:ext cx="1919100" cy="856500"/>
            </a:xfrm>
            <a:prstGeom prst="rect">
              <a:avLst/>
            </a:prstGeom>
            <a:noFill/>
            <a:ln>
              <a:noFill/>
            </a:ln>
          </p:spPr>
          <p:txBody>
            <a:bodyPr spcFirstLastPara="1" wrap="square" lIns="68575" tIns="68575" rIns="68575" bIns="68575" anchor="ctr" anchorCtr="0">
              <a:noAutofit/>
            </a:bodyPr>
            <a:lstStyle/>
            <a:p>
              <a:pPr marL="0" lvl="0" indent="0" algn="ctr" rtl="0">
                <a:spcBef>
                  <a:spcPts val="0"/>
                </a:spcBef>
                <a:spcAft>
                  <a:spcPts val="0"/>
                </a:spcAft>
                <a:buNone/>
              </a:pPr>
              <a:r>
                <a:rPr lang="fr" sz="900" b="1">
                  <a:solidFill>
                    <a:srgbClr val="00AFCB"/>
                  </a:solidFill>
                  <a:latin typeface="Outfit"/>
                  <a:ea typeface="Outfit"/>
                  <a:cs typeface="Outfit"/>
                  <a:sym typeface="Outfit"/>
                </a:rPr>
                <a:t>partiellement</a:t>
              </a:r>
              <a:r>
                <a:rPr lang="fr" sz="1100">
                  <a:solidFill>
                    <a:srgbClr val="00AFCB"/>
                  </a:solidFill>
                  <a:latin typeface="Outfit"/>
                  <a:ea typeface="Outfit"/>
                  <a:cs typeface="Outfit"/>
                  <a:sym typeface="Outfit"/>
                </a:rPr>
                <a:t> </a:t>
              </a:r>
              <a:endParaRPr sz="1100">
                <a:solidFill>
                  <a:srgbClr val="00AFCB"/>
                </a:solidFill>
                <a:latin typeface="Outfit"/>
                <a:ea typeface="Outfit"/>
                <a:cs typeface="Outfit"/>
                <a:sym typeface="Outfit"/>
              </a:endParaRPr>
            </a:p>
            <a:p>
              <a:pPr marL="0" lvl="0" indent="0" algn="ctr" rtl="0">
                <a:spcBef>
                  <a:spcPts val="0"/>
                </a:spcBef>
                <a:spcAft>
                  <a:spcPts val="0"/>
                </a:spcAft>
                <a:buNone/>
              </a:pPr>
              <a:r>
                <a:rPr lang="fr" sz="900">
                  <a:solidFill>
                    <a:srgbClr val="00AFCB"/>
                  </a:solidFill>
                  <a:latin typeface="Outfit"/>
                  <a:ea typeface="Outfit"/>
                  <a:cs typeface="Outfit"/>
                  <a:sym typeface="Outfit"/>
                </a:rPr>
                <a:t>conforme</a:t>
              </a:r>
              <a:endParaRPr sz="900">
                <a:solidFill>
                  <a:srgbClr val="00AFCB"/>
                </a:solidFill>
                <a:latin typeface="Outfit"/>
                <a:ea typeface="Outfit"/>
                <a:cs typeface="Outfit"/>
                <a:sym typeface="Outfit"/>
              </a:endParaRPr>
            </a:p>
          </p:txBody>
        </p:sp>
      </p:grpSp>
      <p:grpSp>
        <p:nvGrpSpPr>
          <p:cNvPr id="118" name="Google Shape;118;p15"/>
          <p:cNvGrpSpPr/>
          <p:nvPr/>
        </p:nvGrpSpPr>
        <p:grpSpPr>
          <a:xfrm>
            <a:off x="8324378" y="-477170"/>
            <a:ext cx="642375" cy="1500300"/>
            <a:chOff x="11434920" y="-712425"/>
            <a:chExt cx="856500" cy="2000400"/>
          </a:xfrm>
        </p:grpSpPr>
        <p:cxnSp>
          <p:nvCxnSpPr>
            <p:cNvPr id="119" name="Google Shape;119;p15"/>
            <p:cNvCxnSpPr/>
            <p:nvPr/>
          </p:nvCxnSpPr>
          <p:spPr>
            <a:xfrm>
              <a:off x="11887125" y="-712425"/>
              <a:ext cx="0" cy="2000400"/>
            </a:xfrm>
            <a:prstGeom prst="straightConnector1">
              <a:avLst/>
            </a:prstGeom>
            <a:noFill/>
            <a:ln w="38100" cap="flat" cmpd="sng">
              <a:solidFill>
                <a:srgbClr val="2BC82B"/>
              </a:solidFill>
              <a:prstDash val="solid"/>
              <a:round/>
              <a:headEnd type="none" w="med" len="med"/>
              <a:tailEnd type="stealth" w="med" len="med"/>
            </a:ln>
          </p:spPr>
        </p:cxnSp>
        <p:sp>
          <p:nvSpPr>
            <p:cNvPr id="120" name="Google Shape;120;p15"/>
            <p:cNvSpPr txBox="1"/>
            <p:nvPr/>
          </p:nvSpPr>
          <p:spPr>
            <a:xfrm rot="-5400000">
              <a:off x="11122620" y="-122650"/>
              <a:ext cx="1481100" cy="856500"/>
            </a:xfrm>
            <a:prstGeom prst="rect">
              <a:avLst/>
            </a:prstGeom>
            <a:noFill/>
            <a:ln>
              <a:noFill/>
            </a:ln>
          </p:spPr>
          <p:txBody>
            <a:bodyPr spcFirstLastPara="1" wrap="square" lIns="68575" tIns="68575" rIns="68575" bIns="68575" anchor="ctr" anchorCtr="0">
              <a:noAutofit/>
            </a:bodyPr>
            <a:lstStyle/>
            <a:p>
              <a:pPr marL="0" lvl="0" indent="0" algn="l" rtl="0">
                <a:spcBef>
                  <a:spcPts val="0"/>
                </a:spcBef>
                <a:spcAft>
                  <a:spcPts val="0"/>
                </a:spcAft>
                <a:buNone/>
              </a:pPr>
              <a:r>
                <a:rPr lang="fr" sz="900" b="1">
                  <a:solidFill>
                    <a:srgbClr val="2BC82B"/>
                  </a:solidFill>
                  <a:latin typeface="Outfit"/>
                  <a:ea typeface="Outfit"/>
                  <a:cs typeface="Outfit"/>
                  <a:sym typeface="Outfit"/>
                </a:rPr>
                <a:t>totalement</a:t>
              </a:r>
              <a:r>
                <a:rPr lang="fr" sz="1100">
                  <a:solidFill>
                    <a:srgbClr val="2BC82B"/>
                  </a:solidFill>
                  <a:latin typeface="Outfit"/>
                  <a:ea typeface="Outfit"/>
                  <a:cs typeface="Outfit"/>
                  <a:sym typeface="Outfit"/>
                </a:rPr>
                <a:t> </a:t>
              </a:r>
              <a:endParaRPr sz="1100">
                <a:solidFill>
                  <a:srgbClr val="2BC82B"/>
                </a:solidFill>
                <a:latin typeface="Outfit"/>
                <a:ea typeface="Outfit"/>
                <a:cs typeface="Outfit"/>
                <a:sym typeface="Outfit"/>
              </a:endParaRPr>
            </a:p>
            <a:p>
              <a:pPr marL="0" lvl="0" indent="0" algn="l" rtl="0">
                <a:spcBef>
                  <a:spcPts val="0"/>
                </a:spcBef>
                <a:spcAft>
                  <a:spcPts val="0"/>
                </a:spcAft>
                <a:buNone/>
              </a:pPr>
              <a:r>
                <a:rPr lang="fr" sz="900">
                  <a:solidFill>
                    <a:srgbClr val="2BC82B"/>
                  </a:solidFill>
                  <a:latin typeface="Outfit"/>
                  <a:ea typeface="Outfit"/>
                  <a:cs typeface="Outfit"/>
                  <a:sym typeface="Outfit"/>
                </a:rPr>
                <a:t>conforme</a:t>
              </a:r>
              <a:endParaRPr sz="900">
                <a:solidFill>
                  <a:srgbClr val="2BC82B"/>
                </a:solidFill>
                <a:latin typeface="Outfit"/>
                <a:ea typeface="Outfit"/>
                <a:cs typeface="Outfit"/>
                <a:sym typeface="Outfit"/>
              </a:endParaRPr>
            </a:p>
          </p:txBody>
        </p:sp>
      </p:grpSp>
      <p:sp>
        <p:nvSpPr>
          <p:cNvPr id="121" name="Google Shape;121;p15"/>
          <p:cNvSpPr txBox="1"/>
          <p:nvPr/>
        </p:nvSpPr>
        <p:spPr>
          <a:xfrm>
            <a:off x="367225" y="285200"/>
            <a:ext cx="8426400" cy="3708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endParaRPr sz="2100" b="1">
              <a:solidFill>
                <a:srgbClr val="0E2356"/>
              </a:solidFill>
              <a:latin typeface="Outfit"/>
              <a:ea typeface="Outfit"/>
              <a:cs typeface="Outfit"/>
              <a:sym typeface="Outfit"/>
            </a:endParaRPr>
          </a:p>
        </p:txBody>
      </p:sp>
      <p:sp>
        <p:nvSpPr>
          <p:cNvPr id="122" name="Google Shape;122;p15"/>
          <p:cNvSpPr txBox="1">
            <a:spLocks noGrp="1"/>
          </p:cNvSpPr>
          <p:nvPr>
            <p:ph type="title"/>
          </p:nvPr>
        </p:nvSpPr>
        <p:spPr>
          <a:xfrm>
            <a:off x="310500" y="310500"/>
            <a:ext cx="8523900" cy="369900"/>
          </a:xfrm>
          <a:prstGeom prst="rect">
            <a:avLst/>
          </a:prstGeom>
        </p:spPr>
        <p:txBody>
          <a:bodyPr spcFirstLastPara="1" wrap="square" lIns="0" tIns="0" rIns="0" bIns="0" anchor="t" anchorCtr="0">
            <a:spAutoFit/>
          </a:bodyPr>
          <a:lstStyle>
            <a:lvl1pPr lvl="0" rtl="0">
              <a:spcBef>
                <a:spcPts val="0"/>
              </a:spcBef>
              <a:spcAft>
                <a:spcPts val="0"/>
              </a:spcAft>
              <a:buClr>
                <a:schemeClr val="dk1"/>
              </a:buClr>
              <a:buSzPts val="2100"/>
              <a:buFont typeface="Outfit"/>
              <a:buNone/>
              <a:defRPr sz="2100">
                <a:solidFill>
                  <a:schemeClr val="dk1"/>
                </a:solidFill>
                <a:latin typeface="Outfit"/>
                <a:ea typeface="Outfit"/>
                <a:cs typeface="Outfit"/>
                <a:sym typeface="Outfit"/>
              </a:defRPr>
            </a:lvl1pPr>
            <a:lvl2pPr lvl="1" rtl="0">
              <a:spcBef>
                <a:spcPts val="0"/>
              </a:spcBef>
              <a:spcAft>
                <a:spcPts val="0"/>
              </a:spcAft>
              <a:buClr>
                <a:schemeClr val="dk1"/>
              </a:buClr>
              <a:buSzPts val="2600"/>
              <a:buNone/>
              <a:defRPr sz="2600">
                <a:solidFill>
                  <a:schemeClr val="dk1"/>
                </a:solidFill>
              </a:defRPr>
            </a:lvl2pPr>
            <a:lvl3pPr lvl="2" rtl="0">
              <a:spcBef>
                <a:spcPts val="0"/>
              </a:spcBef>
              <a:spcAft>
                <a:spcPts val="0"/>
              </a:spcAft>
              <a:buClr>
                <a:schemeClr val="dk1"/>
              </a:buClr>
              <a:buSzPts val="2600"/>
              <a:buNone/>
              <a:defRPr sz="2600">
                <a:solidFill>
                  <a:schemeClr val="dk1"/>
                </a:solidFill>
              </a:defRPr>
            </a:lvl3pPr>
            <a:lvl4pPr lvl="3" rtl="0">
              <a:spcBef>
                <a:spcPts val="0"/>
              </a:spcBef>
              <a:spcAft>
                <a:spcPts val="0"/>
              </a:spcAft>
              <a:buClr>
                <a:schemeClr val="dk1"/>
              </a:buClr>
              <a:buSzPts val="2600"/>
              <a:buNone/>
              <a:defRPr sz="2600">
                <a:solidFill>
                  <a:schemeClr val="dk1"/>
                </a:solidFill>
              </a:defRPr>
            </a:lvl4pPr>
            <a:lvl5pPr lvl="4" rtl="0">
              <a:spcBef>
                <a:spcPts val="0"/>
              </a:spcBef>
              <a:spcAft>
                <a:spcPts val="0"/>
              </a:spcAft>
              <a:buClr>
                <a:schemeClr val="dk1"/>
              </a:buClr>
              <a:buSzPts val="2600"/>
              <a:buNone/>
              <a:defRPr sz="2600">
                <a:solidFill>
                  <a:schemeClr val="dk1"/>
                </a:solidFill>
              </a:defRPr>
            </a:lvl5pPr>
            <a:lvl6pPr lvl="5" rtl="0">
              <a:spcBef>
                <a:spcPts val="0"/>
              </a:spcBef>
              <a:spcAft>
                <a:spcPts val="0"/>
              </a:spcAft>
              <a:buClr>
                <a:schemeClr val="dk1"/>
              </a:buClr>
              <a:buSzPts val="2600"/>
              <a:buNone/>
              <a:defRPr sz="2600">
                <a:solidFill>
                  <a:schemeClr val="dk1"/>
                </a:solidFill>
              </a:defRPr>
            </a:lvl6pPr>
            <a:lvl7pPr lvl="6" rtl="0">
              <a:spcBef>
                <a:spcPts val="0"/>
              </a:spcBef>
              <a:spcAft>
                <a:spcPts val="0"/>
              </a:spcAft>
              <a:buClr>
                <a:schemeClr val="dk1"/>
              </a:buClr>
              <a:buSzPts val="2600"/>
              <a:buNone/>
              <a:defRPr sz="2600">
                <a:solidFill>
                  <a:schemeClr val="dk1"/>
                </a:solidFill>
              </a:defRPr>
            </a:lvl7pPr>
            <a:lvl8pPr lvl="7" rtl="0">
              <a:spcBef>
                <a:spcPts val="0"/>
              </a:spcBef>
              <a:spcAft>
                <a:spcPts val="0"/>
              </a:spcAft>
              <a:buClr>
                <a:schemeClr val="dk1"/>
              </a:buClr>
              <a:buSzPts val="2600"/>
              <a:buNone/>
              <a:defRPr sz="2600">
                <a:solidFill>
                  <a:schemeClr val="dk1"/>
                </a:solidFill>
              </a:defRPr>
            </a:lvl8pPr>
            <a:lvl9pPr lvl="8" rtl="0">
              <a:spcBef>
                <a:spcPts val="0"/>
              </a:spcBef>
              <a:spcAft>
                <a:spcPts val="0"/>
              </a:spcAft>
              <a:buClr>
                <a:schemeClr val="dk1"/>
              </a:buClr>
              <a:buSzPts val="2600"/>
              <a:buNone/>
              <a:defRPr sz="2600">
                <a:solidFill>
                  <a:schemeClr val="dk1"/>
                </a:solidFill>
              </a:defRPr>
            </a:lvl9pPr>
          </a:lstStyle>
          <a:p>
            <a:endParaRPr/>
          </a:p>
        </p:txBody>
      </p:sp>
      <p:sp>
        <p:nvSpPr>
          <p:cNvPr id="123" name="Google Shape;123;p15"/>
          <p:cNvSpPr txBox="1">
            <a:spLocks noGrp="1"/>
          </p:cNvSpPr>
          <p:nvPr>
            <p:ph type="sldNum" idx="12"/>
          </p:nvPr>
        </p:nvSpPr>
        <p:spPr>
          <a:xfrm>
            <a:off x="8469004" y="4833225"/>
            <a:ext cx="675000" cy="310500"/>
          </a:xfrm>
          <a:prstGeom prst="rect">
            <a:avLst/>
          </a:prstGeom>
        </p:spPr>
        <p:txBody>
          <a:bodyPr spcFirstLastPara="1" wrap="square" lIns="0" tIns="0" rIns="310500" bIns="172800" anchor="b" anchorCtr="0">
            <a:noAutofit/>
          </a:bodyPr>
          <a:lstStyle>
            <a:lvl1pPr lvl="0" algn="r" rtl="0">
              <a:buNone/>
              <a:defRPr sz="800" b="1">
                <a:solidFill>
                  <a:schemeClr val="dk1"/>
                </a:solidFill>
                <a:latin typeface="Outfit"/>
                <a:ea typeface="Outfit"/>
                <a:cs typeface="Outfit"/>
                <a:sym typeface="Outfit"/>
              </a:defRPr>
            </a:lvl1pPr>
            <a:lvl2pPr lvl="1" algn="r" rtl="0">
              <a:buNone/>
              <a:defRPr sz="800" b="1">
                <a:solidFill>
                  <a:schemeClr val="dk1"/>
                </a:solidFill>
                <a:latin typeface="Outfit"/>
                <a:ea typeface="Outfit"/>
                <a:cs typeface="Outfit"/>
                <a:sym typeface="Outfit"/>
              </a:defRPr>
            </a:lvl2pPr>
            <a:lvl3pPr lvl="2" algn="r" rtl="0">
              <a:buNone/>
              <a:defRPr sz="800" b="1">
                <a:solidFill>
                  <a:schemeClr val="dk1"/>
                </a:solidFill>
                <a:latin typeface="Outfit"/>
                <a:ea typeface="Outfit"/>
                <a:cs typeface="Outfit"/>
                <a:sym typeface="Outfit"/>
              </a:defRPr>
            </a:lvl3pPr>
            <a:lvl4pPr lvl="3" algn="r" rtl="0">
              <a:buNone/>
              <a:defRPr sz="800" b="1">
                <a:solidFill>
                  <a:schemeClr val="dk1"/>
                </a:solidFill>
                <a:latin typeface="Outfit"/>
                <a:ea typeface="Outfit"/>
                <a:cs typeface="Outfit"/>
                <a:sym typeface="Outfit"/>
              </a:defRPr>
            </a:lvl4pPr>
            <a:lvl5pPr lvl="4" algn="r" rtl="0">
              <a:buNone/>
              <a:defRPr sz="800" b="1">
                <a:solidFill>
                  <a:schemeClr val="dk1"/>
                </a:solidFill>
                <a:latin typeface="Outfit"/>
                <a:ea typeface="Outfit"/>
                <a:cs typeface="Outfit"/>
                <a:sym typeface="Outfit"/>
              </a:defRPr>
            </a:lvl5pPr>
            <a:lvl6pPr lvl="5" algn="r" rtl="0">
              <a:buNone/>
              <a:defRPr sz="800" b="1">
                <a:solidFill>
                  <a:schemeClr val="dk1"/>
                </a:solidFill>
                <a:latin typeface="Outfit"/>
                <a:ea typeface="Outfit"/>
                <a:cs typeface="Outfit"/>
                <a:sym typeface="Outfit"/>
              </a:defRPr>
            </a:lvl6pPr>
            <a:lvl7pPr lvl="6" algn="r" rtl="0">
              <a:buNone/>
              <a:defRPr sz="800" b="1">
                <a:solidFill>
                  <a:schemeClr val="dk1"/>
                </a:solidFill>
                <a:latin typeface="Outfit"/>
                <a:ea typeface="Outfit"/>
                <a:cs typeface="Outfit"/>
                <a:sym typeface="Outfit"/>
              </a:defRPr>
            </a:lvl7pPr>
            <a:lvl8pPr lvl="7" algn="r" rtl="0">
              <a:buNone/>
              <a:defRPr sz="800" b="1">
                <a:solidFill>
                  <a:schemeClr val="dk1"/>
                </a:solidFill>
                <a:latin typeface="Outfit"/>
                <a:ea typeface="Outfit"/>
                <a:cs typeface="Outfit"/>
                <a:sym typeface="Outfit"/>
              </a:defRPr>
            </a:lvl8pPr>
            <a:lvl9pPr lvl="8" algn="r" rtl="0">
              <a:buNone/>
              <a:defRPr sz="800" b="1">
                <a:solidFill>
                  <a:schemeClr val="dk1"/>
                </a:solidFill>
                <a:latin typeface="Outfit"/>
                <a:ea typeface="Outfit"/>
                <a:cs typeface="Outfit"/>
                <a:sym typeface="Outfit"/>
              </a:defRPr>
            </a:lvl9pPr>
          </a:lstStyle>
          <a:p>
            <a:pPr marL="0" lvl="0" indent="0" algn="r" rtl="0">
              <a:spcBef>
                <a:spcPts val="0"/>
              </a:spcBef>
              <a:spcAft>
                <a:spcPts val="0"/>
              </a:spcAft>
              <a:buNone/>
            </a:pPr>
            <a:fld id="{00000000-1234-1234-1234-123412341234}" type="slidenum">
              <a:rPr lang="fr"/>
              <a:t>‹N°›</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OCTO">
  <p:cSld name="TITLE_ONLY_1">
    <p:bg>
      <p:bgPr>
        <a:solidFill>
          <a:schemeClr val="lt1"/>
        </a:solidFill>
        <a:effectLst/>
      </p:bgPr>
    </p:bg>
    <p:spTree>
      <p:nvGrpSpPr>
        <p:cNvPr id="1" name="Shape 124"/>
        <p:cNvGrpSpPr/>
        <p:nvPr/>
      </p:nvGrpSpPr>
      <p:grpSpPr>
        <a:xfrm>
          <a:off x="0" y="0"/>
          <a:ext cx="0" cy="0"/>
          <a:chOff x="0" y="0"/>
          <a:chExt cx="0" cy="0"/>
        </a:xfrm>
      </p:grpSpPr>
      <p:sp>
        <p:nvSpPr>
          <p:cNvPr id="125" name="Google Shape;125;p16"/>
          <p:cNvSpPr/>
          <p:nvPr/>
        </p:nvSpPr>
        <p:spPr>
          <a:xfrm>
            <a:off x="213475" y="208900"/>
            <a:ext cx="8715600" cy="4728600"/>
          </a:xfrm>
          <a:prstGeom prst="roundRect">
            <a:avLst>
              <a:gd name="adj" fmla="val 1616"/>
            </a:avLst>
          </a:prstGeom>
          <a:solidFill>
            <a:srgbClr val="FFFFFF"/>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Century Gothic"/>
              <a:buNone/>
            </a:pPr>
            <a:endParaRPr sz="1400" b="0" i="0" u="none" strike="noStrike" cap="none">
              <a:solidFill>
                <a:srgbClr val="000000"/>
              </a:solidFill>
              <a:latin typeface="Century Gothic"/>
              <a:ea typeface="Century Gothic"/>
              <a:cs typeface="Century Gothic"/>
              <a:sym typeface="Century Gothic"/>
            </a:endParaRPr>
          </a:p>
        </p:txBody>
      </p:sp>
      <p:sp>
        <p:nvSpPr>
          <p:cNvPr id="126" name="Google Shape;126;p16"/>
          <p:cNvSpPr txBox="1">
            <a:spLocks noGrp="1"/>
          </p:cNvSpPr>
          <p:nvPr>
            <p:ph type="title"/>
          </p:nvPr>
        </p:nvSpPr>
        <p:spPr>
          <a:xfrm>
            <a:off x="310500" y="310500"/>
            <a:ext cx="8523900" cy="369900"/>
          </a:xfrm>
          <a:prstGeom prst="rect">
            <a:avLst/>
          </a:prstGeom>
        </p:spPr>
        <p:txBody>
          <a:bodyPr spcFirstLastPara="1" wrap="square" lIns="0" tIns="0" rIns="0" bIns="0" anchor="t" anchorCtr="0">
            <a:spAutoFit/>
          </a:bodyPr>
          <a:lstStyle>
            <a:lvl1pPr lvl="0" rtl="0">
              <a:spcBef>
                <a:spcPts val="0"/>
              </a:spcBef>
              <a:spcAft>
                <a:spcPts val="0"/>
              </a:spcAft>
              <a:buClr>
                <a:schemeClr val="dk1"/>
              </a:buClr>
              <a:buSzPts val="2100"/>
              <a:buFont typeface="Outfit"/>
              <a:buNone/>
              <a:defRPr sz="2100">
                <a:solidFill>
                  <a:schemeClr val="dk1"/>
                </a:solidFill>
                <a:latin typeface="Outfit"/>
                <a:ea typeface="Outfit"/>
                <a:cs typeface="Outfit"/>
                <a:sym typeface="Outfit"/>
              </a:defRPr>
            </a:lvl1pPr>
            <a:lvl2pPr lvl="1" rtl="0">
              <a:spcBef>
                <a:spcPts val="0"/>
              </a:spcBef>
              <a:spcAft>
                <a:spcPts val="0"/>
              </a:spcAft>
              <a:buClr>
                <a:schemeClr val="dk1"/>
              </a:buClr>
              <a:buSzPts val="2600"/>
              <a:buNone/>
              <a:defRPr sz="2600">
                <a:solidFill>
                  <a:schemeClr val="dk1"/>
                </a:solidFill>
              </a:defRPr>
            </a:lvl2pPr>
            <a:lvl3pPr lvl="2" rtl="0">
              <a:spcBef>
                <a:spcPts val="0"/>
              </a:spcBef>
              <a:spcAft>
                <a:spcPts val="0"/>
              </a:spcAft>
              <a:buClr>
                <a:schemeClr val="dk1"/>
              </a:buClr>
              <a:buSzPts val="2600"/>
              <a:buNone/>
              <a:defRPr sz="2600">
                <a:solidFill>
                  <a:schemeClr val="dk1"/>
                </a:solidFill>
              </a:defRPr>
            </a:lvl3pPr>
            <a:lvl4pPr lvl="3" rtl="0">
              <a:spcBef>
                <a:spcPts val="0"/>
              </a:spcBef>
              <a:spcAft>
                <a:spcPts val="0"/>
              </a:spcAft>
              <a:buClr>
                <a:schemeClr val="dk1"/>
              </a:buClr>
              <a:buSzPts val="2600"/>
              <a:buNone/>
              <a:defRPr sz="2600">
                <a:solidFill>
                  <a:schemeClr val="dk1"/>
                </a:solidFill>
              </a:defRPr>
            </a:lvl4pPr>
            <a:lvl5pPr lvl="4" rtl="0">
              <a:spcBef>
                <a:spcPts val="0"/>
              </a:spcBef>
              <a:spcAft>
                <a:spcPts val="0"/>
              </a:spcAft>
              <a:buClr>
                <a:schemeClr val="dk1"/>
              </a:buClr>
              <a:buSzPts val="2600"/>
              <a:buNone/>
              <a:defRPr sz="2600">
                <a:solidFill>
                  <a:schemeClr val="dk1"/>
                </a:solidFill>
              </a:defRPr>
            </a:lvl5pPr>
            <a:lvl6pPr lvl="5" rtl="0">
              <a:spcBef>
                <a:spcPts val="0"/>
              </a:spcBef>
              <a:spcAft>
                <a:spcPts val="0"/>
              </a:spcAft>
              <a:buClr>
                <a:schemeClr val="dk1"/>
              </a:buClr>
              <a:buSzPts val="2600"/>
              <a:buNone/>
              <a:defRPr sz="2600">
                <a:solidFill>
                  <a:schemeClr val="dk1"/>
                </a:solidFill>
              </a:defRPr>
            </a:lvl6pPr>
            <a:lvl7pPr lvl="6" rtl="0">
              <a:spcBef>
                <a:spcPts val="0"/>
              </a:spcBef>
              <a:spcAft>
                <a:spcPts val="0"/>
              </a:spcAft>
              <a:buClr>
                <a:schemeClr val="dk1"/>
              </a:buClr>
              <a:buSzPts val="2600"/>
              <a:buNone/>
              <a:defRPr sz="2600">
                <a:solidFill>
                  <a:schemeClr val="dk1"/>
                </a:solidFill>
              </a:defRPr>
            </a:lvl7pPr>
            <a:lvl8pPr lvl="7" rtl="0">
              <a:spcBef>
                <a:spcPts val="0"/>
              </a:spcBef>
              <a:spcAft>
                <a:spcPts val="0"/>
              </a:spcAft>
              <a:buClr>
                <a:schemeClr val="dk1"/>
              </a:buClr>
              <a:buSzPts val="2600"/>
              <a:buNone/>
              <a:defRPr sz="2600">
                <a:solidFill>
                  <a:schemeClr val="dk1"/>
                </a:solidFill>
              </a:defRPr>
            </a:lvl8pPr>
            <a:lvl9pPr lvl="8" rtl="0">
              <a:spcBef>
                <a:spcPts val="0"/>
              </a:spcBef>
              <a:spcAft>
                <a:spcPts val="0"/>
              </a:spcAft>
              <a:buClr>
                <a:schemeClr val="dk1"/>
              </a:buClr>
              <a:buSzPts val="2600"/>
              <a:buNone/>
              <a:defRPr sz="2600">
                <a:solidFill>
                  <a:schemeClr val="dk1"/>
                </a:solidFill>
              </a:defRPr>
            </a:lvl9pPr>
          </a:lstStyle>
          <a:p>
            <a:endParaRPr/>
          </a:p>
        </p:txBody>
      </p:sp>
      <p:sp>
        <p:nvSpPr>
          <p:cNvPr id="127" name="Google Shape;127;p16"/>
          <p:cNvSpPr txBox="1">
            <a:spLocks noGrp="1"/>
          </p:cNvSpPr>
          <p:nvPr>
            <p:ph type="body" idx="1"/>
          </p:nvPr>
        </p:nvSpPr>
        <p:spPr>
          <a:xfrm>
            <a:off x="310500" y="4635706"/>
            <a:ext cx="8523900" cy="393600"/>
          </a:xfrm>
          <a:prstGeom prst="rect">
            <a:avLst/>
          </a:prstGeom>
        </p:spPr>
        <p:txBody>
          <a:bodyPr spcFirstLastPara="1" wrap="square" lIns="0" tIns="0" rIns="0" bIns="172800" anchor="b" anchorCtr="0">
            <a:noAutofit/>
          </a:bodyPr>
          <a:lstStyle>
            <a:lvl1pPr marL="457200" lvl="0" indent="-279400" rtl="0">
              <a:lnSpc>
                <a:spcPct val="100000"/>
              </a:lnSpc>
              <a:spcBef>
                <a:spcPts val="0"/>
              </a:spcBef>
              <a:spcAft>
                <a:spcPts val="0"/>
              </a:spcAft>
              <a:buClr>
                <a:schemeClr val="lt2"/>
              </a:buClr>
              <a:buSzPts val="800"/>
              <a:buChar char="➔"/>
              <a:defRPr sz="800">
                <a:solidFill>
                  <a:schemeClr val="lt2"/>
                </a:solidFill>
                <a:latin typeface="Outfit"/>
                <a:ea typeface="Outfit"/>
                <a:cs typeface="Outfit"/>
                <a:sym typeface="Outfit"/>
              </a:defRPr>
            </a:lvl1pPr>
            <a:lvl2pPr marL="914400" lvl="1" indent="-279400" rtl="0">
              <a:lnSpc>
                <a:spcPct val="100000"/>
              </a:lnSpc>
              <a:spcBef>
                <a:spcPts val="400"/>
              </a:spcBef>
              <a:spcAft>
                <a:spcPts val="0"/>
              </a:spcAft>
              <a:buClr>
                <a:schemeClr val="lt2"/>
              </a:buClr>
              <a:buSzPts val="800"/>
              <a:buChar char="◆"/>
              <a:defRPr sz="800">
                <a:solidFill>
                  <a:schemeClr val="lt2"/>
                </a:solidFill>
                <a:latin typeface="Outfit"/>
                <a:ea typeface="Outfit"/>
                <a:cs typeface="Outfit"/>
                <a:sym typeface="Outfit"/>
              </a:defRPr>
            </a:lvl2pPr>
            <a:lvl3pPr marL="1371600" lvl="2" indent="-279400" rtl="0">
              <a:lnSpc>
                <a:spcPct val="100000"/>
              </a:lnSpc>
              <a:spcBef>
                <a:spcPts val="400"/>
              </a:spcBef>
              <a:spcAft>
                <a:spcPts val="0"/>
              </a:spcAft>
              <a:buClr>
                <a:schemeClr val="lt2"/>
              </a:buClr>
              <a:buSzPts val="800"/>
              <a:buChar char="●"/>
              <a:defRPr sz="800">
                <a:solidFill>
                  <a:schemeClr val="lt2"/>
                </a:solidFill>
                <a:latin typeface="Outfit"/>
                <a:ea typeface="Outfit"/>
                <a:cs typeface="Outfit"/>
                <a:sym typeface="Outfit"/>
              </a:defRPr>
            </a:lvl3pPr>
            <a:lvl4pPr marL="1828800" lvl="3" indent="-279400" rtl="0">
              <a:lnSpc>
                <a:spcPct val="100000"/>
              </a:lnSpc>
              <a:spcBef>
                <a:spcPts val="400"/>
              </a:spcBef>
              <a:spcAft>
                <a:spcPts val="0"/>
              </a:spcAft>
              <a:buClr>
                <a:schemeClr val="lt2"/>
              </a:buClr>
              <a:buSzPts val="800"/>
              <a:buChar char="○"/>
              <a:defRPr sz="800">
                <a:solidFill>
                  <a:schemeClr val="lt2"/>
                </a:solidFill>
                <a:latin typeface="Outfit"/>
                <a:ea typeface="Outfit"/>
                <a:cs typeface="Outfit"/>
                <a:sym typeface="Outfit"/>
              </a:defRPr>
            </a:lvl4pPr>
            <a:lvl5pPr marL="2286000" lvl="4" indent="-279400" rtl="0">
              <a:lnSpc>
                <a:spcPct val="100000"/>
              </a:lnSpc>
              <a:spcBef>
                <a:spcPts val="400"/>
              </a:spcBef>
              <a:spcAft>
                <a:spcPts val="0"/>
              </a:spcAft>
              <a:buClr>
                <a:schemeClr val="lt2"/>
              </a:buClr>
              <a:buSzPts val="800"/>
              <a:buChar char="◆"/>
              <a:defRPr sz="800">
                <a:solidFill>
                  <a:schemeClr val="lt2"/>
                </a:solidFill>
                <a:latin typeface="Outfit"/>
                <a:ea typeface="Outfit"/>
                <a:cs typeface="Outfit"/>
                <a:sym typeface="Outfit"/>
              </a:defRPr>
            </a:lvl5pPr>
            <a:lvl6pPr marL="2743200" lvl="5" indent="-279400" rtl="0">
              <a:lnSpc>
                <a:spcPct val="100000"/>
              </a:lnSpc>
              <a:spcBef>
                <a:spcPts val="400"/>
              </a:spcBef>
              <a:spcAft>
                <a:spcPts val="0"/>
              </a:spcAft>
              <a:buClr>
                <a:schemeClr val="lt2"/>
              </a:buClr>
              <a:buSzPts val="800"/>
              <a:buChar char="●"/>
              <a:defRPr sz="800">
                <a:solidFill>
                  <a:schemeClr val="lt2"/>
                </a:solidFill>
                <a:latin typeface="Outfit"/>
                <a:ea typeface="Outfit"/>
                <a:cs typeface="Outfit"/>
                <a:sym typeface="Outfit"/>
              </a:defRPr>
            </a:lvl6pPr>
            <a:lvl7pPr marL="3200400" lvl="6" indent="-279400" rtl="0">
              <a:lnSpc>
                <a:spcPct val="100000"/>
              </a:lnSpc>
              <a:spcBef>
                <a:spcPts val="400"/>
              </a:spcBef>
              <a:spcAft>
                <a:spcPts val="0"/>
              </a:spcAft>
              <a:buClr>
                <a:schemeClr val="lt2"/>
              </a:buClr>
              <a:buSzPts val="800"/>
              <a:buChar char="○"/>
              <a:defRPr sz="800">
                <a:solidFill>
                  <a:schemeClr val="lt2"/>
                </a:solidFill>
                <a:latin typeface="Outfit"/>
                <a:ea typeface="Outfit"/>
                <a:cs typeface="Outfit"/>
                <a:sym typeface="Outfit"/>
              </a:defRPr>
            </a:lvl7pPr>
            <a:lvl8pPr marL="3657600" lvl="7" indent="-279400" rtl="0">
              <a:lnSpc>
                <a:spcPct val="100000"/>
              </a:lnSpc>
              <a:spcBef>
                <a:spcPts val="400"/>
              </a:spcBef>
              <a:spcAft>
                <a:spcPts val="0"/>
              </a:spcAft>
              <a:buClr>
                <a:schemeClr val="lt2"/>
              </a:buClr>
              <a:buSzPts val="800"/>
              <a:buChar char="◆"/>
              <a:defRPr sz="800">
                <a:solidFill>
                  <a:schemeClr val="lt2"/>
                </a:solidFill>
                <a:latin typeface="Outfit"/>
                <a:ea typeface="Outfit"/>
                <a:cs typeface="Outfit"/>
                <a:sym typeface="Outfit"/>
              </a:defRPr>
            </a:lvl8pPr>
            <a:lvl9pPr marL="4114800" lvl="8" indent="-279400" rtl="0">
              <a:lnSpc>
                <a:spcPct val="100000"/>
              </a:lnSpc>
              <a:spcBef>
                <a:spcPts val="400"/>
              </a:spcBef>
              <a:spcAft>
                <a:spcPts val="400"/>
              </a:spcAft>
              <a:buClr>
                <a:schemeClr val="lt2"/>
              </a:buClr>
              <a:buSzPts val="800"/>
              <a:buChar char="●"/>
              <a:defRPr sz="800">
                <a:solidFill>
                  <a:schemeClr val="lt2"/>
                </a:solidFill>
                <a:latin typeface="Outfit"/>
                <a:ea typeface="Outfit"/>
                <a:cs typeface="Outfit"/>
                <a:sym typeface="Outfit"/>
              </a:defRPr>
            </a:lvl9pPr>
          </a:lstStyle>
          <a:p>
            <a:endParaRPr/>
          </a:p>
        </p:txBody>
      </p:sp>
      <p:sp>
        <p:nvSpPr>
          <p:cNvPr id="128" name="Google Shape;128;p16"/>
          <p:cNvSpPr/>
          <p:nvPr/>
        </p:nvSpPr>
        <p:spPr>
          <a:xfrm>
            <a:off x="6809625" y="4939025"/>
            <a:ext cx="2335200" cy="204600"/>
          </a:xfrm>
          <a:prstGeom prst="rect">
            <a:avLst/>
          </a:prstGeom>
          <a:noFill/>
          <a:ln>
            <a:noFill/>
          </a:ln>
        </p:spPr>
        <p:txBody>
          <a:bodyPr spcFirstLastPara="1" wrap="square" lIns="91425" tIns="45700" rIns="310500" bIns="45700" anchor="ctr" anchorCtr="0">
            <a:noAutofit/>
          </a:bodyPr>
          <a:lstStyle/>
          <a:p>
            <a:pPr marL="0" marR="0" lvl="0" indent="0" algn="r" rtl="0">
              <a:lnSpc>
                <a:spcPct val="100000"/>
              </a:lnSpc>
              <a:spcBef>
                <a:spcPts val="0"/>
              </a:spcBef>
              <a:spcAft>
                <a:spcPts val="0"/>
              </a:spcAft>
              <a:buClr>
                <a:srgbClr val="000000"/>
              </a:buClr>
              <a:buSzPts val="600"/>
              <a:buFont typeface="Century Gothic"/>
              <a:buNone/>
            </a:pPr>
            <a:r>
              <a:rPr lang="fr" sz="600" i="0" u="none" strike="noStrike" cap="none">
                <a:solidFill>
                  <a:srgbClr val="0E2356"/>
                </a:solidFill>
                <a:latin typeface="Outfit Light"/>
                <a:ea typeface="Outfit Light"/>
                <a:cs typeface="Outfit Light"/>
                <a:sym typeface="Outfit Light"/>
              </a:rPr>
              <a:t>OCTO Part of </a:t>
            </a:r>
            <a:r>
              <a:rPr lang="fr" sz="600">
                <a:solidFill>
                  <a:srgbClr val="0E2356"/>
                </a:solidFill>
                <a:latin typeface="Outfit Light"/>
                <a:ea typeface="Outfit Light"/>
                <a:cs typeface="Outfit Light"/>
                <a:sym typeface="Outfit Light"/>
              </a:rPr>
              <a:t>Accenture © 2023</a:t>
            </a:r>
            <a:r>
              <a:rPr lang="fr" sz="600" i="0" u="none" strike="noStrike" cap="none">
                <a:solidFill>
                  <a:srgbClr val="0E2356"/>
                </a:solidFill>
                <a:latin typeface="Outfit Light"/>
                <a:ea typeface="Outfit Light"/>
                <a:cs typeface="Outfit Light"/>
                <a:sym typeface="Outfit Light"/>
              </a:rPr>
              <a:t> - All rights reserved</a:t>
            </a:r>
            <a:endParaRPr sz="600" i="0" u="none" strike="noStrike" cap="none">
              <a:solidFill>
                <a:srgbClr val="0E2356"/>
              </a:solidFill>
              <a:latin typeface="Outfit Light"/>
              <a:ea typeface="Outfit Light"/>
              <a:cs typeface="Outfit Light"/>
              <a:sym typeface="Outfit Light"/>
            </a:endParaRPr>
          </a:p>
        </p:txBody>
      </p:sp>
      <p:sp>
        <p:nvSpPr>
          <p:cNvPr id="129" name="Google Shape;129;p16"/>
          <p:cNvSpPr txBox="1"/>
          <p:nvPr/>
        </p:nvSpPr>
        <p:spPr>
          <a:xfrm rot="-5400000">
            <a:off x="-803450" y="2464050"/>
            <a:ext cx="1815300" cy="2154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Clr>
                <a:srgbClr val="000000"/>
              </a:buClr>
              <a:buSzPts val="700"/>
              <a:buFont typeface="Century Gothic"/>
              <a:buNone/>
            </a:pPr>
            <a:r>
              <a:rPr lang="fr" sz="700">
                <a:solidFill>
                  <a:srgbClr val="0E2356"/>
                </a:solidFill>
                <a:latin typeface="Outfit Light"/>
                <a:ea typeface="Outfit Light"/>
                <a:cs typeface="Outfit Light"/>
                <a:sym typeface="Outfit Light"/>
              </a:rPr>
              <a:t>There is a better way</a:t>
            </a:r>
            <a:endParaRPr sz="700">
              <a:solidFill>
                <a:srgbClr val="0E2356"/>
              </a:solidFill>
              <a:latin typeface="Outfit Light"/>
              <a:ea typeface="Outfit Light"/>
              <a:cs typeface="Outfit Light"/>
              <a:sym typeface="Outfit Light"/>
            </a:endParaRPr>
          </a:p>
        </p:txBody>
      </p:sp>
      <p:pic>
        <p:nvPicPr>
          <p:cNvPr id="130" name="Google Shape;130;p16"/>
          <p:cNvPicPr preferRelativeResize="0"/>
          <p:nvPr/>
        </p:nvPicPr>
        <p:blipFill rotWithShape="1">
          <a:blip r:embed="rId2">
            <a:alphaModFix/>
          </a:blip>
          <a:srcRect/>
          <a:stretch/>
        </p:blipFill>
        <p:spPr>
          <a:xfrm>
            <a:off x="57149" y="52400"/>
            <a:ext cx="156325" cy="156600"/>
          </a:xfrm>
          <a:prstGeom prst="rect">
            <a:avLst/>
          </a:prstGeom>
          <a:noFill/>
          <a:ln>
            <a:noFill/>
          </a:ln>
        </p:spPr>
      </p:pic>
      <p:sp>
        <p:nvSpPr>
          <p:cNvPr id="131" name="Google Shape;131;p16"/>
          <p:cNvSpPr txBox="1">
            <a:spLocks noGrp="1"/>
          </p:cNvSpPr>
          <p:nvPr>
            <p:ph type="sldNum" idx="12"/>
          </p:nvPr>
        </p:nvSpPr>
        <p:spPr>
          <a:xfrm>
            <a:off x="8469004" y="4635706"/>
            <a:ext cx="675000" cy="393600"/>
          </a:xfrm>
          <a:prstGeom prst="rect">
            <a:avLst/>
          </a:prstGeom>
        </p:spPr>
        <p:txBody>
          <a:bodyPr spcFirstLastPara="1" wrap="square" lIns="135000" tIns="135000" rIns="310500" bIns="172800" anchor="b" anchorCtr="0">
            <a:noAutofit/>
          </a:bodyPr>
          <a:lstStyle>
            <a:lvl1pPr lvl="0" rtl="0">
              <a:buNone/>
              <a:defRPr>
                <a:solidFill>
                  <a:schemeClr val="dk1"/>
                </a:solidFill>
              </a:defRPr>
            </a:lvl1pPr>
            <a:lvl2pPr lvl="1" rtl="0">
              <a:buNone/>
              <a:defRPr>
                <a:solidFill>
                  <a:schemeClr val="dk1"/>
                </a:solidFill>
              </a:defRPr>
            </a:lvl2pPr>
            <a:lvl3pPr lvl="2" rtl="0">
              <a:buNone/>
              <a:defRPr>
                <a:solidFill>
                  <a:schemeClr val="dk1"/>
                </a:solidFill>
              </a:defRPr>
            </a:lvl3pPr>
            <a:lvl4pPr lvl="3" rtl="0">
              <a:buNone/>
              <a:defRPr>
                <a:solidFill>
                  <a:schemeClr val="dk1"/>
                </a:solidFill>
              </a:defRPr>
            </a:lvl4pPr>
            <a:lvl5pPr lvl="4" rtl="0">
              <a:buNone/>
              <a:defRPr>
                <a:solidFill>
                  <a:schemeClr val="dk1"/>
                </a:solidFill>
              </a:defRPr>
            </a:lvl5pPr>
            <a:lvl6pPr lvl="5" rtl="0">
              <a:buNone/>
              <a:defRPr>
                <a:solidFill>
                  <a:schemeClr val="dk1"/>
                </a:solidFill>
              </a:defRPr>
            </a:lvl6pPr>
            <a:lvl7pPr lvl="6" rtl="0">
              <a:buNone/>
              <a:defRPr>
                <a:solidFill>
                  <a:schemeClr val="dk1"/>
                </a:solidFill>
              </a:defRPr>
            </a:lvl7pPr>
            <a:lvl8pPr lvl="7" rtl="0">
              <a:buNone/>
              <a:defRPr>
                <a:solidFill>
                  <a:schemeClr val="dk1"/>
                </a:solidFill>
              </a:defRPr>
            </a:lvl8pPr>
            <a:lvl9pPr lvl="8" rtl="0">
              <a:buNone/>
              <a:defRPr>
                <a:solidFill>
                  <a:schemeClr val="dk1"/>
                </a:solidFill>
              </a:defRPr>
            </a:lvl9pPr>
          </a:lstStyle>
          <a:p>
            <a:pPr marL="0" lvl="0" indent="0" algn="r" rtl="0">
              <a:spcBef>
                <a:spcPts val="0"/>
              </a:spcBef>
              <a:spcAft>
                <a:spcPts val="0"/>
              </a:spcAft>
              <a:buNone/>
            </a:pPr>
            <a:fld id="{00000000-1234-1234-1234-123412341234}" type="slidenum">
              <a:rPr lang="fr"/>
              <a:t>‹N°›</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matchingName="vrai-faux">
  <p:cSld name="07 - Slide vide fond foncé_1_1">
    <p:bg>
      <p:bgPr>
        <a:noFill/>
        <a:effectLst/>
      </p:bgPr>
    </p:bg>
    <p:spTree>
      <p:nvGrpSpPr>
        <p:cNvPr id="1" name="Shape 132"/>
        <p:cNvGrpSpPr/>
        <p:nvPr/>
      </p:nvGrpSpPr>
      <p:grpSpPr>
        <a:xfrm>
          <a:off x="0" y="0"/>
          <a:ext cx="0" cy="0"/>
          <a:chOff x="0" y="0"/>
          <a:chExt cx="0" cy="0"/>
        </a:xfrm>
      </p:grpSpPr>
      <p:sp>
        <p:nvSpPr>
          <p:cNvPr id="133" name="Google Shape;133;p17"/>
          <p:cNvSpPr txBox="1">
            <a:spLocks noGrp="1"/>
          </p:cNvSpPr>
          <p:nvPr>
            <p:ph type="body" idx="1"/>
          </p:nvPr>
        </p:nvSpPr>
        <p:spPr>
          <a:xfrm>
            <a:off x="4572000" y="225"/>
            <a:ext cx="4572000" cy="5143500"/>
          </a:xfrm>
          <a:prstGeom prst="rect">
            <a:avLst/>
          </a:prstGeom>
          <a:solidFill>
            <a:schemeClr val="accent6"/>
          </a:solidFill>
          <a:ln>
            <a:noFill/>
          </a:ln>
        </p:spPr>
        <p:txBody>
          <a:bodyPr spcFirstLastPara="1" wrap="square" lIns="310500" tIns="310500" rIns="310500" bIns="310500" anchor="t" anchorCtr="0">
            <a:normAutofit/>
          </a:bodyPr>
          <a:lstStyle>
            <a:lvl1pPr marL="457200" marR="0" lvl="0" indent="-374650" algn="l" rtl="0">
              <a:lnSpc>
                <a:spcPct val="115000"/>
              </a:lnSpc>
              <a:spcBef>
                <a:spcPts val="0"/>
              </a:spcBef>
              <a:spcAft>
                <a:spcPts val="0"/>
              </a:spcAft>
              <a:buClr>
                <a:srgbClr val="FFFFFF"/>
              </a:buClr>
              <a:buSzPts val="2300"/>
              <a:buChar char="๏"/>
              <a:defRPr sz="2300" i="0" u="none" strike="noStrike" cap="none">
                <a:solidFill>
                  <a:srgbClr val="FFFFFF"/>
                </a:solidFill>
              </a:defRPr>
            </a:lvl1pPr>
            <a:lvl2pPr marL="914400" marR="0" lvl="1" indent="-374650" algn="l" rtl="0">
              <a:lnSpc>
                <a:spcPct val="115000"/>
              </a:lnSpc>
              <a:spcBef>
                <a:spcPts val="0"/>
              </a:spcBef>
              <a:spcAft>
                <a:spcPts val="0"/>
              </a:spcAft>
              <a:buClr>
                <a:srgbClr val="FFFFFF"/>
              </a:buClr>
              <a:buSzPts val="2300"/>
              <a:buChar char="&gt;"/>
              <a:defRPr sz="2300" i="0" u="none" strike="noStrike" cap="none">
                <a:solidFill>
                  <a:srgbClr val="FFFFFF"/>
                </a:solidFill>
              </a:defRPr>
            </a:lvl2pPr>
            <a:lvl3pPr marL="1371600" marR="0" lvl="2" indent="-374650" algn="l" rtl="0">
              <a:lnSpc>
                <a:spcPct val="115000"/>
              </a:lnSpc>
              <a:spcBef>
                <a:spcPts val="0"/>
              </a:spcBef>
              <a:spcAft>
                <a:spcPts val="0"/>
              </a:spcAft>
              <a:buClr>
                <a:srgbClr val="FFFFFF"/>
              </a:buClr>
              <a:buSzPts val="2300"/>
              <a:buChar char="+"/>
              <a:defRPr sz="2300" i="0" u="none" strike="noStrike" cap="none">
                <a:solidFill>
                  <a:srgbClr val="FFFFFF"/>
                </a:solidFill>
              </a:defRPr>
            </a:lvl3pPr>
            <a:lvl4pPr marL="1828800" marR="0" lvl="3" indent="-374650" algn="l" rtl="0">
              <a:lnSpc>
                <a:spcPct val="115000"/>
              </a:lnSpc>
              <a:spcBef>
                <a:spcPts val="0"/>
              </a:spcBef>
              <a:spcAft>
                <a:spcPts val="0"/>
              </a:spcAft>
              <a:buClr>
                <a:srgbClr val="FFFFFF"/>
              </a:buClr>
              <a:buSzPts val="2300"/>
              <a:buChar char="o"/>
              <a:defRPr sz="2300" i="0" u="none" strike="noStrike" cap="none">
                <a:solidFill>
                  <a:srgbClr val="FFFFFF"/>
                </a:solidFill>
              </a:defRPr>
            </a:lvl4pPr>
            <a:lvl5pPr marL="2286000" marR="0" lvl="4" indent="-374650" algn="l" rtl="0">
              <a:lnSpc>
                <a:spcPct val="115000"/>
              </a:lnSpc>
              <a:spcBef>
                <a:spcPts val="0"/>
              </a:spcBef>
              <a:spcAft>
                <a:spcPts val="0"/>
              </a:spcAft>
              <a:buClr>
                <a:srgbClr val="FFFFFF"/>
              </a:buClr>
              <a:buSzPts val="2300"/>
              <a:buChar char="○"/>
              <a:defRPr sz="2300" i="0" u="none" strike="noStrike" cap="none">
                <a:solidFill>
                  <a:srgbClr val="FFFFFF"/>
                </a:solidFill>
              </a:defRPr>
            </a:lvl5pPr>
            <a:lvl6pPr marL="2743200" marR="0" lvl="5" indent="-374650" algn="l" rtl="0">
              <a:lnSpc>
                <a:spcPct val="115000"/>
              </a:lnSpc>
              <a:spcBef>
                <a:spcPts val="0"/>
              </a:spcBef>
              <a:spcAft>
                <a:spcPts val="0"/>
              </a:spcAft>
              <a:buClr>
                <a:srgbClr val="FFFFFF"/>
              </a:buClr>
              <a:buSzPts val="2300"/>
              <a:buChar char="○"/>
              <a:defRPr sz="2300" i="0" u="none" strike="noStrike" cap="none">
                <a:solidFill>
                  <a:srgbClr val="FFFFFF"/>
                </a:solidFill>
              </a:defRPr>
            </a:lvl6pPr>
            <a:lvl7pPr marL="3200400" marR="0" lvl="6" indent="-374650" algn="l" rtl="0">
              <a:lnSpc>
                <a:spcPct val="115000"/>
              </a:lnSpc>
              <a:spcBef>
                <a:spcPts val="0"/>
              </a:spcBef>
              <a:spcAft>
                <a:spcPts val="0"/>
              </a:spcAft>
              <a:buClr>
                <a:srgbClr val="FFFFFF"/>
              </a:buClr>
              <a:buSzPts val="2300"/>
              <a:buChar char="○"/>
              <a:defRPr sz="2300" i="0" u="none" strike="noStrike" cap="none">
                <a:solidFill>
                  <a:srgbClr val="FFFFFF"/>
                </a:solidFill>
              </a:defRPr>
            </a:lvl7pPr>
            <a:lvl8pPr marL="3657600" marR="0" lvl="7" indent="-374650" algn="l" rtl="0">
              <a:lnSpc>
                <a:spcPct val="115000"/>
              </a:lnSpc>
              <a:spcBef>
                <a:spcPts val="0"/>
              </a:spcBef>
              <a:spcAft>
                <a:spcPts val="0"/>
              </a:spcAft>
              <a:buClr>
                <a:srgbClr val="FFFFFF"/>
              </a:buClr>
              <a:buSzPts val="2300"/>
              <a:buChar char="○"/>
              <a:defRPr sz="2300" i="0" u="none" strike="noStrike" cap="none">
                <a:solidFill>
                  <a:srgbClr val="FFFFFF"/>
                </a:solidFill>
              </a:defRPr>
            </a:lvl8pPr>
            <a:lvl9pPr marL="4114800" marR="0" lvl="8" indent="-374650" algn="l" rtl="0">
              <a:lnSpc>
                <a:spcPct val="115000"/>
              </a:lnSpc>
              <a:spcBef>
                <a:spcPts val="0"/>
              </a:spcBef>
              <a:spcAft>
                <a:spcPts val="0"/>
              </a:spcAft>
              <a:buClr>
                <a:srgbClr val="FFFFFF"/>
              </a:buClr>
              <a:buSzPts val="2300"/>
              <a:buChar char="○"/>
              <a:defRPr sz="2300" i="0" u="none" strike="noStrike" cap="none">
                <a:solidFill>
                  <a:srgbClr val="FFFFFF"/>
                </a:solidFill>
              </a:defRPr>
            </a:lvl9pPr>
          </a:lstStyle>
          <a:p>
            <a:endParaRPr/>
          </a:p>
        </p:txBody>
      </p:sp>
      <p:sp>
        <p:nvSpPr>
          <p:cNvPr id="134" name="Google Shape;134;p17"/>
          <p:cNvSpPr txBox="1">
            <a:spLocks noGrp="1"/>
          </p:cNvSpPr>
          <p:nvPr>
            <p:ph type="title"/>
          </p:nvPr>
        </p:nvSpPr>
        <p:spPr>
          <a:xfrm>
            <a:off x="310518" y="1054106"/>
            <a:ext cx="4110900" cy="1727400"/>
          </a:xfrm>
          <a:prstGeom prst="rect">
            <a:avLst/>
          </a:prstGeom>
          <a:noFill/>
          <a:ln>
            <a:noFill/>
          </a:ln>
        </p:spPr>
        <p:txBody>
          <a:bodyPr spcFirstLastPara="1" wrap="square" lIns="0" tIns="0" rIns="0" bIns="0" anchor="t" anchorCtr="0">
            <a:spAutoFit/>
          </a:bodyPr>
          <a:lstStyle>
            <a:lvl1pPr marR="0" lvl="0" algn="l" rtl="0">
              <a:lnSpc>
                <a:spcPct val="115000"/>
              </a:lnSpc>
              <a:spcBef>
                <a:spcPts val="0"/>
              </a:spcBef>
              <a:spcAft>
                <a:spcPts val="0"/>
              </a:spcAft>
              <a:buClr>
                <a:schemeClr val="dk1"/>
              </a:buClr>
              <a:buSzPts val="2100"/>
              <a:buNone/>
              <a:defRPr sz="2100" b="0" i="0" u="none" strike="noStrike" cap="none">
                <a:solidFill>
                  <a:schemeClr val="dk1"/>
                </a:solidFill>
              </a:defRPr>
            </a:lvl1pPr>
            <a:lvl2pPr marR="0" lvl="1" algn="l" rtl="0">
              <a:lnSpc>
                <a:spcPct val="100000"/>
              </a:lnSpc>
              <a:spcBef>
                <a:spcPts val="0"/>
              </a:spcBef>
              <a:spcAft>
                <a:spcPts val="0"/>
              </a:spcAft>
              <a:buClr>
                <a:schemeClr val="dk1"/>
              </a:buClr>
              <a:buSzPts val="1400"/>
              <a:buNone/>
              <a:defRPr/>
            </a:lvl2pPr>
            <a:lvl3pPr marR="0" lvl="2" algn="l" rtl="0">
              <a:lnSpc>
                <a:spcPct val="100000"/>
              </a:lnSpc>
              <a:spcBef>
                <a:spcPts val="0"/>
              </a:spcBef>
              <a:spcAft>
                <a:spcPts val="0"/>
              </a:spcAft>
              <a:buClr>
                <a:schemeClr val="dk1"/>
              </a:buClr>
              <a:buSzPts val="1400"/>
              <a:buNone/>
              <a:defRPr/>
            </a:lvl3pPr>
            <a:lvl4pPr marR="0" lvl="3" algn="l" rtl="0">
              <a:lnSpc>
                <a:spcPct val="100000"/>
              </a:lnSpc>
              <a:spcBef>
                <a:spcPts val="0"/>
              </a:spcBef>
              <a:spcAft>
                <a:spcPts val="0"/>
              </a:spcAft>
              <a:buClr>
                <a:schemeClr val="dk1"/>
              </a:buClr>
              <a:buSzPts val="1400"/>
              <a:buNone/>
              <a:defRPr/>
            </a:lvl4pPr>
            <a:lvl5pPr marR="0" lvl="4" algn="l" rtl="0">
              <a:lnSpc>
                <a:spcPct val="100000"/>
              </a:lnSpc>
              <a:spcBef>
                <a:spcPts val="0"/>
              </a:spcBef>
              <a:spcAft>
                <a:spcPts val="0"/>
              </a:spcAft>
              <a:buClr>
                <a:schemeClr val="dk1"/>
              </a:buClr>
              <a:buSzPts val="1400"/>
              <a:buNone/>
              <a:defRPr/>
            </a:lvl5pPr>
            <a:lvl6pPr marR="0" lvl="5" algn="l" rtl="0">
              <a:lnSpc>
                <a:spcPct val="100000"/>
              </a:lnSpc>
              <a:spcBef>
                <a:spcPts val="0"/>
              </a:spcBef>
              <a:spcAft>
                <a:spcPts val="0"/>
              </a:spcAft>
              <a:buClr>
                <a:schemeClr val="dk1"/>
              </a:buClr>
              <a:buSzPts val="1400"/>
              <a:buNone/>
              <a:defRPr/>
            </a:lvl6pPr>
            <a:lvl7pPr marR="0" lvl="6" algn="l" rtl="0">
              <a:lnSpc>
                <a:spcPct val="100000"/>
              </a:lnSpc>
              <a:spcBef>
                <a:spcPts val="0"/>
              </a:spcBef>
              <a:spcAft>
                <a:spcPts val="0"/>
              </a:spcAft>
              <a:buClr>
                <a:schemeClr val="dk1"/>
              </a:buClr>
              <a:buSzPts val="1400"/>
              <a:buNone/>
              <a:defRPr/>
            </a:lvl7pPr>
            <a:lvl8pPr marR="0" lvl="7" algn="l" rtl="0">
              <a:lnSpc>
                <a:spcPct val="100000"/>
              </a:lnSpc>
              <a:spcBef>
                <a:spcPts val="0"/>
              </a:spcBef>
              <a:spcAft>
                <a:spcPts val="0"/>
              </a:spcAft>
              <a:buClr>
                <a:schemeClr val="dk1"/>
              </a:buClr>
              <a:buSzPts val="1400"/>
              <a:buNone/>
              <a:defRPr/>
            </a:lvl8pPr>
            <a:lvl9pPr marR="0" lvl="8" algn="l" rtl="0">
              <a:lnSpc>
                <a:spcPct val="100000"/>
              </a:lnSpc>
              <a:spcBef>
                <a:spcPts val="0"/>
              </a:spcBef>
              <a:spcAft>
                <a:spcPts val="0"/>
              </a:spcAft>
              <a:buClr>
                <a:schemeClr val="dk1"/>
              </a:buClr>
              <a:buSzPts val="1400"/>
              <a:buNone/>
              <a:defRPr/>
            </a:lvl9pPr>
          </a:lstStyle>
          <a:p>
            <a:endParaRPr/>
          </a:p>
        </p:txBody>
      </p:sp>
      <p:sp>
        <p:nvSpPr>
          <p:cNvPr id="135" name="Google Shape;135;p17"/>
          <p:cNvSpPr txBox="1"/>
          <p:nvPr/>
        </p:nvSpPr>
        <p:spPr>
          <a:xfrm>
            <a:off x="310500" y="310500"/>
            <a:ext cx="4110900" cy="323100"/>
          </a:xfrm>
          <a:prstGeom prst="rect">
            <a:avLst/>
          </a:prstGeom>
          <a:noFill/>
          <a:ln>
            <a:noFill/>
          </a:ln>
        </p:spPr>
        <p:txBody>
          <a:bodyPr spcFirstLastPara="1" wrap="square" lIns="0" tIns="0" rIns="0" bIns="0" anchor="ctr" anchorCtr="0">
            <a:spAutoFit/>
          </a:bodyPr>
          <a:lstStyle/>
          <a:p>
            <a:pPr marL="0" lvl="0" indent="0" algn="l" rtl="0">
              <a:spcBef>
                <a:spcPts val="0"/>
              </a:spcBef>
              <a:spcAft>
                <a:spcPts val="0"/>
              </a:spcAft>
              <a:buNone/>
            </a:pPr>
            <a:r>
              <a:rPr lang="fr" sz="2100" b="1">
                <a:solidFill>
                  <a:schemeClr val="accent6"/>
                </a:solidFill>
                <a:latin typeface="Outfit"/>
                <a:ea typeface="Outfit"/>
                <a:cs typeface="Outfit"/>
                <a:sym typeface="Outfit"/>
              </a:rPr>
              <a:t>Vrai ou faux ?</a:t>
            </a:r>
            <a:endParaRPr sz="2100" b="1">
              <a:solidFill>
                <a:schemeClr val="accent6"/>
              </a:solidFill>
              <a:latin typeface="Outfit"/>
              <a:ea typeface="Outfit"/>
              <a:cs typeface="Outfit"/>
              <a:sym typeface="Outfit"/>
            </a:endParaRPr>
          </a:p>
        </p:txBody>
      </p:sp>
      <p:pic>
        <p:nvPicPr>
          <p:cNvPr id="136" name="Google Shape;136;p17"/>
          <p:cNvPicPr preferRelativeResize="0"/>
          <p:nvPr/>
        </p:nvPicPr>
        <p:blipFill>
          <a:blip r:embed="rId2">
            <a:alphaModFix amt="5000"/>
          </a:blip>
          <a:stretch>
            <a:fillRect/>
          </a:stretch>
        </p:blipFill>
        <p:spPr>
          <a:xfrm>
            <a:off x="156908" y="2979720"/>
            <a:ext cx="1933012" cy="2007825"/>
          </a:xfrm>
          <a:prstGeom prst="rect">
            <a:avLst/>
          </a:prstGeom>
          <a:noFill/>
          <a:ln>
            <a:noFill/>
          </a:ln>
        </p:spPr>
      </p:pic>
      <p:sp>
        <p:nvSpPr>
          <p:cNvPr id="137" name="Google Shape;137;p17"/>
          <p:cNvSpPr txBox="1">
            <a:spLocks noGrp="1"/>
          </p:cNvSpPr>
          <p:nvPr>
            <p:ph type="sldNum" idx="12"/>
          </p:nvPr>
        </p:nvSpPr>
        <p:spPr>
          <a:xfrm>
            <a:off x="8469000" y="4833225"/>
            <a:ext cx="675000" cy="310500"/>
          </a:xfrm>
          <a:prstGeom prst="rect">
            <a:avLst/>
          </a:prstGeom>
        </p:spPr>
        <p:txBody>
          <a:bodyPr spcFirstLastPara="1" wrap="square" lIns="0" tIns="0" rIns="310500" bIns="172800" anchor="b" anchorCtr="0">
            <a:noAutofit/>
          </a:bodyPr>
          <a:lstStyle>
            <a:lvl1pPr lvl="0" rtl="0">
              <a:buNone/>
              <a:defRPr sz="800" b="1">
                <a:solidFill>
                  <a:srgbClr val="FFFFFF"/>
                </a:solidFill>
                <a:latin typeface="Outfit"/>
                <a:ea typeface="Outfit"/>
                <a:cs typeface="Outfit"/>
                <a:sym typeface="Outfit"/>
              </a:defRPr>
            </a:lvl1pPr>
            <a:lvl2pPr lvl="1" rtl="0">
              <a:buNone/>
              <a:defRPr sz="800" b="1">
                <a:solidFill>
                  <a:srgbClr val="FFFFFF"/>
                </a:solidFill>
                <a:latin typeface="Outfit"/>
                <a:ea typeface="Outfit"/>
                <a:cs typeface="Outfit"/>
                <a:sym typeface="Outfit"/>
              </a:defRPr>
            </a:lvl2pPr>
            <a:lvl3pPr lvl="2" rtl="0">
              <a:buNone/>
              <a:defRPr sz="800" b="1">
                <a:solidFill>
                  <a:srgbClr val="FFFFFF"/>
                </a:solidFill>
                <a:latin typeface="Outfit"/>
                <a:ea typeface="Outfit"/>
                <a:cs typeface="Outfit"/>
                <a:sym typeface="Outfit"/>
              </a:defRPr>
            </a:lvl3pPr>
            <a:lvl4pPr lvl="3" rtl="0">
              <a:buNone/>
              <a:defRPr sz="800" b="1">
                <a:solidFill>
                  <a:srgbClr val="FFFFFF"/>
                </a:solidFill>
                <a:latin typeface="Outfit"/>
                <a:ea typeface="Outfit"/>
                <a:cs typeface="Outfit"/>
                <a:sym typeface="Outfit"/>
              </a:defRPr>
            </a:lvl4pPr>
            <a:lvl5pPr lvl="4" rtl="0">
              <a:buNone/>
              <a:defRPr sz="800" b="1">
                <a:solidFill>
                  <a:srgbClr val="FFFFFF"/>
                </a:solidFill>
                <a:latin typeface="Outfit"/>
                <a:ea typeface="Outfit"/>
                <a:cs typeface="Outfit"/>
                <a:sym typeface="Outfit"/>
              </a:defRPr>
            </a:lvl5pPr>
            <a:lvl6pPr lvl="5" rtl="0">
              <a:buNone/>
              <a:defRPr sz="800" b="1">
                <a:solidFill>
                  <a:srgbClr val="FFFFFF"/>
                </a:solidFill>
                <a:latin typeface="Outfit"/>
                <a:ea typeface="Outfit"/>
                <a:cs typeface="Outfit"/>
                <a:sym typeface="Outfit"/>
              </a:defRPr>
            </a:lvl6pPr>
            <a:lvl7pPr lvl="6" rtl="0">
              <a:buNone/>
              <a:defRPr sz="800" b="1">
                <a:solidFill>
                  <a:srgbClr val="FFFFFF"/>
                </a:solidFill>
                <a:latin typeface="Outfit"/>
                <a:ea typeface="Outfit"/>
                <a:cs typeface="Outfit"/>
                <a:sym typeface="Outfit"/>
              </a:defRPr>
            </a:lvl7pPr>
            <a:lvl8pPr lvl="7" rtl="0">
              <a:buNone/>
              <a:defRPr sz="800" b="1">
                <a:solidFill>
                  <a:srgbClr val="FFFFFF"/>
                </a:solidFill>
                <a:latin typeface="Outfit"/>
                <a:ea typeface="Outfit"/>
                <a:cs typeface="Outfit"/>
                <a:sym typeface="Outfit"/>
              </a:defRPr>
            </a:lvl8pPr>
            <a:lvl9pPr lvl="8" rtl="0">
              <a:buNone/>
              <a:defRPr sz="800" b="1">
                <a:solidFill>
                  <a:srgbClr val="FFFFFF"/>
                </a:solidFill>
                <a:latin typeface="Outfit"/>
                <a:ea typeface="Outfit"/>
                <a:cs typeface="Outfit"/>
                <a:sym typeface="Outfit"/>
              </a:defRPr>
            </a:lvl9pPr>
          </a:lstStyle>
          <a:p>
            <a:pPr marL="0" lvl="0" indent="0" algn="r" rtl="0">
              <a:spcBef>
                <a:spcPts val="0"/>
              </a:spcBef>
              <a:spcAft>
                <a:spcPts val="0"/>
              </a:spcAft>
              <a:buNone/>
            </a:pPr>
            <a:fld id="{00000000-1234-1234-1234-123412341234}" type="slidenum">
              <a:rPr lang="fr"/>
              <a:t>‹N°›</a:t>
            </a:fld>
            <a:endParaRPr/>
          </a:p>
        </p:txBody>
      </p:sp>
      <p:sp>
        <p:nvSpPr>
          <p:cNvPr id="138" name="Google Shape;138;p17"/>
          <p:cNvSpPr txBox="1">
            <a:spLocks noGrp="1"/>
          </p:cNvSpPr>
          <p:nvPr>
            <p:ph type="body" idx="2"/>
          </p:nvPr>
        </p:nvSpPr>
        <p:spPr>
          <a:xfrm>
            <a:off x="310500" y="4750013"/>
            <a:ext cx="4110900" cy="393600"/>
          </a:xfrm>
          <a:prstGeom prst="rect">
            <a:avLst/>
          </a:prstGeom>
        </p:spPr>
        <p:txBody>
          <a:bodyPr spcFirstLastPara="1" wrap="square" lIns="0" tIns="0" rIns="0" bIns="172800" anchor="b" anchorCtr="0">
            <a:noAutofit/>
          </a:bodyPr>
          <a:lstStyle>
            <a:lvl1pPr marL="457200" lvl="0" indent="-279400" rtl="0">
              <a:lnSpc>
                <a:spcPct val="100000"/>
              </a:lnSpc>
              <a:spcBef>
                <a:spcPts val="0"/>
              </a:spcBef>
              <a:spcAft>
                <a:spcPts val="0"/>
              </a:spcAft>
              <a:buClr>
                <a:schemeClr val="lt2"/>
              </a:buClr>
              <a:buSzPts val="800"/>
              <a:buChar char="➔"/>
              <a:defRPr sz="800">
                <a:solidFill>
                  <a:schemeClr val="lt2"/>
                </a:solidFill>
                <a:latin typeface="Outfit"/>
                <a:ea typeface="Outfit"/>
                <a:cs typeface="Outfit"/>
                <a:sym typeface="Outfit"/>
              </a:defRPr>
            </a:lvl1pPr>
            <a:lvl2pPr marL="914400" lvl="1" indent="-279400" rtl="0">
              <a:lnSpc>
                <a:spcPct val="100000"/>
              </a:lnSpc>
              <a:spcBef>
                <a:spcPts val="400"/>
              </a:spcBef>
              <a:spcAft>
                <a:spcPts val="0"/>
              </a:spcAft>
              <a:buClr>
                <a:schemeClr val="lt2"/>
              </a:buClr>
              <a:buSzPts val="800"/>
              <a:buChar char="◆"/>
              <a:defRPr sz="800">
                <a:solidFill>
                  <a:schemeClr val="lt2"/>
                </a:solidFill>
                <a:latin typeface="Outfit"/>
                <a:ea typeface="Outfit"/>
                <a:cs typeface="Outfit"/>
                <a:sym typeface="Outfit"/>
              </a:defRPr>
            </a:lvl2pPr>
            <a:lvl3pPr marL="1371600" lvl="2" indent="-279400" rtl="0">
              <a:lnSpc>
                <a:spcPct val="100000"/>
              </a:lnSpc>
              <a:spcBef>
                <a:spcPts val="400"/>
              </a:spcBef>
              <a:spcAft>
                <a:spcPts val="0"/>
              </a:spcAft>
              <a:buClr>
                <a:schemeClr val="lt2"/>
              </a:buClr>
              <a:buSzPts val="800"/>
              <a:buChar char="●"/>
              <a:defRPr sz="800">
                <a:solidFill>
                  <a:schemeClr val="lt2"/>
                </a:solidFill>
                <a:latin typeface="Outfit"/>
                <a:ea typeface="Outfit"/>
                <a:cs typeface="Outfit"/>
                <a:sym typeface="Outfit"/>
              </a:defRPr>
            </a:lvl3pPr>
            <a:lvl4pPr marL="1828800" lvl="3" indent="-279400" rtl="0">
              <a:lnSpc>
                <a:spcPct val="100000"/>
              </a:lnSpc>
              <a:spcBef>
                <a:spcPts val="400"/>
              </a:spcBef>
              <a:spcAft>
                <a:spcPts val="0"/>
              </a:spcAft>
              <a:buClr>
                <a:schemeClr val="lt2"/>
              </a:buClr>
              <a:buSzPts val="800"/>
              <a:buChar char="○"/>
              <a:defRPr sz="800">
                <a:solidFill>
                  <a:schemeClr val="lt2"/>
                </a:solidFill>
                <a:latin typeface="Outfit"/>
                <a:ea typeface="Outfit"/>
                <a:cs typeface="Outfit"/>
                <a:sym typeface="Outfit"/>
              </a:defRPr>
            </a:lvl4pPr>
            <a:lvl5pPr marL="2286000" lvl="4" indent="-279400" rtl="0">
              <a:lnSpc>
                <a:spcPct val="100000"/>
              </a:lnSpc>
              <a:spcBef>
                <a:spcPts val="400"/>
              </a:spcBef>
              <a:spcAft>
                <a:spcPts val="0"/>
              </a:spcAft>
              <a:buClr>
                <a:schemeClr val="lt2"/>
              </a:buClr>
              <a:buSzPts val="800"/>
              <a:buChar char="◆"/>
              <a:defRPr sz="800">
                <a:solidFill>
                  <a:schemeClr val="lt2"/>
                </a:solidFill>
                <a:latin typeface="Outfit"/>
                <a:ea typeface="Outfit"/>
                <a:cs typeface="Outfit"/>
                <a:sym typeface="Outfit"/>
              </a:defRPr>
            </a:lvl5pPr>
            <a:lvl6pPr marL="2743200" lvl="5" indent="-279400" rtl="0">
              <a:lnSpc>
                <a:spcPct val="100000"/>
              </a:lnSpc>
              <a:spcBef>
                <a:spcPts val="400"/>
              </a:spcBef>
              <a:spcAft>
                <a:spcPts val="0"/>
              </a:spcAft>
              <a:buClr>
                <a:schemeClr val="lt2"/>
              </a:buClr>
              <a:buSzPts val="800"/>
              <a:buChar char="●"/>
              <a:defRPr sz="800">
                <a:solidFill>
                  <a:schemeClr val="lt2"/>
                </a:solidFill>
                <a:latin typeface="Outfit"/>
                <a:ea typeface="Outfit"/>
                <a:cs typeface="Outfit"/>
                <a:sym typeface="Outfit"/>
              </a:defRPr>
            </a:lvl6pPr>
            <a:lvl7pPr marL="3200400" lvl="6" indent="-279400" rtl="0">
              <a:lnSpc>
                <a:spcPct val="100000"/>
              </a:lnSpc>
              <a:spcBef>
                <a:spcPts val="400"/>
              </a:spcBef>
              <a:spcAft>
                <a:spcPts val="0"/>
              </a:spcAft>
              <a:buClr>
                <a:schemeClr val="lt2"/>
              </a:buClr>
              <a:buSzPts val="800"/>
              <a:buChar char="○"/>
              <a:defRPr sz="800">
                <a:solidFill>
                  <a:schemeClr val="lt2"/>
                </a:solidFill>
                <a:latin typeface="Outfit"/>
                <a:ea typeface="Outfit"/>
                <a:cs typeface="Outfit"/>
                <a:sym typeface="Outfit"/>
              </a:defRPr>
            </a:lvl7pPr>
            <a:lvl8pPr marL="3657600" lvl="7" indent="-279400" rtl="0">
              <a:lnSpc>
                <a:spcPct val="100000"/>
              </a:lnSpc>
              <a:spcBef>
                <a:spcPts val="400"/>
              </a:spcBef>
              <a:spcAft>
                <a:spcPts val="0"/>
              </a:spcAft>
              <a:buClr>
                <a:schemeClr val="lt2"/>
              </a:buClr>
              <a:buSzPts val="800"/>
              <a:buChar char="◆"/>
              <a:defRPr sz="800">
                <a:solidFill>
                  <a:schemeClr val="lt2"/>
                </a:solidFill>
                <a:latin typeface="Outfit"/>
                <a:ea typeface="Outfit"/>
                <a:cs typeface="Outfit"/>
                <a:sym typeface="Outfit"/>
              </a:defRPr>
            </a:lvl8pPr>
            <a:lvl9pPr marL="4114800" lvl="8" indent="-279400" rtl="0">
              <a:lnSpc>
                <a:spcPct val="100000"/>
              </a:lnSpc>
              <a:spcBef>
                <a:spcPts val="400"/>
              </a:spcBef>
              <a:spcAft>
                <a:spcPts val="400"/>
              </a:spcAft>
              <a:buClr>
                <a:schemeClr val="lt2"/>
              </a:buClr>
              <a:buSzPts val="800"/>
              <a:buChar char="●"/>
              <a:defRPr sz="800">
                <a:solidFill>
                  <a:schemeClr val="lt2"/>
                </a:solidFill>
                <a:latin typeface="Outfit"/>
                <a:ea typeface="Outfit"/>
                <a:cs typeface="Outfit"/>
                <a:sym typeface="Outfit"/>
              </a:defRPr>
            </a:lvl9pPr>
          </a:lstStyle>
          <a:p>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matchingName="Quiz">
  <p:cSld name="07 - Slide vide fond foncé_1_1_1">
    <p:bg>
      <p:bgPr>
        <a:noFill/>
        <a:effectLst/>
      </p:bgPr>
    </p:bg>
    <p:spTree>
      <p:nvGrpSpPr>
        <p:cNvPr id="1" name="Shape 139"/>
        <p:cNvGrpSpPr/>
        <p:nvPr/>
      </p:nvGrpSpPr>
      <p:grpSpPr>
        <a:xfrm>
          <a:off x="0" y="0"/>
          <a:ext cx="0" cy="0"/>
          <a:chOff x="0" y="0"/>
          <a:chExt cx="0" cy="0"/>
        </a:xfrm>
      </p:grpSpPr>
      <p:pic>
        <p:nvPicPr>
          <p:cNvPr id="140" name="Google Shape;140;p18"/>
          <p:cNvPicPr preferRelativeResize="0"/>
          <p:nvPr/>
        </p:nvPicPr>
        <p:blipFill>
          <a:blip r:embed="rId2">
            <a:alphaModFix amt="5000"/>
          </a:blip>
          <a:stretch>
            <a:fillRect/>
          </a:stretch>
        </p:blipFill>
        <p:spPr>
          <a:xfrm>
            <a:off x="156908" y="2979720"/>
            <a:ext cx="1933012" cy="2007825"/>
          </a:xfrm>
          <a:prstGeom prst="rect">
            <a:avLst/>
          </a:prstGeom>
          <a:noFill/>
          <a:ln>
            <a:noFill/>
          </a:ln>
        </p:spPr>
      </p:pic>
      <p:sp>
        <p:nvSpPr>
          <p:cNvPr id="141" name="Google Shape;141;p18"/>
          <p:cNvSpPr txBox="1">
            <a:spLocks noGrp="1"/>
          </p:cNvSpPr>
          <p:nvPr>
            <p:ph type="title"/>
          </p:nvPr>
        </p:nvSpPr>
        <p:spPr>
          <a:xfrm>
            <a:off x="310518" y="1054106"/>
            <a:ext cx="4110900" cy="1727400"/>
          </a:xfrm>
          <a:prstGeom prst="rect">
            <a:avLst/>
          </a:prstGeom>
          <a:noFill/>
          <a:ln>
            <a:noFill/>
          </a:ln>
        </p:spPr>
        <p:txBody>
          <a:bodyPr spcFirstLastPara="1" wrap="square" lIns="0" tIns="0" rIns="0" bIns="0" anchor="t" anchorCtr="0">
            <a:spAutoFit/>
          </a:bodyPr>
          <a:lstStyle>
            <a:lvl1pPr marR="0" lvl="0" algn="l" rtl="0">
              <a:lnSpc>
                <a:spcPct val="115000"/>
              </a:lnSpc>
              <a:spcBef>
                <a:spcPts val="0"/>
              </a:spcBef>
              <a:spcAft>
                <a:spcPts val="0"/>
              </a:spcAft>
              <a:buClr>
                <a:schemeClr val="accent6"/>
              </a:buClr>
              <a:buSzPts val="2100"/>
              <a:buNone/>
              <a:defRPr sz="2100" b="0" i="0" u="none" strike="noStrike" cap="none">
                <a:solidFill>
                  <a:schemeClr val="dk1"/>
                </a:solidFill>
              </a:defRPr>
            </a:lvl1pPr>
            <a:lvl2pPr marR="0" lvl="1" algn="l" rtl="0">
              <a:lnSpc>
                <a:spcPct val="100000"/>
              </a:lnSpc>
              <a:spcBef>
                <a:spcPts val="0"/>
              </a:spcBef>
              <a:spcAft>
                <a:spcPts val="0"/>
              </a:spcAft>
              <a:buClr>
                <a:schemeClr val="dk1"/>
              </a:buClr>
              <a:buSzPts val="1400"/>
              <a:buNone/>
              <a:defRPr/>
            </a:lvl2pPr>
            <a:lvl3pPr marR="0" lvl="2" algn="l" rtl="0">
              <a:lnSpc>
                <a:spcPct val="100000"/>
              </a:lnSpc>
              <a:spcBef>
                <a:spcPts val="0"/>
              </a:spcBef>
              <a:spcAft>
                <a:spcPts val="0"/>
              </a:spcAft>
              <a:buClr>
                <a:schemeClr val="dk1"/>
              </a:buClr>
              <a:buSzPts val="1400"/>
              <a:buNone/>
              <a:defRPr/>
            </a:lvl3pPr>
            <a:lvl4pPr marR="0" lvl="3" algn="l" rtl="0">
              <a:lnSpc>
                <a:spcPct val="100000"/>
              </a:lnSpc>
              <a:spcBef>
                <a:spcPts val="0"/>
              </a:spcBef>
              <a:spcAft>
                <a:spcPts val="0"/>
              </a:spcAft>
              <a:buClr>
                <a:schemeClr val="dk1"/>
              </a:buClr>
              <a:buSzPts val="1400"/>
              <a:buNone/>
              <a:defRPr/>
            </a:lvl4pPr>
            <a:lvl5pPr marR="0" lvl="4" algn="l" rtl="0">
              <a:lnSpc>
                <a:spcPct val="100000"/>
              </a:lnSpc>
              <a:spcBef>
                <a:spcPts val="0"/>
              </a:spcBef>
              <a:spcAft>
                <a:spcPts val="0"/>
              </a:spcAft>
              <a:buClr>
                <a:schemeClr val="dk1"/>
              </a:buClr>
              <a:buSzPts val="1400"/>
              <a:buNone/>
              <a:defRPr/>
            </a:lvl5pPr>
            <a:lvl6pPr marR="0" lvl="5" algn="l" rtl="0">
              <a:lnSpc>
                <a:spcPct val="100000"/>
              </a:lnSpc>
              <a:spcBef>
                <a:spcPts val="0"/>
              </a:spcBef>
              <a:spcAft>
                <a:spcPts val="0"/>
              </a:spcAft>
              <a:buClr>
                <a:schemeClr val="dk1"/>
              </a:buClr>
              <a:buSzPts val="1400"/>
              <a:buNone/>
              <a:defRPr/>
            </a:lvl6pPr>
            <a:lvl7pPr marR="0" lvl="6" algn="l" rtl="0">
              <a:lnSpc>
                <a:spcPct val="100000"/>
              </a:lnSpc>
              <a:spcBef>
                <a:spcPts val="0"/>
              </a:spcBef>
              <a:spcAft>
                <a:spcPts val="0"/>
              </a:spcAft>
              <a:buClr>
                <a:schemeClr val="dk1"/>
              </a:buClr>
              <a:buSzPts val="1400"/>
              <a:buNone/>
              <a:defRPr/>
            </a:lvl7pPr>
            <a:lvl8pPr marR="0" lvl="7" algn="l" rtl="0">
              <a:lnSpc>
                <a:spcPct val="100000"/>
              </a:lnSpc>
              <a:spcBef>
                <a:spcPts val="0"/>
              </a:spcBef>
              <a:spcAft>
                <a:spcPts val="0"/>
              </a:spcAft>
              <a:buClr>
                <a:schemeClr val="dk1"/>
              </a:buClr>
              <a:buSzPts val="1400"/>
              <a:buNone/>
              <a:defRPr/>
            </a:lvl8pPr>
            <a:lvl9pPr marR="0" lvl="8" algn="l" rtl="0">
              <a:lnSpc>
                <a:spcPct val="100000"/>
              </a:lnSpc>
              <a:spcBef>
                <a:spcPts val="0"/>
              </a:spcBef>
              <a:spcAft>
                <a:spcPts val="0"/>
              </a:spcAft>
              <a:buClr>
                <a:schemeClr val="dk1"/>
              </a:buClr>
              <a:buSzPts val="1400"/>
              <a:buNone/>
              <a:defRPr/>
            </a:lvl9pPr>
          </a:lstStyle>
          <a:p>
            <a:endParaRPr/>
          </a:p>
        </p:txBody>
      </p:sp>
      <p:sp>
        <p:nvSpPr>
          <p:cNvPr id="142" name="Google Shape;142;p18"/>
          <p:cNvSpPr txBox="1">
            <a:spLocks noGrp="1"/>
          </p:cNvSpPr>
          <p:nvPr>
            <p:ph type="body" idx="1"/>
          </p:nvPr>
        </p:nvSpPr>
        <p:spPr>
          <a:xfrm>
            <a:off x="4572000" y="225"/>
            <a:ext cx="4572000" cy="5143500"/>
          </a:xfrm>
          <a:prstGeom prst="rect">
            <a:avLst/>
          </a:prstGeom>
          <a:solidFill>
            <a:srgbClr val="FF00FF"/>
          </a:solidFill>
          <a:ln>
            <a:noFill/>
          </a:ln>
        </p:spPr>
        <p:txBody>
          <a:bodyPr spcFirstLastPara="1" wrap="square" lIns="310500" tIns="310500" rIns="310500" bIns="310500" anchor="t" anchorCtr="0">
            <a:normAutofit/>
          </a:bodyPr>
          <a:lstStyle>
            <a:lvl1pPr marL="457200" marR="0" lvl="0" indent="-374650" algn="l" rtl="0">
              <a:lnSpc>
                <a:spcPct val="115000"/>
              </a:lnSpc>
              <a:spcBef>
                <a:spcPts val="0"/>
              </a:spcBef>
              <a:spcAft>
                <a:spcPts val="0"/>
              </a:spcAft>
              <a:buClr>
                <a:srgbClr val="FFFFFF"/>
              </a:buClr>
              <a:buSzPts val="2300"/>
              <a:buChar char="๏"/>
              <a:defRPr sz="2300" i="0" u="none" strike="noStrike" cap="none">
                <a:solidFill>
                  <a:srgbClr val="FFFFFF"/>
                </a:solidFill>
              </a:defRPr>
            </a:lvl1pPr>
            <a:lvl2pPr marL="914400" marR="0" lvl="1" indent="-374650" algn="l" rtl="0">
              <a:lnSpc>
                <a:spcPct val="115000"/>
              </a:lnSpc>
              <a:spcBef>
                <a:spcPts val="800"/>
              </a:spcBef>
              <a:spcAft>
                <a:spcPts val="0"/>
              </a:spcAft>
              <a:buClr>
                <a:srgbClr val="FFFFFF"/>
              </a:buClr>
              <a:buSzPts val="2300"/>
              <a:buChar char="&gt;"/>
              <a:defRPr sz="2300" i="0" u="none" strike="noStrike" cap="none">
                <a:solidFill>
                  <a:srgbClr val="FFFFFF"/>
                </a:solidFill>
              </a:defRPr>
            </a:lvl2pPr>
            <a:lvl3pPr marL="1371600" marR="0" lvl="2" indent="-374650" algn="l" rtl="0">
              <a:lnSpc>
                <a:spcPct val="115000"/>
              </a:lnSpc>
              <a:spcBef>
                <a:spcPts val="800"/>
              </a:spcBef>
              <a:spcAft>
                <a:spcPts val="0"/>
              </a:spcAft>
              <a:buClr>
                <a:srgbClr val="FFFFFF"/>
              </a:buClr>
              <a:buSzPts val="2300"/>
              <a:buChar char="+"/>
              <a:defRPr sz="2300" i="0" u="none" strike="noStrike" cap="none">
                <a:solidFill>
                  <a:srgbClr val="FFFFFF"/>
                </a:solidFill>
              </a:defRPr>
            </a:lvl3pPr>
            <a:lvl4pPr marL="1828800" marR="0" lvl="3" indent="-374650" algn="l" rtl="0">
              <a:lnSpc>
                <a:spcPct val="115000"/>
              </a:lnSpc>
              <a:spcBef>
                <a:spcPts val="800"/>
              </a:spcBef>
              <a:spcAft>
                <a:spcPts val="0"/>
              </a:spcAft>
              <a:buClr>
                <a:srgbClr val="FFFFFF"/>
              </a:buClr>
              <a:buSzPts val="2300"/>
              <a:buChar char="o"/>
              <a:defRPr sz="2300" i="0" u="none" strike="noStrike" cap="none">
                <a:solidFill>
                  <a:srgbClr val="FFFFFF"/>
                </a:solidFill>
              </a:defRPr>
            </a:lvl4pPr>
            <a:lvl5pPr marL="2286000" marR="0" lvl="4" indent="-374650" algn="l" rtl="0">
              <a:lnSpc>
                <a:spcPct val="115000"/>
              </a:lnSpc>
              <a:spcBef>
                <a:spcPts val="800"/>
              </a:spcBef>
              <a:spcAft>
                <a:spcPts val="0"/>
              </a:spcAft>
              <a:buClr>
                <a:srgbClr val="FFFFFF"/>
              </a:buClr>
              <a:buSzPts val="2300"/>
              <a:buChar char="○"/>
              <a:defRPr sz="2300" i="0" u="none" strike="noStrike" cap="none">
                <a:solidFill>
                  <a:srgbClr val="FFFFFF"/>
                </a:solidFill>
              </a:defRPr>
            </a:lvl5pPr>
            <a:lvl6pPr marL="2743200" marR="0" lvl="5" indent="-374650" algn="l" rtl="0">
              <a:lnSpc>
                <a:spcPct val="115000"/>
              </a:lnSpc>
              <a:spcBef>
                <a:spcPts val="800"/>
              </a:spcBef>
              <a:spcAft>
                <a:spcPts val="0"/>
              </a:spcAft>
              <a:buClr>
                <a:srgbClr val="FFFFFF"/>
              </a:buClr>
              <a:buSzPts val="2300"/>
              <a:buChar char="○"/>
              <a:defRPr sz="2300" i="0" u="none" strike="noStrike" cap="none">
                <a:solidFill>
                  <a:srgbClr val="FFFFFF"/>
                </a:solidFill>
              </a:defRPr>
            </a:lvl6pPr>
            <a:lvl7pPr marL="3200400" marR="0" lvl="6" indent="-374650" algn="l" rtl="0">
              <a:lnSpc>
                <a:spcPct val="115000"/>
              </a:lnSpc>
              <a:spcBef>
                <a:spcPts val="800"/>
              </a:spcBef>
              <a:spcAft>
                <a:spcPts val="0"/>
              </a:spcAft>
              <a:buClr>
                <a:srgbClr val="FFFFFF"/>
              </a:buClr>
              <a:buSzPts val="2300"/>
              <a:buChar char="○"/>
              <a:defRPr sz="2300" i="0" u="none" strike="noStrike" cap="none">
                <a:solidFill>
                  <a:srgbClr val="FFFFFF"/>
                </a:solidFill>
              </a:defRPr>
            </a:lvl7pPr>
            <a:lvl8pPr marL="3657600" marR="0" lvl="7" indent="-374650" algn="l" rtl="0">
              <a:lnSpc>
                <a:spcPct val="115000"/>
              </a:lnSpc>
              <a:spcBef>
                <a:spcPts val="800"/>
              </a:spcBef>
              <a:spcAft>
                <a:spcPts val="0"/>
              </a:spcAft>
              <a:buClr>
                <a:srgbClr val="FFFFFF"/>
              </a:buClr>
              <a:buSzPts val="2300"/>
              <a:buChar char="○"/>
              <a:defRPr sz="2300" i="0" u="none" strike="noStrike" cap="none">
                <a:solidFill>
                  <a:srgbClr val="FFFFFF"/>
                </a:solidFill>
              </a:defRPr>
            </a:lvl8pPr>
            <a:lvl9pPr marL="4114800" marR="0" lvl="8" indent="-374650" algn="l" rtl="0">
              <a:lnSpc>
                <a:spcPct val="115000"/>
              </a:lnSpc>
              <a:spcBef>
                <a:spcPts val="800"/>
              </a:spcBef>
              <a:spcAft>
                <a:spcPts val="800"/>
              </a:spcAft>
              <a:buClr>
                <a:srgbClr val="FFFFFF"/>
              </a:buClr>
              <a:buSzPts val="2300"/>
              <a:buChar char="○"/>
              <a:defRPr sz="2300" i="0" u="none" strike="noStrike" cap="none">
                <a:solidFill>
                  <a:srgbClr val="FFFFFF"/>
                </a:solidFill>
              </a:defRPr>
            </a:lvl9pPr>
          </a:lstStyle>
          <a:p>
            <a:endParaRPr/>
          </a:p>
        </p:txBody>
      </p:sp>
      <p:sp>
        <p:nvSpPr>
          <p:cNvPr id="143" name="Google Shape;143;p18"/>
          <p:cNvSpPr txBox="1"/>
          <p:nvPr/>
        </p:nvSpPr>
        <p:spPr>
          <a:xfrm>
            <a:off x="310500" y="310500"/>
            <a:ext cx="4110900" cy="323100"/>
          </a:xfrm>
          <a:prstGeom prst="rect">
            <a:avLst/>
          </a:prstGeom>
          <a:noFill/>
          <a:ln>
            <a:noFill/>
          </a:ln>
        </p:spPr>
        <p:txBody>
          <a:bodyPr spcFirstLastPara="1" wrap="square" lIns="0" tIns="0" rIns="0" bIns="0" anchor="ctr" anchorCtr="0">
            <a:spAutoFit/>
          </a:bodyPr>
          <a:lstStyle/>
          <a:p>
            <a:pPr marL="0" lvl="0" indent="0" algn="l" rtl="0">
              <a:spcBef>
                <a:spcPts val="0"/>
              </a:spcBef>
              <a:spcAft>
                <a:spcPts val="0"/>
              </a:spcAft>
              <a:buNone/>
            </a:pPr>
            <a:r>
              <a:rPr lang="fr" sz="2100" b="1">
                <a:solidFill>
                  <a:schemeClr val="accent6"/>
                </a:solidFill>
                <a:latin typeface="Outfit"/>
                <a:ea typeface="Outfit"/>
                <a:cs typeface="Outfit"/>
                <a:sym typeface="Outfit"/>
              </a:rPr>
              <a:t>Quiz</a:t>
            </a:r>
            <a:endParaRPr sz="2100" b="1">
              <a:solidFill>
                <a:schemeClr val="accent6"/>
              </a:solidFill>
              <a:latin typeface="Outfit"/>
              <a:ea typeface="Outfit"/>
              <a:cs typeface="Outfit"/>
              <a:sym typeface="Outfit"/>
            </a:endParaRPr>
          </a:p>
        </p:txBody>
      </p:sp>
      <p:sp>
        <p:nvSpPr>
          <p:cNvPr id="144" name="Google Shape;144;p18"/>
          <p:cNvSpPr txBox="1">
            <a:spLocks noGrp="1"/>
          </p:cNvSpPr>
          <p:nvPr>
            <p:ph type="sldNum" idx="12"/>
          </p:nvPr>
        </p:nvSpPr>
        <p:spPr>
          <a:xfrm>
            <a:off x="8469000" y="4833225"/>
            <a:ext cx="675000" cy="310500"/>
          </a:xfrm>
          <a:prstGeom prst="rect">
            <a:avLst/>
          </a:prstGeom>
        </p:spPr>
        <p:txBody>
          <a:bodyPr spcFirstLastPara="1" wrap="square" lIns="0" tIns="0" rIns="310500" bIns="172800" anchor="b" anchorCtr="0">
            <a:noAutofit/>
          </a:bodyPr>
          <a:lstStyle>
            <a:lvl1pPr lvl="0" rtl="0">
              <a:buNone/>
              <a:defRPr sz="800" b="1">
                <a:solidFill>
                  <a:srgbClr val="FFFFFF"/>
                </a:solidFill>
                <a:latin typeface="Outfit"/>
                <a:ea typeface="Outfit"/>
                <a:cs typeface="Outfit"/>
                <a:sym typeface="Outfit"/>
              </a:defRPr>
            </a:lvl1pPr>
            <a:lvl2pPr lvl="1" rtl="0">
              <a:buNone/>
              <a:defRPr sz="800" b="1">
                <a:solidFill>
                  <a:srgbClr val="FFFFFF"/>
                </a:solidFill>
                <a:latin typeface="Outfit"/>
                <a:ea typeface="Outfit"/>
                <a:cs typeface="Outfit"/>
                <a:sym typeface="Outfit"/>
              </a:defRPr>
            </a:lvl2pPr>
            <a:lvl3pPr lvl="2" rtl="0">
              <a:buNone/>
              <a:defRPr sz="800" b="1">
                <a:solidFill>
                  <a:srgbClr val="FFFFFF"/>
                </a:solidFill>
                <a:latin typeface="Outfit"/>
                <a:ea typeface="Outfit"/>
                <a:cs typeface="Outfit"/>
                <a:sym typeface="Outfit"/>
              </a:defRPr>
            </a:lvl3pPr>
            <a:lvl4pPr lvl="3" rtl="0">
              <a:buNone/>
              <a:defRPr sz="800" b="1">
                <a:solidFill>
                  <a:srgbClr val="FFFFFF"/>
                </a:solidFill>
                <a:latin typeface="Outfit"/>
                <a:ea typeface="Outfit"/>
                <a:cs typeface="Outfit"/>
                <a:sym typeface="Outfit"/>
              </a:defRPr>
            </a:lvl4pPr>
            <a:lvl5pPr lvl="4" rtl="0">
              <a:buNone/>
              <a:defRPr sz="800" b="1">
                <a:solidFill>
                  <a:srgbClr val="FFFFFF"/>
                </a:solidFill>
                <a:latin typeface="Outfit"/>
                <a:ea typeface="Outfit"/>
                <a:cs typeface="Outfit"/>
                <a:sym typeface="Outfit"/>
              </a:defRPr>
            </a:lvl5pPr>
            <a:lvl6pPr lvl="5" rtl="0">
              <a:buNone/>
              <a:defRPr sz="800" b="1">
                <a:solidFill>
                  <a:srgbClr val="FFFFFF"/>
                </a:solidFill>
                <a:latin typeface="Outfit"/>
                <a:ea typeface="Outfit"/>
                <a:cs typeface="Outfit"/>
                <a:sym typeface="Outfit"/>
              </a:defRPr>
            </a:lvl6pPr>
            <a:lvl7pPr lvl="6" rtl="0">
              <a:buNone/>
              <a:defRPr sz="800" b="1">
                <a:solidFill>
                  <a:srgbClr val="FFFFFF"/>
                </a:solidFill>
                <a:latin typeface="Outfit"/>
                <a:ea typeface="Outfit"/>
                <a:cs typeface="Outfit"/>
                <a:sym typeface="Outfit"/>
              </a:defRPr>
            </a:lvl7pPr>
            <a:lvl8pPr lvl="7" rtl="0">
              <a:buNone/>
              <a:defRPr sz="800" b="1">
                <a:solidFill>
                  <a:srgbClr val="FFFFFF"/>
                </a:solidFill>
                <a:latin typeface="Outfit"/>
                <a:ea typeface="Outfit"/>
                <a:cs typeface="Outfit"/>
                <a:sym typeface="Outfit"/>
              </a:defRPr>
            </a:lvl8pPr>
            <a:lvl9pPr lvl="8" rtl="0">
              <a:buNone/>
              <a:defRPr sz="800" b="1">
                <a:solidFill>
                  <a:srgbClr val="FFFFFF"/>
                </a:solidFill>
                <a:latin typeface="Outfit"/>
                <a:ea typeface="Outfit"/>
                <a:cs typeface="Outfit"/>
                <a:sym typeface="Outfit"/>
              </a:defRPr>
            </a:lvl9pPr>
          </a:lstStyle>
          <a:p>
            <a:pPr marL="0" lvl="0" indent="0" algn="r" rtl="0">
              <a:spcBef>
                <a:spcPts val="0"/>
              </a:spcBef>
              <a:spcAft>
                <a:spcPts val="0"/>
              </a:spcAft>
              <a:buNone/>
            </a:pPr>
            <a:fld id="{00000000-1234-1234-1234-123412341234}" type="slidenum">
              <a:rPr lang="fr"/>
              <a:t>‹N°›</a:t>
            </a:fld>
            <a:endParaRPr/>
          </a:p>
        </p:txBody>
      </p:sp>
      <p:sp>
        <p:nvSpPr>
          <p:cNvPr id="145" name="Google Shape;145;p18"/>
          <p:cNvSpPr txBox="1">
            <a:spLocks noGrp="1"/>
          </p:cNvSpPr>
          <p:nvPr>
            <p:ph type="body" idx="2"/>
          </p:nvPr>
        </p:nvSpPr>
        <p:spPr>
          <a:xfrm>
            <a:off x="310500" y="4750013"/>
            <a:ext cx="4110900" cy="393600"/>
          </a:xfrm>
          <a:prstGeom prst="rect">
            <a:avLst/>
          </a:prstGeom>
        </p:spPr>
        <p:txBody>
          <a:bodyPr spcFirstLastPara="1" wrap="square" lIns="0" tIns="0" rIns="0" bIns="172800" anchor="b" anchorCtr="0">
            <a:noAutofit/>
          </a:bodyPr>
          <a:lstStyle>
            <a:lvl1pPr marL="457200" lvl="0" indent="-279400" rtl="0">
              <a:lnSpc>
                <a:spcPct val="100000"/>
              </a:lnSpc>
              <a:spcBef>
                <a:spcPts val="0"/>
              </a:spcBef>
              <a:spcAft>
                <a:spcPts val="0"/>
              </a:spcAft>
              <a:buClr>
                <a:schemeClr val="lt2"/>
              </a:buClr>
              <a:buSzPts val="800"/>
              <a:buChar char="➔"/>
              <a:defRPr sz="800">
                <a:solidFill>
                  <a:schemeClr val="lt2"/>
                </a:solidFill>
                <a:latin typeface="Outfit"/>
                <a:ea typeface="Outfit"/>
                <a:cs typeface="Outfit"/>
                <a:sym typeface="Outfit"/>
              </a:defRPr>
            </a:lvl1pPr>
            <a:lvl2pPr marL="914400" lvl="1" indent="-279400" rtl="0">
              <a:lnSpc>
                <a:spcPct val="100000"/>
              </a:lnSpc>
              <a:spcBef>
                <a:spcPts val="400"/>
              </a:spcBef>
              <a:spcAft>
                <a:spcPts val="0"/>
              </a:spcAft>
              <a:buClr>
                <a:schemeClr val="lt2"/>
              </a:buClr>
              <a:buSzPts val="800"/>
              <a:buChar char="◆"/>
              <a:defRPr sz="800">
                <a:solidFill>
                  <a:schemeClr val="lt2"/>
                </a:solidFill>
                <a:latin typeface="Outfit"/>
                <a:ea typeface="Outfit"/>
                <a:cs typeface="Outfit"/>
                <a:sym typeface="Outfit"/>
              </a:defRPr>
            </a:lvl2pPr>
            <a:lvl3pPr marL="1371600" lvl="2" indent="-279400" rtl="0">
              <a:lnSpc>
                <a:spcPct val="100000"/>
              </a:lnSpc>
              <a:spcBef>
                <a:spcPts val="400"/>
              </a:spcBef>
              <a:spcAft>
                <a:spcPts val="0"/>
              </a:spcAft>
              <a:buClr>
                <a:schemeClr val="lt2"/>
              </a:buClr>
              <a:buSzPts val="800"/>
              <a:buChar char="●"/>
              <a:defRPr sz="800">
                <a:solidFill>
                  <a:schemeClr val="lt2"/>
                </a:solidFill>
                <a:latin typeface="Outfit"/>
                <a:ea typeface="Outfit"/>
                <a:cs typeface="Outfit"/>
                <a:sym typeface="Outfit"/>
              </a:defRPr>
            </a:lvl3pPr>
            <a:lvl4pPr marL="1828800" lvl="3" indent="-279400" rtl="0">
              <a:lnSpc>
                <a:spcPct val="100000"/>
              </a:lnSpc>
              <a:spcBef>
                <a:spcPts val="400"/>
              </a:spcBef>
              <a:spcAft>
                <a:spcPts val="0"/>
              </a:spcAft>
              <a:buClr>
                <a:schemeClr val="lt2"/>
              </a:buClr>
              <a:buSzPts val="800"/>
              <a:buChar char="○"/>
              <a:defRPr sz="800">
                <a:solidFill>
                  <a:schemeClr val="lt2"/>
                </a:solidFill>
                <a:latin typeface="Outfit"/>
                <a:ea typeface="Outfit"/>
                <a:cs typeface="Outfit"/>
                <a:sym typeface="Outfit"/>
              </a:defRPr>
            </a:lvl4pPr>
            <a:lvl5pPr marL="2286000" lvl="4" indent="-279400" rtl="0">
              <a:lnSpc>
                <a:spcPct val="100000"/>
              </a:lnSpc>
              <a:spcBef>
                <a:spcPts val="400"/>
              </a:spcBef>
              <a:spcAft>
                <a:spcPts val="0"/>
              </a:spcAft>
              <a:buClr>
                <a:schemeClr val="lt2"/>
              </a:buClr>
              <a:buSzPts val="800"/>
              <a:buChar char="◆"/>
              <a:defRPr sz="800">
                <a:solidFill>
                  <a:schemeClr val="lt2"/>
                </a:solidFill>
                <a:latin typeface="Outfit"/>
                <a:ea typeface="Outfit"/>
                <a:cs typeface="Outfit"/>
                <a:sym typeface="Outfit"/>
              </a:defRPr>
            </a:lvl5pPr>
            <a:lvl6pPr marL="2743200" lvl="5" indent="-279400" rtl="0">
              <a:lnSpc>
                <a:spcPct val="100000"/>
              </a:lnSpc>
              <a:spcBef>
                <a:spcPts val="400"/>
              </a:spcBef>
              <a:spcAft>
                <a:spcPts val="0"/>
              </a:spcAft>
              <a:buClr>
                <a:schemeClr val="lt2"/>
              </a:buClr>
              <a:buSzPts val="800"/>
              <a:buChar char="●"/>
              <a:defRPr sz="800">
                <a:solidFill>
                  <a:schemeClr val="lt2"/>
                </a:solidFill>
                <a:latin typeface="Outfit"/>
                <a:ea typeface="Outfit"/>
                <a:cs typeface="Outfit"/>
                <a:sym typeface="Outfit"/>
              </a:defRPr>
            </a:lvl6pPr>
            <a:lvl7pPr marL="3200400" lvl="6" indent="-279400" rtl="0">
              <a:lnSpc>
                <a:spcPct val="100000"/>
              </a:lnSpc>
              <a:spcBef>
                <a:spcPts val="400"/>
              </a:spcBef>
              <a:spcAft>
                <a:spcPts val="0"/>
              </a:spcAft>
              <a:buClr>
                <a:schemeClr val="lt2"/>
              </a:buClr>
              <a:buSzPts val="800"/>
              <a:buChar char="○"/>
              <a:defRPr sz="800">
                <a:solidFill>
                  <a:schemeClr val="lt2"/>
                </a:solidFill>
                <a:latin typeface="Outfit"/>
                <a:ea typeface="Outfit"/>
                <a:cs typeface="Outfit"/>
                <a:sym typeface="Outfit"/>
              </a:defRPr>
            </a:lvl7pPr>
            <a:lvl8pPr marL="3657600" lvl="7" indent="-279400" rtl="0">
              <a:lnSpc>
                <a:spcPct val="100000"/>
              </a:lnSpc>
              <a:spcBef>
                <a:spcPts val="400"/>
              </a:spcBef>
              <a:spcAft>
                <a:spcPts val="0"/>
              </a:spcAft>
              <a:buClr>
                <a:schemeClr val="lt2"/>
              </a:buClr>
              <a:buSzPts val="800"/>
              <a:buChar char="◆"/>
              <a:defRPr sz="800">
                <a:solidFill>
                  <a:schemeClr val="lt2"/>
                </a:solidFill>
                <a:latin typeface="Outfit"/>
                <a:ea typeface="Outfit"/>
                <a:cs typeface="Outfit"/>
                <a:sym typeface="Outfit"/>
              </a:defRPr>
            </a:lvl8pPr>
            <a:lvl9pPr marL="4114800" lvl="8" indent="-279400" rtl="0">
              <a:lnSpc>
                <a:spcPct val="100000"/>
              </a:lnSpc>
              <a:spcBef>
                <a:spcPts val="400"/>
              </a:spcBef>
              <a:spcAft>
                <a:spcPts val="400"/>
              </a:spcAft>
              <a:buClr>
                <a:schemeClr val="lt2"/>
              </a:buClr>
              <a:buSzPts val="800"/>
              <a:buChar char="●"/>
              <a:defRPr sz="800">
                <a:solidFill>
                  <a:schemeClr val="lt2"/>
                </a:solidFill>
                <a:latin typeface="Outfit"/>
                <a:ea typeface="Outfit"/>
                <a:cs typeface="Outfit"/>
                <a:sym typeface="Outfit"/>
              </a:defRPr>
            </a:lvl9pPr>
          </a:lstStyle>
          <a:p>
            <a:endParaRPr/>
          </a:p>
        </p:txBody>
      </p:sp>
      <p:sp>
        <p:nvSpPr>
          <p:cNvPr id="146" name="Google Shape;146;p18"/>
          <p:cNvSpPr/>
          <p:nvPr/>
        </p:nvSpPr>
        <p:spPr>
          <a:xfrm rot="2700000">
            <a:off x="7578969" y="284245"/>
            <a:ext cx="2205325" cy="456084"/>
          </a:xfrm>
          <a:prstGeom prst="rect">
            <a:avLst/>
          </a:prstGeom>
          <a:solidFill>
            <a:schemeClr val="dk2"/>
          </a:solidFill>
          <a:ln>
            <a:noFill/>
          </a:ln>
        </p:spPr>
        <p:txBody>
          <a:bodyPr spcFirstLastPara="1" wrap="square" lIns="68575" tIns="68575" rIns="68575" bIns="68575" anchor="ctr" anchorCtr="0">
            <a:noAutofit/>
          </a:bodyPr>
          <a:lstStyle/>
          <a:p>
            <a:pPr marL="0" lvl="0" indent="0" algn="ctr" rtl="0">
              <a:spcBef>
                <a:spcPts val="0"/>
              </a:spcBef>
              <a:spcAft>
                <a:spcPts val="0"/>
              </a:spcAft>
              <a:buNone/>
            </a:pPr>
            <a:r>
              <a:rPr lang="fr" sz="2100" b="1">
                <a:solidFill>
                  <a:srgbClr val="FFFFFF"/>
                </a:solidFill>
              </a:rPr>
              <a:t>cassé :(</a:t>
            </a:r>
            <a:endParaRPr sz="2100" b="1">
              <a:solidFill>
                <a:srgbClr val="FFFFFF"/>
              </a:solidFill>
              <a:latin typeface="Outfit"/>
              <a:ea typeface="Outfit"/>
              <a:cs typeface="Outfit"/>
              <a:sym typeface="Outfit"/>
            </a:endParaRPr>
          </a:p>
        </p:txBody>
      </p:sp>
      <p:sp>
        <p:nvSpPr>
          <p:cNvPr id="147" name="Google Shape;147;p18"/>
          <p:cNvSpPr txBox="1">
            <a:spLocks noGrp="1"/>
          </p:cNvSpPr>
          <p:nvPr>
            <p:ph type="body" idx="3"/>
          </p:nvPr>
        </p:nvSpPr>
        <p:spPr>
          <a:xfrm>
            <a:off x="1961156" y="1054106"/>
            <a:ext cx="4112100" cy="2261100"/>
          </a:xfrm>
          <a:prstGeom prst="rect">
            <a:avLst/>
          </a:prstGeom>
          <a:solidFill>
            <a:schemeClr val="accent4"/>
          </a:solidFill>
        </p:spPr>
        <p:txBody>
          <a:bodyPr spcFirstLastPara="1" wrap="square" lIns="0" tIns="0" rIns="0" bIns="0" anchor="t" anchorCtr="0">
            <a:spAutoFit/>
          </a:bodyPr>
          <a:lstStyle>
            <a:lvl1pPr marL="457200" lvl="0" indent="-361950" rtl="0">
              <a:lnSpc>
                <a:spcPct val="115000"/>
              </a:lnSpc>
              <a:spcBef>
                <a:spcPts val="0"/>
              </a:spcBef>
              <a:spcAft>
                <a:spcPts val="0"/>
              </a:spcAft>
              <a:buClr>
                <a:schemeClr val="accent6"/>
              </a:buClr>
              <a:buSzPts val="2100"/>
              <a:buChar char="●"/>
              <a:defRPr sz="2100">
                <a:solidFill>
                  <a:schemeClr val="dk1"/>
                </a:solidFill>
                <a:latin typeface="Outfit"/>
                <a:ea typeface="Outfit"/>
                <a:cs typeface="Outfit"/>
                <a:sym typeface="Outfit"/>
              </a:defRPr>
            </a:lvl1pPr>
            <a:lvl2pPr marL="914400" lvl="1" indent="-361950" rtl="0">
              <a:lnSpc>
                <a:spcPct val="115000"/>
              </a:lnSpc>
              <a:spcBef>
                <a:spcPts val="0"/>
              </a:spcBef>
              <a:spcAft>
                <a:spcPts val="0"/>
              </a:spcAft>
              <a:buClr>
                <a:schemeClr val="dk1"/>
              </a:buClr>
              <a:buSzPts val="2100"/>
              <a:buFont typeface="Outfit"/>
              <a:buChar char="○"/>
              <a:defRPr sz="2100">
                <a:solidFill>
                  <a:schemeClr val="dk1"/>
                </a:solidFill>
                <a:latin typeface="Outfit"/>
                <a:ea typeface="Outfit"/>
                <a:cs typeface="Outfit"/>
                <a:sym typeface="Outfit"/>
              </a:defRPr>
            </a:lvl2pPr>
            <a:lvl3pPr marL="1371600" lvl="2" indent="-361950" rtl="0">
              <a:lnSpc>
                <a:spcPct val="115000"/>
              </a:lnSpc>
              <a:spcBef>
                <a:spcPts val="0"/>
              </a:spcBef>
              <a:spcAft>
                <a:spcPts val="0"/>
              </a:spcAft>
              <a:buClr>
                <a:schemeClr val="dk1"/>
              </a:buClr>
              <a:buSzPts val="2100"/>
              <a:buFont typeface="Outfit"/>
              <a:buChar char="■"/>
              <a:defRPr sz="2100">
                <a:solidFill>
                  <a:schemeClr val="dk1"/>
                </a:solidFill>
                <a:latin typeface="Outfit"/>
                <a:ea typeface="Outfit"/>
                <a:cs typeface="Outfit"/>
                <a:sym typeface="Outfit"/>
              </a:defRPr>
            </a:lvl3pPr>
            <a:lvl4pPr marL="1828800" lvl="3" indent="-361950" rtl="0">
              <a:lnSpc>
                <a:spcPct val="115000"/>
              </a:lnSpc>
              <a:spcBef>
                <a:spcPts val="0"/>
              </a:spcBef>
              <a:spcAft>
                <a:spcPts val="0"/>
              </a:spcAft>
              <a:buClr>
                <a:schemeClr val="dk1"/>
              </a:buClr>
              <a:buSzPts val="2100"/>
              <a:buFont typeface="Outfit"/>
              <a:buChar char="●"/>
              <a:defRPr sz="2100">
                <a:solidFill>
                  <a:schemeClr val="dk1"/>
                </a:solidFill>
                <a:latin typeface="Outfit"/>
                <a:ea typeface="Outfit"/>
                <a:cs typeface="Outfit"/>
                <a:sym typeface="Outfit"/>
              </a:defRPr>
            </a:lvl4pPr>
            <a:lvl5pPr marL="2286000" lvl="4" indent="-361950" rtl="0">
              <a:lnSpc>
                <a:spcPct val="115000"/>
              </a:lnSpc>
              <a:spcBef>
                <a:spcPts val="0"/>
              </a:spcBef>
              <a:spcAft>
                <a:spcPts val="0"/>
              </a:spcAft>
              <a:buClr>
                <a:schemeClr val="dk1"/>
              </a:buClr>
              <a:buSzPts val="2100"/>
              <a:buFont typeface="Outfit"/>
              <a:buChar char="○"/>
              <a:defRPr sz="2100">
                <a:solidFill>
                  <a:schemeClr val="dk1"/>
                </a:solidFill>
                <a:latin typeface="Outfit"/>
                <a:ea typeface="Outfit"/>
                <a:cs typeface="Outfit"/>
                <a:sym typeface="Outfit"/>
              </a:defRPr>
            </a:lvl5pPr>
            <a:lvl6pPr marL="2743200" lvl="5" indent="-361950" rtl="0">
              <a:lnSpc>
                <a:spcPct val="115000"/>
              </a:lnSpc>
              <a:spcBef>
                <a:spcPts val="0"/>
              </a:spcBef>
              <a:spcAft>
                <a:spcPts val="0"/>
              </a:spcAft>
              <a:buClr>
                <a:schemeClr val="dk1"/>
              </a:buClr>
              <a:buSzPts val="2100"/>
              <a:buFont typeface="Outfit"/>
              <a:buChar char="■"/>
              <a:defRPr sz="2100">
                <a:solidFill>
                  <a:schemeClr val="dk1"/>
                </a:solidFill>
                <a:latin typeface="Outfit"/>
                <a:ea typeface="Outfit"/>
                <a:cs typeface="Outfit"/>
                <a:sym typeface="Outfit"/>
              </a:defRPr>
            </a:lvl6pPr>
            <a:lvl7pPr marL="3200400" lvl="6" indent="-361950" rtl="0">
              <a:lnSpc>
                <a:spcPct val="115000"/>
              </a:lnSpc>
              <a:spcBef>
                <a:spcPts val="0"/>
              </a:spcBef>
              <a:spcAft>
                <a:spcPts val="0"/>
              </a:spcAft>
              <a:buClr>
                <a:schemeClr val="dk1"/>
              </a:buClr>
              <a:buSzPts val="2100"/>
              <a:buFont typeface="Outfit"/>
              <a:buChar char="●"/>
              <a:defRPr sz="2100">
                <a:solidFill>
                  <a:schemeClr val="dk1"/>
                </a:solidFill>
                <a:latin typeface="Outfit"/>
                <a:ea typeface="Outfit"/>
                <a:cs typeface="Outfit"/>
                <a:sym typeface="Outfit"/>
              </a:defRPr>
            </a:lvl7pPr>
            <a:lvl8pPr marL="3657600" lvl="7" indent="-361950" rtl="0">
              <a:lnSpc>
                <a:spcPct val="115000"/>
              </a:lnSpc>
              <a:spcBef>
                <a:spcPts val="0"/>
              </a:spcBef>
              <a:spcAft>
                <a:spcPts val="0"/>
              </a:spcAft>
              <a:buClr>
                <a:schemeClr val="dk1"/>
              </a:buClr>
              <a:buSzPts val="2100"/>
              <a:buFont typeface="Outfit"/>
              <a:buChar char="○"/>
              <a:defRPr sz="2100">
                <a:solidFill>
                  <a:schemeClr val="dk1"/>
                </a:solidFill>
                <a:latin typeface="Outfit"/>
                <a:ea typeface="Outfit"/>
                <a:cs typeface="Outfit"/>
                <a:sym typeface="Outfit"/>
              </a:defRPr>
            </a:lvl8pPr>
            <a:lvl9pPr marL="4114800" lvl="8" indent="-361950" rtl="0">
              <a:lnSpc>
                <a:spcPct val="115000"/>
              </a:lnSpc>
              <a:spcBef>
                <a:spcPts val="0"/>
              </a:spcBef>
              <a:spcAft>
                <a:spcPts val="0"/>
              </a:spcAft>
              <a:buClr>
                <a:schemeClr val="dk1"/>
              </a:buClr>
              <a:buSzPts val="2100"/>
              <a:buFont typeface="Outfit"/>
              <a:buChar char="■"/>
              <a:defRPr sz="2100">
                <a:solidFill>
                  <a:schemeClr val="dk1"/>
                </a:solidFill>
                <a:latin typeface="Outfit"/>
                <a:ea typeface="Outfit"/>
                <a:cs typeface="Outfit"/>
                <a:sym typeface="Outfit"/>
              </a:defRPr>
            </a:lvl9pPr>
          </a:lstStyle>
          <a:p>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Grid">
  <p:cSld name="BLANK_1_1">
    <p:bg>
      <p:bgPr>
        <a:solidFill>
          <a:srgbClr val="FFFFFF"/>
        </a:solidFill>
        <a:effectLst/>
      </p:bgPr>
    </p:bg>
    <p:spTree>
      <p:nvGrpSpPr>
        <p:cNvPr id="1" name="Shape 148"/>
        <p:cNvGrpSpPr/>
        <p:nvPr/>
      </p:nvGrpSpPr>
      <p:grpSpPr>
        <a:xfrm>
          <a:off x="0" y="0"/>
          <a:ext cx="0" cy="0"/>
          <a:chOff x="0" y="0"/>
          <a:chExt cx="0" cy="0"/>
        </a:xfrm>
      </p:grpSpPr>
      <p:cxnSp>
        <p:nvCxnSpPr>
          <p:cNvPr id="149" name="Google Shape;149;p19"/>
          <p:cNvCxnSpPr/>
          <p:nvPr/>
        </p:nvCxnSpPr>
        <p:spPr>
          <a:xfrm>
            <a:off x="0" y="4833031"/>
            <a:ext cx="9144000" cy="0"/>
          </a:xfrm>
          <a:prstGeom prst="straightConnector1">
            <a:avLst/>
          </a:prstGeom>
          <a:noFill/>
          <a:ln w="9525" cap="flat" cmpd="sng">
            <a:solidFill>
              <a:srgbClr val="00FF00"/>
            </a:solidFill>
            <a:prstDash val="solid"/>
            <a:round/>
            <a:headEnd type="none" w="med" len="med"/>
            <a:tailEnd type="none" w="med" len="med"/>
          </a:ln>
        </p:spPr>
      </p:cxnSp>
      <p:cxnSp>
        <p:nvCxnSpPr>
          <p:cNvPr id="150" name="Google Shape;150;p19"/>
          <p:cNvCxnSpPr/>
          <p:nvPr/>
        </p:nvCxnSpPr>
        <p:spPr>
          <a:xfrm>
            <a:off x="8833500" y="-225"/>
            <a:ext cx="0" cy="5144100"/>
          </a:xfrm>
          <a:prstGeom prst="straightConnector1">
            <a:avLst/>
          </a:prstGeom>
          <a:noFill/>
          <a:ln w="9525" cap="flat" cmpd="sng">
            <a:solidFill>
              <a:srgbClr val="00FF00"/>
            </a:solidFill>
            <a:prstDash val="solid"/>
            <a:round/>
            <a:headEnd type="none" w="med" len="med"/>
            <a:tailEnd type="none" w="med" len="med"/>
          </a:ln>
        </p:spPr>
      </p:cxnSp>
      <p:cxnSp>
        <p:nvCxnSpPr>
          <p:cNvPr id="151" name="Google Shape;151;p19"/>
          <p:cNvCxnSpPr/>
          <p:nvPr/>
        </p:nvCxnSpPr>
        <p:spPr>
          <a:xfrm>
            <a:off x="0" y="310500"/>
            <a:ext cx="9144000" cy="0"/>
          </a:xfrm>
          <a:prstGeom prst="straightConnector1">
            <a:avLst/>
          </a:prstGeom>
          <a:noFill/>
          <a:ln w="9525" cap="flat" cmpd="sng">
            <a:solidFill>
              <a:srgbClr val="00FF00"/>
            </a:solidFill>
            <a:prstDash val="solid"/>
            <a:round/>
            <a:headEnd type="none" w="med" len="med"/>
            <a:tailEnd type="none" w="med" len="med"/>
          </a:ln>
        </p:spPr>
      </p:cxnSp>
      <p:cxnSp>
        <p:nvCxnSpPr>
          <p:cNvPr id="152" name="Google Shape;152;p19"/>
          <p:cNvCxnSpPr/>
          <p:nvPr/>
        </p:nvCxnSpPr>
        <p:spPr>
          <a:xfrm>
            <a:off x="310500" y="-225"/>
            <a:ext cx="0" cy="5144100"/>
          </a:xfrm>
          <a:prstGeom prst="straightConnector1">
            <a:avLst/>
          </a:prstGeom>
          <a:noFill/>
          <a:ln w="9525" cap="flat" cmpd="sng">
            <a:solidFill>
              <a:srgbClr val="00FF00"/>
            </a:solidFill>
            <a:prstDash val="solid"/>
            <a:round/>
            <a:headEnd type="none" w="med" len="med"/>
            <a:tailEnd type="none" w="med" len="med"/>
          </a:ln>
        </p:spPr>
      </p:cxnSp>
      <p:cxnSp>
        <p:nvCxnSpPr>
          <p:cNvPr id="153" name="Google Shape;153;p19"/>
          <p:cNvCxnSpPr/>
          <p:nvPr/>
        </p:nvCxnSpPr>
        <p:spPr>
          <a:xfrm>
            <a:off x="4572000" y="-225"/>
            <a:ext cx="0" cy="5144100"/>
          </a:xfrm>
          <a:prstGeom prst="straightConnector1">
            <a:avLst/>
          </a:prstGeom>
          <a:noFill/>
          <a:ln w="9525" cap="flat" cmpd="sng">
            <a:solidFill>
              <a:srgbClr val="00FF00"/>
            </a:solidFill>
            <a:prstDash val="solid"/>
            <a:round/>
            <a:headEnd type="none" w="med" len="med"/>
            <a:tailEnd type="none" w="med" len="med"/>
          </a:ln>
        </p:spPr>
      </p:cxnSp>
      <p:cxnSp>
        <p:nvCxnSpPr>
          <p:cNvPr id="154" name="Google Shape;154;p19"/>
          <p:cNvCxnSpPr/>
          <p:nvPr/>
        </p:nvCxnSpPr>
        <p:spPr>
          <a:xfrm>
            <a:off x="0" y="2571750"/>
            <a:ext cx="9144000" cy="0"/>
          </a:xfrm>
          <a:prstGeom prst="straightConnector1">
            <a:avLst/>
          </a:prstGeom>
          <a:noFill/>
          <a:ln w="9525" cap="flat" cmpd="sng">
            <a:solidFill>
              <a:srgbClr val="00FF00"/>
            </a:solidFill>
            <a:prstDash val="solid"/>
            <a:round/>
            <a:headEnd type="none" w="med" len="med"/>
            <a:tailEnd type="none" w="med" len="med"/>
          </a:ln>
        </p:spPr>
      </p:cxnSp>
      <p:cxnSp>
        <p:nvCxnSpPr>
          <p:cNvPr id="155" name="Google Shape;155;p19"/>
          <p:cNvCxnSpPr/>
          <p:nvPr/>
        </p:nvCxnSpPr>
        <p:spPr>
          <a:xfrm>
            <a:off x="0" y="3702391"/>
            <a:ext cx="9144000" cy="0"/>
          </a:xfrm>
          <a:prstGeom prst="straightConnector1">
            <a:avLst/>
          </a:prstGeom>
          <a:noFill/>
          <a:ln w="9525" cap="flat" cmpd="sng">
            <a:solidFill>
              <a:srgbClr val="00FF00"/>
            </a:solidFill>
            <a:prstDash val="dot"/>
            <a:round/>
            <a:headEnd type="none" w="med" len="med"/>
            <a:tailEnd type="none" w="med" len="med"/>
          </a:ln>
        </p:spPr>
      </p:cxnSp>
      <p:cxnSp>
        <p:nvCxnSpPr>
          <p:cNvPr id="156" name="Google Shape;156;p19"/>
          <p:cNvCxnSpPr/>
          <p:nvPr/>
        </p:nvCxnSpPr>
        <p:spPr>
          <a:xfrm>
            <a:off x="0" y="1441125"/>
            <a:ext cx="9144000" cy="0"/>
          </a:xfrm>
          <a:prstGeom prst="straightConnector1">
            <a:avLst/>
          </a:prstGeom>
          <a:noFill/>
          <a:ln w="9525" cap="flat" cmpd="sng">
            <a:solidFill>
              <a:srgbClr val="00FF00"/>
            </a:solidFill>
            <a:prstDash val="dot"/>
            <a:round/>
            <a:headEnd type="none" w="med" len="med"/>
            <a:tailEnd type="none" w="med" len="med"/>
          </a:ln>
        </p:spPr>
      </p:cxnSp>
      <p:cxnSp>
        <p:nvCxnSpPr>
          <p:cNvPr id="157" name="Google Shape;157;p19"/>
          <p:cNvCxnSpPr/>
          <p:nvPr/>
        </p:nvCxnSpPr>
        <p:spPr>
          <a:xfrm>
            <a:off x="6702750" y="-225"/>
            <a:ext cx="0" cy="5144100"/>
          </a:xfrm>
          <a:prstGeom prst="straightConnector1">
            <a:avLst/>
          </a:prstGeom>
          <a:noFill/>
          <a:ln w="9525" cap="flat" cmpd="sng">
            <a:solidFill>
              <a:srgbClr val="00FF00"/>
            </a:solidFill>
            <a:prstDash val="dot"/>
            <a:round/>
            <a:headEnd type="none" w="med" len="med"/>
            <a:tailEnd type="none" w="med" len="med"/>
          </a:ln>
        </p:spPr>
      </p:cxnSp>
      <p:cxnSp>
        <p:nvCxnSpPr>
          <p:cNvPr id="158" name="Google Shape;158;p19"/>
          <p:cNvCxnSpPr/>
          <p:nvPr/>
        </p:nvCxnSpPr>
        <p:spPr>
          <a:xfrm>
            <a:off x="2441250" y="-225"/>
            <a:ext cx="0" cy="5144100"/>
          </a:xfrm>
          <a:prstGeom prst="straightConnector1">
            <a:avLst/>
          </a:prstGeom>
          <a:noFill/>
          <a:ln w="9525" cap="flat" cmpd="sng">
            <a:solidFill>
              <a:srgbClr val="00FF00"/>
            </a:solidFill>
            <a:prstDash val="dot"/>
            <a:round/>
            <a:headEnd type="none" w="med" len="med"/>
            <a:tailEnd type="none" w="med" len="med"/>
          </a:ln>
        </p:spPr>
      </p:cxnSp>
      <p:cxnSp>
        <p:nvCxnSpPr>
          <p:cNvPr id="159" name="Google Shape;159;p19"/>
          <p:cNvCxnSpPr/>
          <p:nvPr/>
        </p:nvCxnSpPr>
        <p:spPr>
          <a:xfrm>
            <a:off x="3151500" y="-225"/>
            <a:ext cx="0" cy="5144100"/>
          </a:xfrm>
          <a:prstGeom prst="straightConnector1">
            <a:avLst/>
          </a:prstGeom>
          <a:noFill/>
          <a:ln w="9525" cap="flat" cmpd="sng">
            <a:solidFill>
              <a:srgbClr val="00FF00"/>
            </a:solidFill>
            <a:prstDash val="dash"/>
            <a:round/>
            <a:headEnd type="none" w="med" len="med"/>
            <a:tailEnd type="none" w="med" len="med"/>
          </a:ln>
        </p:spPr>
      </p:cxnSp>
      <p:cxnSp>
        <p:nvCxnSpPr>
          <p:cNvPr id="160" name="Google Shape;160;p19"/>
          <p:cNvCxnSpPr/>
          <p:nvPr/>
        </p:nvCxnSpPr>
        <p:spPr>
          <a:xfrm>
            <a:off x="5992500" y="-225"/>
            <a:ext cx="0" cy="5144100"/>
          </a:xfrm>
          <a:prstGeom prst="straightConnector1">
            <a:avLst/>
          </a:prstGeom>
          <a:noFill/>
          <a:ln w="9525" cap="flat" cmpd="sng">
            <a:solidFill>
              <a:srgbClr val="00FF00"/>
            </a:solidFill>
            <a:prstDash val="dash"/>
            <a:round/>
            <a:headEnd type="none" w="med" len="med"/>
            <a:tailEnd type="none" w="med" len="med"/>
          </a:ln>
        </p:spPr>
      </p:cxnSp>
      <p:grpSp>
        <p:nvGrpSpPr>
          <p:cNvPr id="161" name="Google Shape;161;p19"/>
          <p:cNvGrpSpPr/>
          <p:nvPr/>
        </p:nvGrpSpPr>
        <p:grpSpPr>
          <a:xfrm flipH="1">
            <a:off x="8833500" y="4833031"/>
            <a:ext cx="310500" cy="310500"/>
            <a:chOff x="0" y="-8"/>
            <a:chExt cx="414000" cy="414000"/>
          </a:xfrm>
        </p:grpSpPr>
        <p:sp>
          <p:nvSpPr>
            <p:cNvPr id="162" name="Google Shape;162;p19"/>
            <p:cNvSpPr/>
            <p:nvPr/>
          </p:nvSpPr>
          <p:spPr>
            <a:xfrm>
              <a:off x="0" y="-8"/>
              <a:ext cx="414000" cy="414000"/>
            </a:xfrm>
            <a:prstGeom prst="rect">
              <a:avLst/>
            </a:pr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100"/>
            </a:p>
          </p:txBody>
        </p:sp>
        <p:sp>
          <p:nvSpPr>
            <p:cNvPr id="163" name="Google Shape;163;p19"/>
            <p:cNvSpPr/>
            <p:nvPr/>
          </p:nvSpPr>
          <p:spPr>
            <a:xfrm>
              <a:off x="0" y="-8"/>
              <a:ext cx="205200" cy="205200"/>
            </a:xfrm>
            <a:prstGeom prst="rect">
              <a:avLst/>
            </a:prstGeom>
            <a:solidFill>
              <a:srgbClr val="FFFF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100"/>
            </a:p>
          </p:txBody>
        </p:sp>
        <p:sp>
          <p:nvSpPr>
            <p:cNvPr id="164" name="Google Shape;164;p19"/>
            <p:cNvSpPr/>
            <p:nvPr/>
          </p:nvSpPr>
          <p:spPr>
            <a:xfrm>
              <a:off x="208800" y="208792"/>
              <a:ext cx="205200" cy="205200"/>
            </a:xfrm>
            <a:prstGeom prst="rect">
              <a:avLst/>
            </a:prstGeom>
            <a:solidFill>
              <a:srgbClr val="FFFF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100"/>
            </a:p>
          </p:txBody>
        </p:sp>
      </p:grpSp>
      <p:grpSp>
        <p:nvGrpSpPr>
          <p:cNvPr id="165" name="Google Shape;165;p19"/>
          <p:cNvGrpSpPr/>
          <p:nvPr/>
        </p:nvGrpSpPr>
        <p:grpSpPr>
          <a:xfrm rot="-5400000" flipH="1">
            <a:off x="0" y="4833031"/>
            <a:ext cx="310500" cy="310500"/>
            <a:chOff x="0" y="-8"/>
            <a:chExt cx="414000" cy="414000"/>
          </a:xfrm>
        </p:grpSpPr>
        <p:sp>
          <p:nvSpPr>
            <p:cNvPr id="166" name="Google Shape;166;p19"/>
            <p:cNvSpPr/>
            <p:nvPr/>
          </p:nvSpPr>
          <p:spPr>
            <a:xfrm>
              <a:off x="0" y="-8"/>
              <a:ext cx="414000" cy="414000"/>
            </a:xfrm>
            <a:prstGeom prst="rect">
              <a:avLst/>
            </a:pr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100"/>
            </a:p>
          </p:txBody>
        </p:sp>
        <p:sp>
          <p:nvSpPr>
            <p:cNvPr id="167" name="Google Shape;167;p19"/>
            <p:cNvSpPr/>
            <p:nvPr/>
          </p:nvSpPr>
          <p:spPr>
            <a:xfrm>
              <a:off x="0" y="-8"/>
              <a:ext cx="205200" cy="205200"/>
            </a:xfrm>
            <a:prstGeom prst="rect">
              <a:avLst/>
            </a:prstGeom>
            <a:solidFill>
              <a:srgbClr val="FFFF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100"/>
            </a:p>
          </p:txBody>
        </p:sp>
        <p:sp>
          <p:nvSpPr>
            <p:cNvPr id="168" name="Google Shape;168;p19"/>
            <p:cNvSpPr/>
            <p:nvPr/>
          </p:nvSpPr>
          <p:spPr>
            <a:xfrm>
              <a:off x="208800" y="208792"/>
              <a:ext cx="205200" cy="205200"/>
            </a:xfrm>
            <a:prstGeom prst="rect">
              <a:avLst/>
            </a:prstGeom>
            <a:solidFill>
              <a:srgbClr val="FFFF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100"/>
            </a:p>
          </p:txBody>
        </p:sp>
      </p:grpSp>
      <p:grpSp>
        <p:nvGrpSpPr>
          <p:cNvPr id="169" name="Google Shape;169;p19"/>
          <p:cNvGrpSpPr/>
          <p:nvPr/>
        </p:nvGrpSpPr>
        <p:grpSpPr>
          <a:xfrm rot="5400000" flipH="1">
            <a:off x="8833500" y="-6"/>
            <a:ext cx="310500" cy="310500"/>
            <a:chOff x="0" y="-8"/>
            <a:chExt cx="414000" cy="414000"/>
          </a:xfrm>
        </p:grpSpPr>
        <p:sp>
          <p:nvSpPr>
            <p:cNvPr id="170" name="Google Shape;170;p19"/>
            <p:cNvSpPr/>
            <p:nvPr/>
          </p:nvSpPr>
          <p:spPr>
            <a:xfrm>
              <a:off x="0" y="-8"/>
              <a:ext cx="414000" cy="414000"/>
            </a:xfrm>
            <a:prstGeom prst="rect">
              <a:avLst/>
            </a:pr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100"/>
            </a:p>
          </p:txBody>
        </p:sp>
        <p:sp>
          <p:nvSpPr>
            <p:cNvPr id="171" name="Google Shape;171;p19"/>
            <p:cNvSpPr/>
            <p:nvPr/>
          </p:nvSpPr>
          <p:spPr>
            <a:xfrm>
              <a:off x="0" y="-8"/>
              <a:ext cx="205200" cy="205200"/>
            </a:xfrm>
            <a:prstGeom prst="rect">
              <a:avLst/>
            </a:prstGeom>
            <a:solidFill>
              <a:srgbClr val="FFFF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100"/>
            </a:p>
          </p:txBody>
        </p:sp>
        <p:sp>
          <p:nvSpPr>
            <p:cNvPr id="172" name="Google Shape;172;p19"/>
            <p:cNvSpPr/>
            <p:nvPr/>
          </p:nvSpPr>
          <p:spPr>
            <a:xfrm>
              <a:off x="208800" y="208792"/>
              <a:ext cx="205200" cy="205200"/>
            </a:xfrm>
            <a:prstGeom prst="rect">
              <a:avLst/>
            </a:prstGeom>
            <a:solidFill>
              <a:srgbClr val="FFFF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100"/>
            </a:p>
          </p:txBody>
        </p:sp>
      </p:grpSp>
      <p:grpSp>
        <p:nvGrpSpPr>
          <p:cNvPr id="173" name="Google Shape;173;p19"/>
          <p:cNvGrpSpPr/>
          <p:nvPr/>
        </p:nvGrpSpPr>
        <p:grpSpPr>
          <a:xfrm flipH="1">
            <a:off x="0" y="-6"/>
            <a:ext cx="310500" cy="310500"/>
            <a:chOff x="0" y="-8"/>
            <a:chExt cx="414000" cy="414000"/>
          </a:xfrm>
        </p:grpSpPr>
        <p:sp>
          <p:nvSpPr>
            <p:cNvPr id="174" name="Google Shape;174;p19"/>
            <p:cNvSpPr/>
            <p:nvPr/>
          </p:nvSpPr>
          <p:spPr>
            <a:xfrm>
              <a:off x="0" y="-8"/>
              <a:ext cx="414000" cy="414000"/>
            </a:xfrm>
            <a:prstGeom prst="rect">
              <a:avLst/>
            </a:pr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100"/>
            </a:p>
          </p:txBody>
        </p:sp>
        <p:sp>
          <p:nvSpPr>
            <p:cNvPr id="175" name="Google Shape;175;p19"/>
            <p:cNvSpPr/>
            <p:nvPr/>
          </p:nvSpPr>
          <p:spPr>
            <a:xfrm>
              <a:off x="0" y="-8"/>
              <a:ext cx="205200" cy="205200"/>
            </a:xfrm>
            <a:prstGeom prst="rect">
              <a:avLst/>
            </a:prstGeom>
            <a:solidFill>
              <a:srgbClr val="FFFF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100"/>
            </a:p>
          </p:txBody>
        </p:sp>
        <p:sp>
          <p:nvSpPr>
            <p:cNvPr id="176" name="Google Shape;176;p19"/>
            <p:cNvSpPr/>
            <p:nvPr/>
          </p:nvSpPr>
          <p:spPr>
            <a:xfrm>
              <a:off x="208800" y="208792"/>
              <a:ext cx="205200" cy="205200"/>
            </a:xfrm>
            <a:prstGeom prst="rect">
              <a:avLst/>
            </a:prstGeom>
            <a:solidFill>
              <a:srgbClr val="FFFF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100"/>
            </a:p>
          </p:txBody>
        </p:sp>
      </p:grpSp>
      <p:grpSp>
        <p:nvGrpSpPr>
          <p:cNvPr id="177" name="Google Shape;177;p19"/>
          <p:cNvGrpSpPr/>
          <p:nvPr/>
        </p:nvGrpSpPr>
        <p:grpSpPr>
          <a:xfrm flipH="1">
            <a:off x="2130750" y="-225"/>
            <a:ext cx="310500" cy="310500"/>
            <a:chOff x="0" y="-8"/>
            <a:chExt cx="414000" cy="414000"/>
          </a:xfrm>
        </p:grpSpPr>
        <p:sp>
          <p:nvSpPr>
            <p:cNvPr id="178" name="Google Shape;178;p19"/>
            <p:cNvSpPr/>
            <p:nvPr/>
          </p:nvSpPr>
          <p:spPr>
            <a:xfrm>
              <a:off x="0" y="-8"/>
              <a:ext cx="414000" cy="414000"/>
            </a:xfrm>
            <a:prstGeom prst="rect">
              <a:avLst/>
            </a:pr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100"/>
            </a:p>
          </p:txBody>
        </p:sp>
        <p:sp>
          <p:nvSpPr>
            <p:cNvPr id="179" name="Google Shape;179;p19"/>
            <p:cNvSpPr/>
            <p:nvPr/>
          </p:nvSpPr>
          <p:spPr>
            <a:xfrm>
              <a:off x="0" y="-8"/>
              <a:ext cx="205200" cy="205200"/>
            </a:xfrm>
            <a:prstGeom prst="rect">
              <a:avLst/>
            </a:prstGeom>
            <a:solidFill>
              <a:srgbClr val="FFFF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100"/>
            </a:p>
          </p:txBody>
        </p:sp>
        <p:sp>
          <p:nvSpPr>
            <p:cNvPr id="180" name="Google Shape;180;p19"/>
            <p:cNvSpPr/>
            <p:nvPr/>
          </p:nvSpPr>
          <p:spPr>
            <a:xfrm>
              <a:off x="208800" y="208792"/>
              <a:ext cx="205200" cy="205200"/>
            </a:xfrm>
            <a:prstGeom prst="rect">
              <a:avLst/>
            </a:prstGeom>
            <a:solidFill>
              <a:srgbClr val="FFFF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100"/>
            </a:p>
          </p:txBody>
        </p:sp>
      </p:grpSp>
      <p:cxnSp>
        <p:nvCxnSpPr>
          <p:cNvPr id="181" name="Google Shape;181;p19"/>
          <p:cNvCxnSpPr/>
          <p:nvPr/>
        </p:nvCxnSpPr>
        <p:spPr>
          <a:xfrm>
            <a:off x="729450" y="-225"/>
            <a:ext cx="0" cy="5144100"/>
          </a:xfrm>
          <a:prstGeom prst="straightConnector1">
            <a:avLst/>
          </a:prstGeom>
          <a:noFill/>
          <a:ln w="9525" cap="flat" cmpd="sng">
            <a:solidFill>
              <a:srgbClr val="FF9E16"/>
            </a:solidFill>
            <a:prstDash val="dot"/>
            <a:round/>
            <a:headEnd type="none" w="med" len="med"/>
            <a:tailEnd type="none" w="med" len="med"/>
          </a:ln>
        </p:spPr>
      </p:cxnSp>
      <p:grpSp>
        <p:nvGrpSpPr>
          <p:cNvPr id="182" name="Google Shape;182;p19"/>
          <p:cNvGrpSpPr/>
          <p:nvPr/>
        </p:nvGrpSpPr>
        <p:grpSpPr>
          <a:xfrm flipH="1">
            <a:off x="0" y="2416500"/>
            <a:ext cx="310500" cy="310500"/>
            <a:chOff x="0" y="-8"/>
            <a:chExt cx="414000" cy="414000"/>
          </a:xfrm>
        </p:grpSpPr>
        <p:sp>
          <p:nvSpPr>
            <p:cNvPr id="183" name="Google Shape;183;p19"/>
            <p:cNvSpPr/>
            <p:nvPr/>
          </p:nvSpPr>
          <p:spPr>
            <a:xfrm>
              <a:off x="0" y="-8"/>
              <a:ext cx="414000" cy="414000"/>
            </a:xfrm>
            <a:prstGeom prst="rect">
              <a:avLst/>
            </a:pr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100"/>
            </a:p>
          </p:txBody>
        </p:sp>
        <p:sp>
          <p:nvSpPr>
            <p:cNvPr id="184" name="Google Shape;184;p19"/>
            <p:cNvSpPr/>
            <p:nvPr/>
          </p:nvSpPr>
          <p:spPr>
            <a:xfrm>
              <a:off x="0" y="-8"/>
              <a:ext cx="205200" cy="205200"/>
            </a:xfrm>
            <a:prstGeom prst="rect">
              <a:avLst/>
            </a:prstGeom>
            <a:solidFill>
              <a:srgbClr val="FFFF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100"/>
            </a:p>
          </p:txBody>
        </p:sp>
        <p:sp>
          <p:nvSpPr>
            <p:cNvPr id="185" name="Google Shape;185;p19"/>
            <p:cNvSpPr/>
            <p:nvPr/>
          </p:nvSpPr>
          <p:spPr>
            <a:xfrm>
              <a:off x="208800" y="208792"/>
              <a:ext cx="205200" cy="205200"/>
            </a:xfrm>
            <a:prstGeom prst="rect">
              <a:avLst/>
            </a:prstGeom>
            <a:solidFill>
              <a:srgbClr val="FFFF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100"/>
            </a:p>
          </p:txBody>
        </p:sp>
      </p:grpSp>
      <p:grpSp>
        <p:nvGrpSpPr>
          <p:cNvPr id="186" name="Google Shape;186;p19"/>
          <p:cNvGrpSpPr/>
          <p:nvPr/>
        </p:nvGrpSpPr>
        <p:grpSpPr>
          <a:xfrm flipH="1">
            <a:off x="2841000" y="-225"/>
            <a:ext cx="310500" cy="310500"/>
            <a:chOff x="0" y="-8"/>
            <a:chExt cx="414000" cy="414000"/>
          </a:xfrm>
        </p:grpSpPr>
        <p:sp>
          <p:nvSpPr>
            <p:cNvPr id="187" name="Google Shape;187;p19"/>
            <p:cNvSpPr/>
            <p:nvPr/>
          </p:nvSpPr>
          <p:spPr>
            <a:xfrm>
              <a:off x="0" y="-8"/>
              <a:ext cx="414000" cy="414000"/>
            </a:xfrm>
            <a:prstGeom prst="rect">
              <a:avLst/>
            </a:pr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100"/>
            </a:p>
          </p:txBody>
        </p:sp>
        <p:sp>
          <p:nvSpPr>
            <p:cNvPr id="188" name="Google Shape;188;p19"/>
            <p:cNvSpPr/>
            <p:nvPr/>
          </p:nvSpPr>
          <p:spPr>
            <a:xfrm>
              <a:off x="0" y="-8"/>
              <a:ext cx="205200" cy="205200"/>
            </a:xfrm>
            <a:prstGeom prst="rect">
              <a:avLst/>
            </a:prstGeom>
            <a:solidFill>
              <a:srgbClr val="FFFF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100"/>
            </a:p>
          </p:txBody>
        </p:sp>
        <p:sp>
          <p:nvSpPr>
            <p:cNvPr id="189" name="Google Shape;189;p19"/>
            <p:cNvSpPr/>
            <p:nvPr/>
          </p:nvSpPr>
          <p:spPr>
            <a:xfrm>
              <a:off x="208800" y="208792"/>
              <a:ext cx="205200" cy="205200"/>
            </a:xfrm>
            <a:prstGeom prst="rect">
              <a:avLst/>
            </a:prstGeom>
            <a:solidFill>
              <a:srgbClr val="FFFF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100"/>
            </a:p>
          </p:txBody>
        </p:sp>
      </p:grpSp>
      <p:grpSp>
        <p:nvGrpSpPr>
          <p:cNvPr id="190" name="Google Shape;190;p19"/>
          <p:cNvGrpSpPr/>
          <p:nvPr/>
        </p:nvGrpSpPr>
        <p:grpSpPr>
          <a:xfrm flipH="1">
            <a:off x="3150900" y="310275"/>
            <a:ext cx="310500" cy="310500"/>
            <a:chOff x="0" y="-8"/>
            <a:chExt cx="414000" cy="414000"/>
          </a:xfrm>
        </p:grpSpPr>
        <p:sp>
          <p:nvSpPr>
            <p:cNvPr id="191" name="Google Shape;191;p19"/>
            <p:cNvSpPr/>
            <p:nvPr/>
          </p:nvSpPr>
          <p:spPr>
            <a:xfrm>
              <a:off x="0" y="-8"/>
              <a:ext cx="414000" cy="414000"/>
            </a:xfrm>
            <a:prstGeom prst="rect">
              <a:avLst/>
            </a:pr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100"/>
            </a:p>
          </p:txBody>
        </p:sp>
        <p:sp>
          <p:nvSpPr>
            <p:cNvPr id="192" name="Google Shape;192;p19"/>
            <p:cNvSpPr/>
            <p:nvPr/>
          </p:nvSpPr>
          <p:spPr>
            <a:xfrm>
              <a:off x="0" y="-8"/>
              <a:ext cx="205200" cy="205200"/>
            </a:xfrm>
            <a:prstGeom prst="rect">
              <a:avLst/>
            </a:prstGeom>
            <a:solidFill>
              <a:srgbClr val="FFFF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100"/>
            </a:p>
          </p:txBody>
        </p:sp>
        <p:sp>
          <p:nvSpPr>
            <p:cNvPr id="193" name="Google Shape;193;p19"/>
            <p:cNvSpPr/>
            <p:nvPr/>
          </p:nvSpPr>
          <p:spPr>
            <a:xfrm>
              <a:off x="208800" y="208792"/>
              <a:ext cx="205200" cy="205200"/>
            </a:xfrm>
            <a:prstGeom prst="rect">
              <a:avLst/>
            </a:prstGeom>
            <a:solidFill>
              <a:srgbClr val="FFFF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100"/>
            </a:p>
          </p:txBody>
        </p:sp>
      </p:gr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Titre et corps 1">
  <p:cSld name="TITLE_AND_BODY_1">
    <p:spTree>
      <p:nvGrpSpPr>
        <p:cNvPr id="1" name="Shape 194"/>
        <p:cNvGrpSpPr/>
        <p:nvPr/>
      </p:nvGrpSpPr>
      <p:grpSpPr>
        <a:xfrm>
          <a:off x="0" y="0"/>
          <a:ext cx="0" cy="0"/>
          <a:chOff x="0" y="0"/>
          <a:chExt cx="0" cy="0"/>
        </a:xfrm>
      </p:grpSpPr>
      <p:sp>
        <p:nvSpPr>
          <p:cNvPr id="195" name="Google Shape;195;p20"/>
          <p:cNvSpPr txBox="1">
            <a:spLocks noGrp="1"/>
          </p:cNvSpPr>
          <p:nvPr>
            <p:ph type="title"/>
          </p:nvPr>
        </p:nvSpPr>
        <p:spPr>
          <a:xfrm>
            <a:off x="311700" y="445025"/>
            <a:ext cx="8520600" cy="572700"/>
          </a:xfrm>
          <a:prstGeom prst="rect">
            <a:avLst/>
          </a:prstGeom>
        </p:spPr>
        <p:txBody>
          <a:bodyPr spcFirstLastPara="1" wrap="square" lIns="0" tIns="0" rIns="0" bIns="0" anchor="t" anchorCtr="0">
            <a:spAutoFit/>
          </a:bodyPr>
          <a:lstStyle>
            <a:lvl1pPr lvl="0" rtl="0">
              <a:spcBef>
                <a:spcPts val="0"/>
              </a:spcBef>
              <a:spcAft>
                <a:spcPts val="0"/>
              </a:spcAft>
              <a:buSzPts val="2100"/>
              <a:buFont typeface="Lato"/>
              <a:buNone/>
              <a:defRPr>
                <a:latin typeface="Lato"/>
                <a:ea typeface="Lato"/>
                <a:cs typeface="Lato"/>
                <a:sym typeface="Lato"/>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196" name="Google Shape;196;p20"/>
          <p:cNvSpPr txBox="1">
            <a:spLocks noGrp="1"/>
          </p:cNvSpPr>
          <p:nvPr>
            <p:ph type="body" idx="1"/>
          </p:nvPr>
        </p:nvSpPr>
        <p:spPr>
          <a:xfrm>
            <a:off x="311700" y="1152475"/>
            <a:ext cx="8520600" cy="3416400"/>
          </a:xfrm>
          <a:prstGeom prst="rect">
            <a:avLst/>
          </a:prstGeom>
        </p:spPr>
        <p:txBody>
          <a:bodyPr spcFirstLastPara="1" wrap="square" lIns="0" tIns="0" rIns="0" bIns="0" anchor="t" anchorCtr="0">
            <a:normAutofit/>
          </a:bodyPr>
          <a:lstStyle>
            <a:lvl1pPr marL="457200" lvl="0" indent="-304800" rtl="0">
              <a:spcBef>
                <a:spcPts val="0"/>
              </a:spcBef>
              <a:spcAft>
                <a:spcPts val="0"/>
              </a:spcAft>
              <a:buSzPts val="1200"/>
              <a:buFont typeface="Lato"/>
              <a:buChar char="●"/>
              <a:defRPr>
                <a:latin typeface="Lato"/>
                <a:ea typeface="Lato"/>
                <a:cs typeface="Lato"/>
                <a:sym typeface="Lato"/>
              </a:defRPr>
            </a:lvl1pPr>
            <a:lvl2pPr marL="914400" lvl="1" indent="-304800" rtl="0">
              <a:spcBef>
                <a:spcPts val="0"/>
              </a:spcBef>
              <a:spcAft>
                <a:spcPts val="0"/>
              </a:spcAft>
              <a:buSzPts val="1200"/>
              <a:buFont typeface="Lato"/>
              <a:buChar char="○"/>
              <a:defRPr>
                <a:latin typeface="Lato"/>
                <a:ea typeface="Lato"/>
                <a:cs typeface="Lato"/>
                <a:sym typeface="Lato"/>
              </a:defRPr>
            </a:lvl2pPr>
            <a:lvl3pPr marL="1371600" lvl="2" indent="-304800" rtl="0">
              <a:spcBef>
                <a:spcPts val="0"/>
              </a:spcBef>
              <a:spcAft>
                <a:spcPts val="0"/>
              </a:spcAft>
              <a:buSzPts val="1200"/>
              <a:buFont typeface="Lato"/>
              <a:buChar char="■"/>
              <a:defRPr>
                <a:latin typeface="Lato"/>
                <a:ea typeface="Lato"/>
                <a:cs typeface="Lato"/>
                <a:sym typeface="Lato"/>
              </a:defRPr>
            </a:lvl3pPr>
            <a:lvl4pPr marL="1828800" lvl="3" indent="-304800" rtl="0">
              <a:spcBef>
                <a:spcPts val="0"/>
              </a:spcBef>
              <a:spcAft>
                <a:spcPts val="0"/>
              </a:spcAft>
              <a:buSzPts val="1200"/>
              <a:buFont typeface="Lato"/>
              <a:buChar char="●"/>
              <a:defRPr>
                <a:latin typeface="Lato"/>
                <a:ea typeface="Lato"/>
                <a:cs typeface="Lato"/>
                <a:sym typeface="Lato"/>
              </a:defRPr>
            </a:lvl4pPr>
            <a:lvl5pPr marL="2286000" lvl="4" indent="-304800" rtl="0">
              <a:spcBef>
                <a:spcPts val="0"/>
              </a:spcBef>
              <a:spcAft>
                <a:spcPts val="0"/>
              </a:spcAft>
              <a:buSzPts val="1200"/>
              <a:buFont typeface="Lato"/>
              <a:buChar char="○"/>
              <a:defRPr>
                <a:latin typeface="Lato"/>
                <a:ea typeface="Lato"/>
                <a:cs typeface="Lato"/>
                <a:sym typeface="Lato"/>
              </a:defRPr>
            </a:lvl5pPr>
            <a:lvl6pPr marL="2743200" lvl="5" indent="-304800" rtl="0">
              <a:spcBef>
                <a:spcPts val="0"/>
              </a:spcBef>
              <a:spcAft>
                <a:spcPts val="0"/>
              </a:spcAft>
              <a:buSzPts val="1200"/>
              <a:buFont typeface="Lato"/>
              <a:buChar char="■"/>
              <a:defRPr>
                <a:latin typeface="Lato"/>
                <a:ea typeface="Lato"/>
                <a:cs typeface="Lato"/>
                <a:sym typeface="Lato"/>
              </a:defRPr>
            </a:lvl6pPr>
            <a:lvl7pPr marL="3200400" lvl="6" indent="-304800" rtl="0">
              <a:spcBef>
                <a:spcPts val="0"/>
              </a:spcBef>
              <a:spcAft>
                <a:spcPts val="0"/>
              </a:spcAft>
              <a:buSzPts val="1200"/>
              <a:buFont typeface="Lato"/>
              <a:buChar char="●"/>
              <a:defRPr>
                <a:latin typeface="Lato"/>
                <a:ea typeface="Lato"/>
                <a:cs typeface="Lato"/>
                <a:sym typeface="Lato"/>
              </a:defRPr>
            </a:lvl7pPr>
            <a:lvl8pPr marL="3657600" lvl="7" indent="-304800" rtl="0">
              <a:spcBef>
                <a:spcPts val="0"/>
              </a:spcBef>
              <a:spcAft>
                <a:spcPts val="0"/>
              </a:spcAft>
              <a:buSzPts val="1200"/>
              <a:buFont typeface="Lato"/>
              <a:buChar char="○"/>
              <a:defRPr>
                <a:latin typeface="Lato"/>
                <a:ea typeface="Lato"/>
                <a:cs typeface="Lato"/>
                <a:sym typeface="Lato"/>
              </a:defRPr>
            </a:lvl8pPr>
            <a:lvl9pPr marL="4114800" lvl="8" indent="-304800" rtl="0">
              <a:spcBef>
                <a:spcPts val="0"/>
              </a:spcBef>
              <a:spcAft>
                <a:spcPts val="0"/>
              </a:spcAft>
              <a:buSzPts val="1200"/>
              <a:buFont typeface="Lato"/>
              <a:buChar char="■"/>
              <a:defRPr>
                <a:latin typeface="Lato"/>
                <a:ea typeface="Lato"/>
                <a:cs typeface="Lato"/>
                <a:sym typeface="Lato"/>
              </a:defRPr>
            </a:lvl9pPr>
          </a:lstStyle>
          <a:p>
            <a:endParaRPr/>
          </a:p>
        </p:txBody>
      </p:sp>
      <p:sp>
        <p:nvSpPr>
          <p:cNvPr id="197" name="Google Shape;197;p20"/>
          <p:cNvSpPr txBox="1">
            <a:spLocks noGrp="1"/>
          </p:cNvSpPr>
          <p:nvPr>
            <p:ph type="sldNum" idx="12"/>
          </p:nvPr>
        </p:nvSpPr>
        <p:spPr>
          <a:xfrm>
            <a:off x="8595308" y="4749892"/>
            <a:ext cx="548700" cy="393600"/>
          </a:xfrm>
          <a:prstGeom prst="rect">
            <a:avLst/>
          </a:prstGeom>
        </p:spPr>
        <p:txBody>
          <a:bodyPr spcFirstLastPara="1" wrap="square" lIns="0" tIns="0" rIns="310500" bIns="172800" anchor="b" anchorCtr="0">
            <a:noAutofit/>
          </a:bodyPr>
          <a:lstStyle>
            <a:lvl1pPr lvl="0" rtl="0">
              <a:buNone/>
              <a:defRPr>
                <a:latin typeface="Lato"/>
                <a:ea typeface="Lato"/>
                <a:cs typeface="Lato"/>
                <a:sym typeface="Lato"/>
              </a:defRPr>
            </a:lvl1pPr>
            <a:lvl2pPr lvl="1" rtl="0">
              <a:buNone/>
              <a:defRPr>
                <a:latin typeface="Lato"/>
                <a:ea typeface="Lato"/>
                <a:cs typeface="Lato"/>
                <a:sym typeface="Lato"/>
              </a:defRPr>
            </a:lvl2pPr>
            <a:lvl3pPr lvl="2" rtl="0">
              <a:buNone/>
              <a:defRPr>
                <a:latin typeface="Lato"/>
                <a:ea typeface="Lato"/>
                <a:cs typeface="Lato"/>
                <a:sym typeface="Lato"/>
              </a:defRPr>
            </a:lvl3pPr>
            <a:lvl4pPr lvl="3" rtl="0">
              <a:buNone/>
              <a:defRPr>
                <a:latin typeface="Lato"/>
                <a:ea typeface="Lato"/>
                <a:cs typeface="Lato"/>
                <a:sym typeface="Lato"/>
              </a:defRPr>
            </a:lvl4pPr>
            <a:lvl5pPr lvl="4" rtl="0">
              <a:buNone/>
              <a:defRPr>
                <a:latin typeface="Lato"/>
                <a:ea typeface="Lato"/>
                <a:cs typeface="Lato"/>
                <a:sym typeface="Lato"/>
              </a:defRPr>
            </a:lvl5pPr>
            <a:lvl6pPr lvl="5" rtl="0">
              <a:buNone/>
              <a:defRPr>
                <a:latin typeface="Lato"/>
                <a:ea typeface="Lato"/>
                <a:cs typeface="Lato"/>
                <a:sym typeface="Lato"/>
              </a:defRPr>
            </a:lvl6pPr>
            <a:lvl7pPr lvl="6" rtl="0">
              <a:buNone/>
              <a:defRPr>
                <a:latin typeface="Lato"/>
                <a:ea typeface="Lato"/>
                <a:cs typeface="Lato"/>
                <a:sym typeface="Lato"/>
              </a:defRPr>
            </a:lvl7pPr>
            <a:lvl8pPr lvl="7" rtl="0">
              <a:buNone/>
              <a:defRPr>
                <a:latin typeface="Lato"/>
                <a:ea typeface="Lato"/>
                <a:cs typeface="Lato"/>
                <a:sym typeface="Lato"/>
              </a:defRPr>
            </a:lvl8pPr>
            <a:lvl9pPr lvl="8" rtl="0">
              <a:buNone/>
              <a:defRPr>
                <a:latin typeface="Lato"/>
                <a:ea typeface="Lato"/>
                <a:cs typeface="Lato"/>
                <a:sym typeface="Lato"/>
              </a:defRPr>
            </a:lvl9pPr>
          </a:lstStyle>
          <a:p>
            <a:pPr marL="0" lvl="0" indent="0" algn="r" rtl="0">
              <a:spcBef>
                <a:spcPts val="0"/>
              </a:spcBef>
              <a:spcAft>
                <a:spcPts val="0"/>
              </a:spcAft>
              <a:buNone/>
            </a:pPr>
            <a:fld id="{00000000-1234-1234-1234-123412341234}" type="slidenum">
              <a:rPr lang="fr"/>
              <a:t>‹N°›</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Beta">
  <p:cSld name="SECTION_HEADER_1">
    <p:bg>
      <p:bgPr>
        <a:solidFill>
          <a:srgbClr val="1155CC"/>
        </a:solidFill>
        <a:effectLst/>
      </p:bgPr>
    </p:bg>
    <p:spTree>
      <p:nvGrpSpPr>
        <p:cNvPr id="1" name="Shape 198"/>
        <p:cNvGrpSpPr/>
        <p:nvPr/>
      </p:nvGrpSpPr>
      <p:grpSpPr>
        <a:xfrm>
          <a:off x="0" y="0"/>
          <a:ext cx="0" cy="0"/>
          <a:chOff x="0" y="0"/>
          <a:chExt cx="0" cy="0"/>
        </a:xfrm>
      </p:grpSpPr>
      <p:sp>
        <p:nvSpPr>
          <p:cNvPr id="199" name="Google Shape;199;p21"/>
          <p:cNvSpPr txBox="1">
            <a:spLocks noGrp="1"/>
          </p:cNvSpPr>
          <p:nvPr>
            <p:ph type="title"/>
          </p:nvPr>
        </p:nvSpPr>
        <p:spPr>
          <a:xfrm>
            <a:off x="311700" y="2150850"/>
            <a:ext cx="8520600" cy="841800"/>
          </a:xfrm>
          <a:prstGeom prst="rect">
            <a:avLst/>
          </a:prstGeom>
        </p:spPr>
        <p:txBody>
          <a:bodyPr spcFirstLastPara="1" wrap="square" lIns="0" tIns="0" rIns="0" bIns="0" anchor="ctr" anchorCtr="0">
            <a:spAutoFit/>
          </a:bodyPr>
          <a:lstStyle>
            <a:lvl1pPr lvl="0" algn="ctr" rtl="0">
              <a:spcBef>
                <a:spcPts val="0"/>
              </a:spcBef>
              <a:spcAft>
                <a:spcPts val="0"/>
              </a:spcAft>
              <a:buClr>
                <a:srgbClr val="FFFFFF"/>
              </a:buClr>
              <a:buSzPts val="3600"/>
              <a:buNone/>
              <a:defRPr sz="3600">
                <a:solidFill>
                  <a:srgbClr val="FFFFFF"/>
                </a:solidFill>
              </a:defRPr>
            </a:lvl1pPr>
            <a:lvl2pPr lvl="1" algn="ctr" rtl="0">
              <a:spcBef>
                <a:spcPts val="0"/>
              </a:spcBef>
              <a:spcAft>
                <a:spcPts val="0"/>
              </a:spcAft>
              <a:buSzPts val="3600"/>
              <a:buNone/>
              <a:defRPr sz="3600"/>
            </a:lvl2pPr>
            <a:lvl3pPr lvl="2" algn="ctr" rtl="0">
              <a:spcBef>
                <a:spcPts val="0"/>
              </a:spcBef>
              <a:spcAft>
                <a:spcPts val="0"/>
              </a:spcAft>
              <a:buSzPts val="3600"/>
              <a:buNone/>
              <a:defRPr sz="3600"/>
            </a:lvl3pPr>
            <a:lvl4pPr lvl="3" algn="ctr" rtl="0">
              <a:spcBef>
                <a:spcPts val="0"/>
              </a:spcBef>
              <a:spcAft>
                <a:spcPts val="0"/>
              </a:spcAft>
              <a:buSzPts val="3600"/>
              <a:buNone/>
              <a:defRPr sz="3600"/>
            </a:lvl4pPr>
            <a:lvl5pPr lvl="4" algn="ctr" rtl="0">
              <a:spcBef>
                <a:spcPts val="0"/>
              </a:spcBef>
              <a:spcAft>
                <a:spcPts val="0"/>
              </a:spcAft>
              <a:buSzPts val="3600"/>
              <a:buNone/>
              <a:defRPr sz="3600"/>
            </a:lvl5pPr>
            <a:lvl6pPr lvl="5" algn="ctr" rtl="0">
              <a:spcBef>
                <a:spcPts val="0"/>
              </a:spcBef>
              <a:spcAft>
                <a:spcPts val="0"/>
              </a:spcAft>
              <a:buSzPts val="3600"/>
              <a:buNone/>
              <a:defRPr sz="3600"/>
            </a:lvl6pPr>
            <a:lvl7pPr lvl="6" algn="ctr" rtl="0">
              <a:spcBef>
                <a:spcPts val="0"/>
              </a:spcBef>
              <a:spcAft>
                <a:spcPts val="0"/>
              </a:spcAft>
              <a:buSzPts val="3600"/>
              <a:buNone/>
              <a:defRPr sz="3600"/>
            </a:lvl7pPr>
            <a:lvl8pPr lvl="7" algn="ctr" rtl="0">
              <a:spcBef>
                <a:spcPts val="0"/>
              </a:spcBef>
              <a:spcAft>
                <a:spcPts val="0"/>
              </a:spcAft>
              <a:buSzPts val="3600"/>
              <a:buNone/>
              <a:defRPr sz="3600"/>
            </a:lvl8pPr>
            <a:lvl9pPr lvl="8" algn="ctr" rtl="0">
              <a:spcBef>
                <a:spcPts val="0"/>
              </a:spcBef>
              <a:spcAft>
                <a:spcPts val="0"/>
              </a:spcAft>
              <a:buSzPts val="3600"/>
              <a:buNone/>
              <a:defRPr sz="3600"/>
            </a:lvl9pPr>
          </a:lstStyle>
          <a:p>
            <a:endParaRPr/>
          </a:p>
        </p:txBody>
      </p:sp>
      <p:sp>
        <p:nvSpPr>
          <p:cNvPr id="200" name="Google Shape;200;p21"/>
          <p:cNvSpPr txBox="1">
            <a:spLocks noGrp="1"/>
          </p:cNvSpPr>
          <p:nvPr>
            <p:ph type="sldNum" idx="12"/>
          </p:nvPr>
        </p:nvSpPr>
        <p:spPr>
          <a:xfrm>
            <a:off x="8595308" y="4749892"/>
            <a:ext cx="548700" cy="393600"/>
          </a:xfrm>
          <a:prstGeom prst="rect">
            <a:avLst/>
          </a:prstGeom>
        </p:spPr>
        <p:txBody>
          <a:bodyPr spcFirstLastPara="1" wrap="square" lIns="0" tIns="0" rIns="310500" bIns="172800" anchor="b"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fr"/>
              <a:t>‹N°›</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Beta 1">
  <p:cSld name="SECTION_HEADER_2">
    <p:bg>
      <p:bgPr>
        <a:solidFill>
          <a:srgbClr val="F2F6F9"/>
        </a:solidFill>
        <a:effectLst/>
      </p:bgPr>
    </p:bg>
    <p:spTree>
      <p:nvGrpSpPr>
        <p:cNvPr id="1" name="Shape 201"/>
        <p:cNvGrpSpPr/>
        <p:nvPr/>
      </p:nvGrpSpPr>
      <p:grpSpPr>
        <a:xfrm>
          <a:off x="0" y="0"/>
          <a:ext cx="0" cy="0"/>
          <a:chOff x="0" y="0"/>
          <a:chExt cx="0" cy="0"/>
        </a:xfrm>
      </p:grpSpPr>
      <p:sp>
        <p:nvSpPr>
          <p:cNvPr id="202" name="Google Shape;202;p22"/>
          <p:cNvSpPr txBox="1">
            <a:spLocks noGrp="1"/>
          </p:cNvSpPr>
          <p:nvPr>
            <p:ph type="title"/>
          </p:nvPr>
        </p:nvSpPr>
        <p:spPr>
          <a:xfrm>
            <a:off x="311700" y="2150850"/>
            <a:ext cx="8520600" cy="841800"/>
          </a:xfrm>
          <a:prstGeom prst="rect">
            <a:avLst/>
          </a:prstGeom>
        </p:spPr>
        <p:txBody>
          <a:bodyPr spcFirstLastPara="1" wrap="square" lIns="0" tIns="0" rIns="0" bIns="0" anchor="ctr" anchorCtr="0">
            <a:spAutoFit/>
          </a:bodyPr>
          <a:lstStyle>
            <a:lvl1pPr lvl="0" algn="ctr" rtl="0">
              <a:spcBef>
                <a:spcPts val="0"/>
              </a:spcBef>
              <a:spcAft>
                <a:spcPts val="0"/>
              </a:spcAft>
              <a:buClr>
                <a:srgbClr val="1155CC"/>
              </a:buClr>
              <a:buSzPts val="3600"/>
              <a:buNone/>
              <a:defRPr sz="3600">
                <a:solidFill>
                  <a:srgbClr val="1155CC"/>
                </a:solidFill>
              </a:defRPr>
            </a:lvl1pPr>
            <a:lvl2pPr lvl="1" algn="ctr" rtl="0">
              <a:spcBef>
                <a:spcPts val="0"/>
              </a:spcBef>
              <a:spcAft>
                <a:spcPts val="0"/>
              </a:spcAft>
              <a:buSzPts val="3600"/>
              <a:buNone/>
              <a:defRPr sz="3600"/>
            </a:lvl2pPr>
            <a:lvl3pPr lvl="2" algn="ctr" rtl="0">
              <a:spcBef>
                <a:spcPts val="0"/>
              </a:spcBef>
              <a:spcAft>
                <a:spcPts val="0"/>
              </a:spcAft>
              <a:buSzPts val="3600"/>
              <a:buNone/>
              <a:defRPr sz="3600"/>
            </a:lvl3pPr>
            <a:lvl4pPr lvl="3" algn="ctr" rtl="0">
              <a:spcBef>
                <a:spcPts val="0"/>
              </a:spcBef>
              <a:spcAft>
                <a:spcPts val="0"/>
              </a:spcAft>
              <a:buSzPts val="3600"/>
              <a:buNone/>
              <a:defRPr sz="3600"/>
            </a:lvl4pPr>
            <a:lvl5pPr lvl="4" algn="ctr" rtl="0">
              <a:spcBef>
                <a:spcPts val="0"/>
              </a:spcBef>
              <a:spcAft>
                <a:spcPts val="0"/>
              </a:spcAft>
              <a:buSzPts val="3600"/>
              <a:buNone/>
              <a:defRPr sz="3600"/>
            </a:lvl5pPr>
            <a:lvl6pPr lvl="5" algn="ctr" rtl="0">
              <a:spcBef>
                <a:spcPts val="0"/>
              </a:spcBef>
              <a:spcAft>
                <a:spcPts val="0"/>
              </a:spcAft>
              <a:buSzPts val="3600"/>
              <a:buNone/>
              <a:defRPr sz="3600"/>
            </a:lvl6pPr>
            <a:lvl7pPr lvl="6" algn="ctr" rtl="0">
              <a:spcBef>
                <a:spcPts val="0"/>
              </a:spcBef>
              <a:spcAft>
                <a:spcPts val="0"/>
              </a:spcAft>
              <a:buSzPts val="3600"/>
              <a:buNone/>
              <a:defRPr sz="3600"/>
            </a:lvl7pPr>
            <a:lvl8pPr lvl="7" algn="ctr" rtl="0">
              <a:spcBef>
                <a:spcPts val="0"/>
              </a:spcBef>
              <a:spcAft>
                <a:spcPts val="0"/>
              </a:spcAft>
              <a:buSzPts val="3600"/>
              <a:buNone/>
              <a:defRPr sz="3600"/>
            </a:lvl8pPr>
            <a:lvl9pPr lvl="8" algn="ctr" rtl="0">
              <a:spcBef>
                <a:spcPts val="0"/>
              </a:spcBef>
              <a:spcAft>
                <a:spcPts val="0"/>
              </a:spcAft>
              <a:buSzPts val="3600"/>
              <a:buNone/>
              <a:defRPr sz="3600"/>
            </a:lvl9pPr>
          </a:lstStyle>
          <a:p>
            <a:endParaRPr/>
          </a:p>
        </p:txBody>
      </p:sp>
      <p:sp>
        <p:nvSpPr>
          <p:cNvPr id="203" name="Google Shape;203;p22"/>
          <p:cNvSpPr txBox="1">
            <a:spLocks noGrp="1"/>
          </p:cNvSpPr>
          <p:nvPr>
            <p:ph type="sldNum" idx="12"/>
          </p:nvPr>
        </p:nvSpPr>
        <p:spPr>
          <a:xfrm>
            <a:off x="8595308" y="4749892"/>
            <a:ext cx="548700" cy="393600"/>
          </a:xfrm>
          <a:prstGeom prst="rect">
            <a:avLst/>
          </a:prstGeom>
        </p:spPr>
        <p:txBody>
          <a:bodyPr spcFirstLastPara="1" wrap="square" lIns="0" tIns="0" rIns="310500" bIns="172800" anchor="b"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fr"/>
              <a:t>‹N°›</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matchingName="Blank">
  <p:cSld name="TITLE_AND_BODY_1_1">
    <p:spTree>
      <p:nvGrpSpPr>
        <p:cNvPr id="1" name="Shape 208"/>
        <p:cNvGrpSpPr/>
        <p:nvPr/>
      </p:nvGrpSpPr>
      <p:grpSpPr>
        <a:xfrm>
          <a:off x="0" y="0"/>
          <a:ext cx="0" cy="0"/>
          <a:chOff x="0" y="0"/>
          <a:chExt cx="0" cy="0"/>
        </a:xfrm>
      </p:grpSpPr>
      <p:sp>
        <p:nvSpPr>
          <p:cNvPr id="209" name="Google Shape;209;p24"/>
          <p:cNvSpPr txBox="1">
            <a:spLocks noGrp="1"/>
          </p:cNvSpPr>
          <p:nvPr>
            <p:ph type="sldNum" idx="12"/>
          </p:nvPr>
        </p:nvSpPr>
        <p:spPr>
          <a:xfrm>
            <a:off x="4482789" y="4902398"/>
            <a:ext cx="174900" cy="179100"/>
          </a:xfrm>
          <a:prstGeom prst="rect">
            <a:avLst/>
          </a:prstGeom>
          <a:noFill/>
          <a:ln>
            <a:noFill/>
          </a:ln>
        </p:spPr>
        <p:txBody>
          <a:bodyPr spcFirstLastPara="1" wrap="square" lIns="26775" tIns="26775" rIns="26775" bIns="26775" anchor="t" anchorCtr="0">
            <a:noAutofit/>
          </a:bodyPr>
          <a:lstStyle>
            <a:lvl1pPr marL="0" lvl="0" indent="0" algn="ctr" rtl="0">
              <a:lnSpc>
                <a:spcPct val="100000"/>
              </a:lnSpc>
              <a:spcBef>
                <a:spcPts val="0"/>
              </a:spcBef>
              <a:spcAft>
                <a:spcPts val="0"/>
              </a:spcAft>
              <a:buClr>
                <a:srgbClr val="000000"/>
              </a:buClr>
              <a:buSzPts val="800"/>
              <a:buFont typeface="Helvetica Neue Light"/>
              <a:buNone/>
              <a:defRPr sz="800" b="0">
                <a:latin typeface="Helvetica Neue Light"/>
                <a:ea typeface="Helvetica Neue Light"/>
                <a:cs typeface="Helvetica Neue Light"/>
                <a:sym typeface="Helvetica Neue Light"/>
              </a:defRPr>
            </a:lvl1pPr>
            <a:lvl2pPr marL="0" lvl="1" indent="0" algn="ctr" rtl="0">
              <a:lnSpc>
                <a:spcPct val="100000"/>
              </a:lnSpc>
              <a:spcBef>
                <a:spcPts val="0"/>
              </a:spcBef>
              <a:spcAft>
                <a:spcPts val="0"/>
              </a:spcAft>
              <a:buClr>
                <a:srgbClr val="000000"/>
              </a:buClr>
              <a:buSzPts val="800"/>
              <a:buFont typeface="Helvetica Neue Light"/>
              <a:buNone/>
              <a:defRPr sz="800" b="0">
                <a:latin typeface="Helvetica Neue Light"/>
                <a:ea typeface="Helvetica Neue Light"/>
                <a:cs typeface="Helvetica Neue Light"/>
                <a:sym typeface="Helvetica Neue Light"/>
              </a:defRPr>
            </a:lvl2pPr>
            <a:lvl3pPr marL="0" lvl="2" indent="0" algn="ctr" rtl="0">
              <a:lnSpc>
                <a:spcPct val="100000"/>
              </a:lnSpc>
              <a:spcBef>
                <a:spcPts val="0"/>
              </a:spcBef>
              <a:spcAft>
                <a:spcPts val="0"/>
              </a:spcAft>
              <a:buClr>
                <a:srgbClr val="000000"/>
              </a:buClr>
              <a:buSzPts val="800"/>
              <a:buFont typeface="Helvetica Neue Light"/>
              <a:buNone/>
              <a:defRPr sz="800" b="0">
                <a:latin typeface="Helvetica Neue Light"/>
                <a:ea typeface="Helvetica Neue Light"/>
                <a:cs typeface="Helvetica Neue Light"/>
                <a:sym typeface="Helvetica Neue Light"/>
              </a:defRPr>
            </a:lvl3pPr>
            <a:lvl4pPr marL="0" lvl="3" indent="0" algn="ctr" rtl="0">
              <a:lnSpc>
                <a:spcPct val="100000"/>
              </a:lnSpc>
              <a:spcBef>
                <a:spcPts val="0"/>
              </a:spcBef>
              <a:spcAft>
                <a:spcPts val="0"/>
              </a:spcAft>
              <a:buClr>
                <a:srgbClr val="000000"/>
              </a:buClr>
              <a:buSzPts val="800"/>
              <a:buFont typeface="Helvetica Neue Light"/>
              <a:buNone/>
              <a:defRPr sz="800" b="0">
                <a:latin typeface="Helvetica Neue Light"/>
                <a:ea typeface="Helvetica Neue Light"/>
                <a:cs typeface="Helvetica Neue Light"/>
                <a:sym typeface="Helvetica Neue Light"/>
              </a:defRPr>
            </a:lvl4pPr>
            <a:lvl5pPr marL="0" lvl="4" indent="0" algn="ctr" rtl="0">
              <a:lnSpc>
                <a:spcPct val="100000"/>
              </a:lnSpc>
              <a:spcBef>
                <a:spcPts val="0"/>
              </a:spcBef>
              <a:spcAft>
                <a:spcPts val="0"/>
              </a:spcAft>
              <a:buClr>
                <a:srgbClr val="000000"/>
              </a:buClr>
              <a:buSzPts val="800"/>
              <a:buFont typeface="Helvetica Neue Light"/>
              <a:buNone/>
              <a:defRPr sz="800" b="0">
                <a:latin typeface="Helvetica Neue Light"/>
                <a:ea typeface="Helvetica Neue Light"/>
                <a:cs typeface="Helvetica Neue Light"/>
                <a:sym typeface="Helvetica Neue Light"/>
              </a:defRPr>
            </a:lvl5pPr>
            <a:lvl6pPr marL="0" lvl="5" indent="0" algn="ctr" rtl="0">
              <a:lnSpc>
                <a:spcPct val="100000"/>
              </a:lnSpc>
              <a:spcBef>
                <a:spcPts val="0"/>
              </a:spcBef>
              <a:spcAft>
                <a:spcPts val="0"/>
              </a:spcAft>
              <a:buClr>
                <a:srgbClr val="000000"/>
              </a:buClr>
              <a:buSzPts val="800"/>
              <a:buFont typeface="Helvetica Neue Light"/>
              <a:buNone/>
              <a:defRPr sz="800" b="0">
                <a:latin typeface="Helvetica Neue Light"/>
                <a:ea typeface="Helvetica Neue Light"/>
                <a:cs typeface="Helvetica Neue Light"/>
                <a:sym typeface="Helvetica Neue Light"/>
              </a:defRPr>
            </a:lvl6pPr>
            <a:lvl7pPr marL="0" lvl="6" indent="0" algn="ctr" rtl="0">
              <a:lnSpc>
                <a:spcPct val="100000"/>
              </a:lnSpc>
              <a:spcBef>
                <a:spcPts val="0"/>
              </a:spcBef>
              <a:spcAft>
                <a:spcPts val="0"/>
              </a:spcAft>
              <a:buClr>
                <a:srgbClr val="000000"/>
              </a:buClr>
              <a:buSzPts val="800"/>
              <a:buFont typeface="Helvetica Neue Light"/>
              <a:buNone/>
              <a:defRPr sz="800" b="0">
                <a:latin typeface="Helvetica Neue Light"/>
                <a:ea typeface="Helvetica Neue Light"/>
                <a:cs typeface="Helvetica Neue Light"/>
                <a:sym typeface="Helvetica Neue Light"/>
              </a:defRPr>
            </a:lvl7pPr>
            <a:lvl8pPr marL="0" lvl="7" indent="0" algn="ctr" rtl="0">
              <a:lnSpc>
                <a:spcPct val="100000"/>
              </a:lnSpc>
              <a:spcBef>
                <a:spcPts val="0"/>
              </a:spcBef>
              <a:spcAft>
                <a:spcPts val="0"/>
              </a:spcAft>
              <a:buClr>
                <a:srgbClr val="000000"/>
              </a:buClr>
              <a:buSzPts val="800"/>
              <a:buFont typeface="Helvetica Neue Light"/>
              <a:buNone/>
              <a:defRPr sz="800" b="0">
                <a:latin typeface="Helvetica Neue Light"/>
                <a:ea typeface="Helvetica Neue Light"/>
                <a:cs typeface="Helvetica Neue Light"/>
                <a:sym typeface="Helvetica Neue Light"/>
              </a:defRPr>
            </a:lvl8pPr>
            <a:lvl9pPr marL="0" lvl="8" indent="0" algn="ctr" rtl="0">
              <a:lnSpc>
                <a:spcPct val="100000"/>
              </a:lnSpc>
              <a:spcBef>
                <a:spcPts val="0"/>
              </a:spcBef>
              <a:spcAft>
                <a:spcPts val="0"/>
              </a:spcAft>
              <a:buClr>
                <a:srgbClr val="000000"/>
              </a:buClr>
              <a:buSzPts val="800"/>
              <a:buFont typeface="Helvetica Neue Light"/>
              <a:buNone/>
              <a:defRPr sz="800" b="0">
                <a:latin typeface="Helvetica Neue Light"/>
                <a:ea typeface="Helvetica Neue Light"/>
                <a:cs typeface="Helvetica Neue Light"/>
                <a:sym typeface="Helvetica Neue Light"/>
              </a:defRPr>
            </a:lvl9pPr>
          </a:lstStyle>
          <a:p>
            <a:pPr marL="0" lvl="0" indent="0" algn="ctr" rtl="0">
              <a:spcBef>
                <a:spcPts val="0"/>
              </a:spcBef>
              <a:spcAft>
                <a:spcPts val="0"/>
              </a:spcAft>
              <a:buNone/>
            </a:pPr>
            <a:fld id="{00000000-1234-1234-1234-123412341234}" type="slidenum">
              <a:rPr lang="fr"/>
              <a:t>‹N°›</a:t>
            </a:fld>
            <a:endParaRPr b="1">
              <a:latin typeface="Outfit"/>
              <a:ea typeface="Outfit"/>
              <a:cs typeface="Outfit"/>
              <a:sym typeface="Outfit"/>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matchingName="Titre et corps 3">
  <p:cSld name="TITLE_AND_BODY_3">
    <p:spTree>
      <p:nvGrpSpPr>
        <p:cNvPr id="1" name="Shape 210"/>
        <p:cNvGrpSpPr/>
        <p:nvPr/>
      </p:nvGrpSpPr>
      <p:grpSpPr>
        <a:xfrm>
          <a:off x="0" y="0"/>
          <a:ext cx="0" cy="0"/>
          <a:chOff x="0" y="0"/>
          <a:chExt cx="0" cy="0"/>
        </a:xfrm>
      </p:grpSpPr>
      <p:sp>
        <p:nvSpPr>
          <p:cNvPr id="211" name="Google Shape;211;p25"/>
          <p:cNvSpPr txBox="1">
            <a:spLocks noGrp="1"/>
          </p:cNvSpPr>
          <p:nvPr>
            <p:ph type="title"/>
          </p:nvPr>
        </p:nvSpPr>
        <p:spPr>
          <a:xfrm>
            <a:off x="311700" y="445025"/>
            <a:ext cx="8520600" cy="572700"/>
          </a:xfrm>
          <a:prstGeom prst="rect">
            <a:avLst/>
          </a:prstGeom>
        </p:spPr>
        <p:txBody>
          <a:bodyPr spcFirstLastPara="1" wrap="square" lIns="0" tIns="0" rIns="0" bIns="0" anchor="t" anchorCtr="0">
            <a:spAutoFit/>
          </a:bodyPr>
          <a:lstStyle>
            <a:lvl1pPr lvl="0" rtl="0">
              <a:spcBef>
                <a:spcPts val="0"/>
              </a:spcBef>
              <a:spcAft>
                <a:spcPts val="0"/>
              </a:spcAft>
              <a:buSzPts val="2100"/>
              <a:buFont typeface="Source Sans Pro"/>
              <a:buNone/>
              <a:defRPr b="1">
                <a:latin typeface="Source Sans Pro"/>
                <a:ea typeface="Source Sans Pro"/>
                <a:cs typeface="Source Sans Pro"/>
                <a:sym typeface="Source Sans Pro"/>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212" name="Google Shape;212;p25"/>
          <p:cNvSpPr txBox="1">
            <a:spLocks noGrp="1"/>
          </p:cNvSpPr>
          <p:nvPr>
            <p:ph type="body" idx="1"/>
          </p:nvPr>
        </p:nvSpPr>
        <p:spPr>
          <a:xfrm>
            <a:off x="311700" y="1152475"/>
            <a:ext cx="8520600" cy="3416400"/>
          </a:xfrm>
          <a:prstGeom prst="rect">
            <a:avLst/>
          </a:prstGeom>
        </p:spPr>
        <p:txBody>
          <a:bodyPr spcFirstLastPara="1" wrap="square" lIns="0" tIns="0" rIns="0" bIns="0" anchor="t" anchorCtr="0">
            <a:normAutofit/>
          </a:bodyPr>
          <a:lstStyle>
            <a:lvl1pPr marL="457200" lvl="0" indent="-304800" rtl="0">
              <a:spcBef>
                <a:spcPts val="0"/>
              </a:spcBef>
              <a:spcAft>
                <a:spcPts val="0"/>
              </a:spcAft>
              <a:buSzPts val="1200"/>
              <a:buFont typeface="Helvetica Neue"/>
              <a:buChar char="●"/>
              <a:defRPr>
                <a:latin typeface="Helvetica Neue"/>
                <a:ea typeface="Helvetica Neue"/>
                <a:cs typeface="Helvetica Neue"/>
                <a:sym typeface="Helvetica Neue"/>
              </a:defRPr>
            </a:lvl1pPr>
            <a:lvl2pPr marL="914400" lvl="1" indent="-304800" rtl="0">
              <a:spcBef>
                <a:spcPts val="0"/>
              </a:spcBef>
              <a:spcAft>
                <a:spcPts val="0"/>
              </a:spcAft>
              <a:buSzPts val="1200"/>
              <a:buFont typeface="Helvetica Neue"/>
              <a:buChar char="○"/>
              <a:defRPr>
                <a:latin typeface="Helvetica Neue"/>
                <a:ea typeface="Helvetica Neue"/>
                <a:cs typeface="Helvetica Neue"/>
                <a:sym typeface="Helvetica Neue"/>
              </a:defRPr>
            </a:lvl2pPr>
            <a:lvl3pPr marL="1371600" lvl="2" indent="-304800" rtl="0">
              <a:spcBef>
                <a:spcPts val="0"/>
              </a:spcBef>
              <a:spcAft>
                <a:spcPts val="0"/>
              </a:spcAft>
              <a:buSzPts val="1200"/>
              <a:buFont typeface="Helvetica Neue"/>
              <a:buChar char="■"/>
              <a:defRPr>
                <a:latin typeface="Helvetica Neue"/>
                <a:ea typeface="Helvetica Neue"/>
                <a:cs typeface="Helvetica Neue"/>
                <a:sym typeface="Helvetica Neue"/>
              </a:defRPr>
            </a:lvl3pPr>
            <a:lvl4pPr marL="1828800" lvl="3" indent="-304800" rtl="0">
              <a:spcBef>
                <a:spcPts val="0"/>
              </a:spcBef>
              <a:spcAft>
                <a:spcPts val="0"/>
              </a:spcAft>
              <a:buSzPts val="1200"/>
              <a:buFont typeface="Helvetica Neue"/>
              <a:buChar char="●"/>
              <a:defRPr>
                <a:latin typeface="Helvetica Neue"/>
                <a:ea typeface="Helvetica Neue"/>
                <a:cs typeface="Helvetica Neue"/>
                <a:sym typeface="Helvetica Neue"/>
              </a:defRPr>
            </a:lvl4pPr>
            <a:lvl5pPr marL="2286000" lvl="4" indent="-304800" rtl="0">
              <a:spcBef>
                <a:spcPts val="0"/>
              </a:spcBef>
              <a:spcAft>
                <a:spcPts val="0"/>
              </a:spcAft>
              <a:buSzPts val="1200"/>
              <a:buFont typeface="Helvetica Neue"/>
              <a:buChar char="○"/>
              <a:defRPr>
                <a:latin typeface="Helvetica Neue"/>
                <a:ea typeface="Helvetica Neue"/>
                <a:cs typeface="Helvetica Neue"/>
                <a:sym typeface="Helvetica Neue"/>
              </a:defRPr>
            </a:lvl5pPr>
            <a:lvl6pPr marL="2743200" lvl="5" indent="-304800" rtl="0">
              <a:spcBef>
                <a:spcPts val="0"/>
              </a:spcBef>
              <a:spcAft>
                <a:spcPts val="0"/>
              </a:spcAft>
              <a:buSzPts val="1200"/>
              <a:buFont typeface="Helvetica Neue"/>
              <a:buChar char="■"/>
              <a:defRPr>
                <a:latin typeface="Helvetica Neue"/>
                <a:ea typeface="Helvetica Neue"/>
                <a:cs typeface="Helvetica Neue"/>
                <a:sym typeface="Helvetica Neue"/>
              </a:defRPr>
            </a:lvl6pPr>
            <a:lvl7pPr marL="3200400" lvl="6" indent="-304800" rtl="0">
              <a:spcBef>
                <a:spcPts val="0"/>
              </a:spcBef>
              <a:spcAft>
                <a:spcPts val="0"/>
              </a:spcAft>
              <a:buSzPts val="1200"/>
              <a:buFont typeface="Helvetica Neue"/>
              <a:buChar char="●"/>
              <a:defRPr>
                <a:latin typeface="Helvetica Neue"/>
                <a:ea typeface="Helvetica Neue"/>
                <a:cs typeface="Helvetica Neue"/>
                <a:sym typeface="Helvetica Neue"/>
              </a:defRPr>
            </a:lvl7pPr>
            <a:lvl8pPr marL="3657600" lvl="7" indent="-304800" rtl="0">
              <a:spcBef>
                <a:spcPts val="0"/>
              </a:spcBef>
              <a:spcAft>
                <a:spcPts val="0"/>
              </a:spcAft>
              <a:buSzPts val="1200"/>
              <a:buFont typeface="Helvetica Neue"/>
              <a:buChar char="○"/>
              <a:defRPr>
                <a:latin typeface="Helvetica Neue"/>
                <a:ea typeface="Helvetica Neue"/>
                <a:cs typeface="Helvetica Neue"/>
                <a:sym typeface="Helvetica Neue"/>
              </a:defRPr>
            </a:lvl8pPr>
            <a:lvl9pPr marL="4114800" lvl="8" indent="-304800" rtl="0">
              <a:spcBef>
                <a:spcPts val="0"/>
              </a:spcBef>
              <a:spcAft>
                <a:spcPts val="0"/>
              </a:spcAft>
              <a:buSzPts val="1200"/>
              <a:buFont typeface="Helvetica Neue"/>
              <a:buChar char="■"/>
              <a:defRPr>
                <a:latin typeface="Helvetica Neue"/>
                <a:ea typeface="Helvetica Neue"/>
                <a:cs typeface="Helvetica Neue"/>
                <a:sym typeface="Helvetica Neue"/>
              </a:defRPr>
            </a:lvl9pPr>
          </a:lstStyle>
          <a:p>
            <a:endParaRPr/>
          </a:p>
        </p:txBody>
      </p:sp>
      <p:sp>
        <p:nvSpPr>
          <p:cNvPr id="213" name="Google Shape;213;p25"/>
          <p:cNvSpPr txBox="1">
            <a:spLocks noGrp="1"/>
          </p:cNvSpPr>
          <p:nvPr>
            <p:ph type="sldNum" idx="12"/>
          </p:nvPr>
        </p:nvSpPr>
        <p:spPr>
          <a:xfrm>
            <a:off x="8472458" y="4663217"/>
            <a:ext cx="548700" cy="393600"/>
          </a:xfrm>
          <a:prstGeom prst="rect">
            <a:avLst/>
          </a:prstGeom>
        </p:spPr>
        <p:txBody>
          <a:bodyPr spcFirstLastPara="1" wrap="square" lIns="0" tIns="0" rIns="310500" bIns="172800" anchor="b"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fr"/>
              <a:t>‹N°›</a:t>
            </a:fld>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matchingName="En-tête de section 1">
  <p:cSld name="SECTION_HEADER_3">
    <p:spTree>
      <p:nvGrpSpPr>
        <p:cNvPr id="1" name="Shape 214"/>
        <p:cNvGrpSpPr/>
        <p:nvPr/>
      </p:nvGrpSpPr>
      <p:grpSpPr>
        <a:xfrm>
          <a:off x="0" y="0"/>
          <a:ext cx="0" cy="0"/>
          <a:chOff x="0" y="0"/>
          <a:chExt cx="0" cy="0"/>
        </a:xfrm>
      </p:grpSpPr>
      <p:sp>
        <p:nvSpPr>
          <p:cNvPr id="215" name="Google Shape;215;p26"/>
          <p:cNvSpPr txBox="1">
            <a:spLocks noGrp="1"/>
          </p:cNvSpPr>
          <p:nvPr>
            <p:ph type="title"/>
          </p:nvPr>
        </p:nvSpPr>
        <p:spPr>
          <a:xfrm>
            <a:off x="311700" y="2150850"/>
            <a:ext cx="8520600" cy="841800"/>
          </a:xfrm>
          <a:prstGeom prst="rect">
            <a:avLst/>
          </a:prstGeom>
        </p:spPr>
        <p:txBody>
          <a:bodyPr spcFirstLastPara="1" wrap="square" lIns="0" tIns="0" rIns="0" bIns="0" anchor="ctr" anchorCtr="0">
            <a:spAutoFit/>
          </a:bodyPr>
          <a:lstStyle>
            <a:lvl1pPr lvl="0" algn="ctr" rtl="0">
              <a:spcBef>
                <a:spcPts val="0"/>
              </a:spcBef>
              <a:spcAft>
                <a:spcPts val="0"/>
              </a:spcAft>
              <a:buSzPts val="3600"/>
              <a:buNone/>
              <a:defRPr sz="3600"/>
            </a:lvl1pPr>
            <a:lvl2pPr lvl="1" algn="ctr" rtl="0">
              <a:spcBef>
                <a:spcPts val="0"/>
              </a:spcBef>
              <a:spcAft>
                <a:spcPts val="0"/>
              </a:spcAft>
              <a:buSzPts val="3600"/>
              <a:buNone/>
              <a:defRPr sz="3600"/>
            </a:lvl2pPr>
            <a:lvl3pPr lvl="2" algn="ctr" rtl="0">
              <a:spcBef>
                <a:spcPts val="0"/>
              </a:spcBef>
              <a:spcAft>
                <a:spcPts val="0"/>
              </a:spcAft>
              <a:buSzPts val="3600"/>
              <a:buNone/>
              <a:defRPr sz="3600"/>
            </a:lvl3pPr>
            <a:lvl4pPr lvl="3" algn="ctr" rtl="0">
              <a:spcBef>
                <a:spcPts val="0"/>
              </a:spcBef>
              <a:spcAft>
                <a:spcPts val="0"/>
              </a:spcAft>
              <a:buSzPts val="3600"/>
              <a:buNone/>
              <a:defRPr sz="3600"/>
            </a:lvl4pPr>
            <a:lvl5pPr lvl="4" algn="ctr" rtl="0">
              <a:spcBef>
                <a:spcPts val="0"/>
              </a:spcBef>
              <a:spcAft>
                <a:spcPts val="0"/>
              </a:spcAft>
              <a:buSzPts val="3600"/>
              <a:buNone/>
              <a:defRPr sz="3600"/>
            </a:lvl5pPr>
            <a:lvl6pPr lvl="5" algn="ctr" rtl="0">
              <a:spcBef>
                <a:spcPts val="0"/>
              </a:spcBef>
              <a:spcAft>
                <a:spcPts val="0"/>
              </a:spcAft>
              <a:buSzPts val="3600"/>
              <a:buNone/>
              <a:defRPr sz="3600"/>
            </a:lvl6pPr>
            <a:lvl7pPr lvl="6" algn="ctr" rtl="0">
              <a:spcBef>
                <a:spcPts val="0"/>
              </a:spcBef>
              <a:spcAft>
                <a:spcPts val="0"/>
              </a:spcAft>
              <a:buSzPts val="3600"/>
              <a:buNone/>
              <a:defRPr sz="3600"/>
            </a:lvl7pPr>
            <a:lvl8pPr lvl="7" algn="ctr" rtl="0">
              <a:spcBef>
                <a:spcPts val="0"/>
              </a:spcBef>
              <a:spcAft>
                <a:spcPts val="0"/>
              </a:spcAft>
              <a:buSzPts val="3600"/>
              <a:buNone/>
              <a:defRPr sz="3600"/>
            </a:lvl8pPr>
            <a:lvl9pPr lvl="8" algn="ctr" rtl="0">
              <a:spcBef>
                <a:spcPts val="0"/>
              </a:spcBef>
              <a:spcAft>
                <a:spcPts val="0"/>
              </a:spcAft>
              <a:buSzPts val="3600"/>
              <a:buNone/>
              <a:defRPr sz="3600"/>
            </a:lvl9pPr>
          </a:lstStyle>
          <a:p>
            <a:endParaRPr/>
          </a:p>
        </p:txBody>
      </p:sp>
      <p:sp>
        <p:nvSpPr>
          <p:cNvPr id="216" name="Google Shape;216;p26"/>
          <p:cNvSpPr txBox="1">
            <a:spLocks noGrp="1"/>
          </p:cNvSpPr>
          <p:nvPr>
            <p:ph type="sldNum" idx="12"/>
          </p:nvPr>
        </p:nvSpPr>
        <p:spPr>
          <a:xfrm>
            <a:off x="8472458" y="4663217"/>
            <a:ext cx="548700" cy="393600"/>
          </a:xfrm>
          <a:prstGeom prst="rect">
            <a:avLst/>
          </a:prstGeom>
        </p:spPr>
        <p:txBody>
          <a:bodyPr spcFirstLastPara="1" wrap="square" lIns="0" tIns="0" rIns="310500" bIns="172800" anchor="b"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fr"/>
              <a:t>‹N°›</a:t>
            </a:fld>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matchingName="Titre et texte sur deux colonnes 1">
  <p:cSld name="TITLE_AND_TWO_COLUMNS_1">
    <p:spTree>
      <p:nvGrpSpPr>
        <p:cNvPr id="1" name="Shape 217"/>
        <p:cNvGrpSpPr/>
        <p:nvPr/>
      </p:nvGrpSpPr>
      <p:grpSpPr>
        <a:xfrm>
          <a:off x="0" y="0"/>
          <a:ext cx="0" cy="0"/>
          <a:chOff x="0" y="0"/>
          <a:chExt cx="0" cy="0"/>
        </a:xfrm>
      </p:grpSpPr>
      <p:sp>
        <p:nvSpPr>
          <p:cNvPr id="218" name="Google Shape;218;p27"/>
          <p:cNvSpPr txBox="1">
            <a:spLocks noGrp="1"/>
          </p:cNvSpPr>
          <p:nvPr>
            <p:ph type="title"/>
          </p:nvPr>
        </p:nvSpPr>
        <p:spPr>
          <a:xfrm>
            <a:off x="311700" y="445025"/>
            <a:ext cx="8520600" cy="572700"/>
          </a:xfrm>
          <a:prstGeom prst="rect">
            <a:avLst/>
          </a:prstGeom>
        </p:spPr>
        <p:txBody>
          <a:bodyPr spcFirstLastPara="1" wrap="square" lIns="0" tIns="0" rIns="0" bIns="0" anchor="t" anchorCtr="0">
            <a:spAutoFit/>
          </a:bodyPr>
          <a:lstStyle>
            <a:lvl1pPr lvl="0" rtl="0">
              <a:spcBef>
                <a:spcPts val="0"/>
              </a:spcBef>
              <a:spcAft>
                <a:spcPts val="0"/>
              </a:spcAft>
              <a:buSzPts val="21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219" name="Google Shape;219;p27"/>
          <p:cNvSpPr txBox="1">
            <a:spLocks noGrp="1"/>
          </p:cNvSpPr>
          <p:nvPr>
            <p:ph type="body" idx="1"/>
          </p:nvPr>
        </p:nvSpPr>
        <p:spPr>
          <a:xfrm>
            <a:off x="311700" y="1152475"/>
            <a:ext cx="3999900" cy="3416400"/>
          </a:xfrm>
          <a:prstGeom prst="rect">
            <a:avLst/>
          </a:prstGeom>
        </p:spPr>
        <p:txBody>
          <a:bodyPr spcFirstLastPara="1" wrap="square" lIns="0" tIns="0" rIns="0" bIns="0" anchor="t" anchorCtr="0">
            <a:normAutofit/>
          </a:bodyPr>
          <a:lstStyle>
            <a:lvl1pPr marL="457200" lvl="0" indent="-317500" rtl="0">
              <a:spcBef>
                <a:spcPts val="0"/>
              </a:spcBef>
              <a:spcAft>
                <a:spcPts val="0"/>
              </a:spcAft>
              <a:buSzPts val="1400"/>
              <a:buChar char="●"/>
              <a:defRPr sz="1400"/>
            </a:lvl1pPr>
            <a:lvl2pPr marL="914400" lvl="1" indent="-304800" rtl="0">
              <a:spcBef>
                <a:spcPts val="0"/>
              </a:spcBef>
              <a:spcAft>
                <a:spcPts val="0"/>
              </a:spcAft>
              <a:buSzPts val="1200"/>
              <a:buChar char="○"/>
              <a:defRPr sz="1200"/>
            </a:lvl2pPr>
            <a:lvl3pPr marL="1371600" lvl="2" indent="-304800" rtl="0">
              <a:spcBef>
                <a:spcPts val="0"/>
              </a:spcBef>
              <a:spcAft>
                <a:spcPts val="0"/>
              </a:spcAft>
              <a:buSzPts val="1200"/>
              <a:buChar char="■"/>
              <a:defRPr sz="1200"/>
            </a:lvl3pPr>
            <a:lvl4pPr marL="1828800" lvl="3" indent="-304800" rtl="0">
              <a:spcBef>
                <a:spcPts val="0"/>
              </a:spcBef>
              <a:spcAft>
                <a:spcPts val="0"/>
              </a:spcAft>
              <a:buSzPts val="1200"/>
              <a:buChar char="●"/>
              <a:defRPr sz="1200"/>
            </a:lvl4pPr>
            <a:lvl5pPr marL="2286000" lvl="4" indent="-304800" rtl="0">
              <a:spcBef>
                <a:spcPts val="0"/>
              </a:spcBef>
              <a:spcAft>
                <a:spcPts val="0"/>
              </a:spcAft>
              <a:buSzPts val="1200"/>
              <a:buChar char="○"/>
              <a:defRPr sz="1200"/>
            </a:lvl5pPr>
            <a:lvl6pPr marL="2743200" lvl="5" indent="-304800" rtl="0">
              <a:spcBef>
                <a:spcPts val="0"/>
              </a:spcBef>
              <a:spcAft>
                <a:spcPts val="0"/>
              </a:spcAft>
              <a:buSzPts val="1200"/>
              <a:buChar char="■"/>
              <a:defRPr sz="1200"/>
            </a:lvl6pPr>
            <a:lvl7pPr marL="3200400" lvl="6" indent="-304800" rtl="0">
              <a:spcBef>
                <a:spcPts val="0"/>
              </a:spcBef>
              <a:spcAft>
                <a:spcPts val="0"/>
              </a:spcAft>
              <a:buSzPts val="1200"/>
              <a:buChar char="●"/>
              <a:defRPr sz="1200"/>
            </a:lvl7pPr>
            <a:lvl8pPr marL="3657600" lvl="7" indent="-304800" rtl="0">
              <a:spcBef>
                <a:spcPts val="0"/>
              </a:spcBef>
              <a:spcAft>
                <a:spcPts val="0"/>
              </a:spcAft>
              <a:buSzPts val="1200"/>
              <a:buChar char="○"/>
              <a:defRPr sz="1200"/>
            </a:lvl8pPr>
            <a:lvl9pPr marL="4114800" lvl="8" indent="-304800" rtl="0">
              <a:spcBef>
                <a:spcPts val="0"/>
              </a:spcBef>
              <a:spcAft>
                <a:spcPts val="0"/>
              </a:spcAft>
              <a:buSzPts val="1200"/>
              <a:buChar char="■"/>
              <a:defRPr sz="1200"/>
            </a:lvl9pPr>
          </a:lstStyle>
          <a:p>
            <a:endParaRPr/>
          </a:p>
        </p:txBody>
      </p:sp>
      <p:sp>
        <p:nvSpPr>
          <p:cNvPr id="220" name="Google Shape;220;p27"/>
          <p:cNvSpPr txBox="1">
            <a:spLocks noGrp="1"/>
          </p:cNvSpPr>
          <p:nvPr>
            <p:ph type="body" idx="2"/>
          </p:nvPr>
        </p:nvSpPr>
        <p:spPr>
          <a:xfrm>
            <a:off x="4832400" y="1152475"/>
            <a:ext cx="3999900" cy="3416400"/>
          </a:xfrm>
          <a:prstGeom prst="rect">
            <a:avLst/>
          </a:prstGeom>
        </p:spPr>
        <p:txBody>
          <a:bodyPr spcFirstLastPara="1" wrap="square" lIns="0" tIns="0" rIns="0" bIns="0" anchor="t" anchorCtr="0">
            <a:normAutofit/>
          </a:bodyPr>
          <a:lstStyle>
            <a:lvl1pPr marL="457200" lvl="0" indent="-317500" rtl="0">
              <a:spcBef>
                <a:spcPts val="0"/>
              </a:spcBef>
              <a:spcAft>
                <a:spcPts val="0"/>
              </a:spcAft>
              <a:buSzPts val="1400"/>
              <a:buChar char="●"/>
              <a:defRPr sz="1400"/>
            </a:lvl1pPr>
            <a:lvl2pPr marL="914400" lvl="1" indent="-304800" rtl="0">
              <a:spcBef>
                <a:spcPts val="0"/>
              </a:spcBef>
              <a:spcAft>
                <a:spcPts val="0"/>
              </a:spcAft>
              <a:buSzPts val="1200"/>
              <a:buChar char="○"/>
              <a:defRPr sz="1200"/>
            </a:lvl2pPr>
            <a:lvl3pPr marL="1371600" lvl="2" indent="-304800" rtl="0">
              <a:spcBef>
                <a:spcPts val="0"/>
              </a:spcBef>
              <a:spcAft>
                <a:spcPts val="0"/>
              </a:spcAft>
              <a:buSzPts val="1200"/>
              <a:buChar char="■"/>
              <a:defRPr sz="1200"/>
            </a:lvl3pPr>
            <a:lvl4pPr marL="1828800" lvl="3" indent="-304800" rtl="0">
              <a:spcBef>
                <a:spcPts val="0"/>
              </a:spcBef>
              <a:spcAft>
                <a:spcPts val="0"/>
              </a:spcAft>
              <a:buSzPts val="1200"/>
              <a:buChar char="●"/>
              <a:defRPr sz="1200"/>
            </a:lvl4pPr>
            <a:lvl5pPr marL="2286000" lvl="4" indent="-304800" rtl="0">
              <a:spcBef>
                <a:spcPts val="0"/>
              </a:spcBef>
              <a:spcAft>
                <a:spcPts val="0"/>
              </a:spcAft>
              <a:buSzPts val="1200"/>
              <a:buChar char="○"/>
              <a:defRPr sz="1200"/>
            </a:lvl5pPr>
            <a:lvl6pPr marL="2743200" lvl="5" indent="-304800" rtl="0">
              <a:spcBef>
                <a:spcPts val="0"/>
              </a:spcBef>
              <a:spcAft>
                <a:spcPts val="0"/>
              </a:spcAft>
              <a:buSzPts val="1200"/>
              <a:buChar char="■"/>
              <a:defRPr sz="1200"/>
            </a:lvl6pPr>
            <a:lvl7pPr marL="3200400" lvl="6" indent="-304800" rtl="0">
              <a:spcBef>
                <a:spcPts val="0"/>
              </a:spcBef>
              <a:spcAft>
                <a:spcPts val="0"/>
              </a:spcAft>
              <a:buSzPts val="1200"/>
              <a:buChar char="●"/>
              <a:defRPr sz="1200"/>
            </a:lvl7pPr>
            <a:lvl8pPr marL="3657600" lvl="7" indent="-304800" rtl="0">
              <a:spcBef>
                <a:spcPts val="0"/>
              </a:spcBef>
              <a:spcAft>
                <a:spcPts val="0"/>
              </a:spcAft>
              <a:buSzPts val="1200"/>
              <a:buChar char="○"/>
              <a:defRPr sz="1200"/>
            </a:lvl8pPr>
            <a:lvl9pPr marL="4114800" lvl="8" indent="-304800" rtl="0">
              <a:spcBef>
                <a:spcPts val="0"/>
              </a:spcBef>
              <a:spcAft>
                <a:spcPts val="0"/>
              </a:spcAft>
              <a:buSzPts val="1200"/>
              <a:buChar char="■"/>
              <a:defRPr sz="1200"/>
            </a:lvl9pPr>
          </a:lstStyle>
          <a:p>
            <a:endParaRPr/>
          </a:p>
        </p:txBody>
      </p:sp>
      <p:sp>
        <p:nvSpPr>
          <p:cNvPr id="221" name="Google Shape;221;p27"/>
          <p:cNvSpPr txBox="1">
            <a:spLocks noGrp="1"/>
          </p:cNvSpPr>
          <p:nvPr>
            <p:ph type="sldNum" idx="12"/>
          </p:nvPr>
        </p:nvSpPr>
        <p:spPr>
          <a:xfrm>
            <a:off x="8472458" y="4663217"/>
            <a:ext cx="548700" cy="393600"/>
          </a:xfrm>
          <a:prstGeom prst="rect">
            <a:avLst/>
          </a:prstGeom>
        </p:spPr>
        <p:txBody>
          <a:bodyPr spcFirstLastPara="1" wrap="square" lIns="0" tIns="0" rIns="310500" bIns="172800" anchor="b"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fr"/>
              <a:t>‹N°›</a:t>
            </a:fld>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matchingName="Beta 2">
  <p:cSld name="SECTION_HEADER_4">
    <p:bg>
      <p:bgPr>
        <a:solidFill>
          <a:srgbClr val="1155CC"/>
        </a:solidFill>
        <a:effectLst/>
      </p:bgPr>
    </p:bg>
    <p:spTree>
      <p:nvGrpSpPr>
        <p:cNvPr id="1" name="Shape 222"/>
        <p:cNvGrpSpPr/>
        <p:nvPr/>
      </p:nvGrpSpPr>
      <p:grpSpPr>
        <a:xfrm>
          <a:off x="0" y="0"/>
          <a:ext cx="0" cy="0"/>
          <a:chOff x="0" y="0"/>
          <a:chExt cx="0" cy="0"/>
        </a:xfrm>
      </p:grpSpPr>
      <p:sp>
        <p:nvSpPr>
          <p:cNvPr id="223" name="Google Shape;223;p28"/>
          <p:cNvSpPr txBox="1">
            <a:spLocks noGrp="1"/>
          </p:cNvSpPr>
          <p:nvPr>
            <p:ph type="title"/>
          </p:nvPr>
        </p:nvSpPr>
        <p:spPr>
          <a:xfrm>
            <a:off x="311700" y="2150850"/>
            <a:ext cx="8520600" cy="841800"/>
          </a:xfrm>
          <a:prstGeom prst="rect">
            <a:avLst/>
          </a:prstGeom>
        </p:spPr>
        <p:txBody>
          <a:bodyPr spcFirstLastPara="1" wrap="square" lIns="0" tIns="0" rIns="0" bIns="0" anchor="ctr" anchorCtr="0">
            <a:spAutoFit/>
          </a:bodyPr>
          <a:lstStyle>
            <a:lvl1pPr lvl="0" algn="ctr" rtl="0">
              <a:spcBef>
                <a:spcPts val="0"/>
              </a:spcBef>
              <a:spcAft>
                <a:spcPts val="0"/>
              </a:spcAft>
              <a:buClr>
                <a:srgbClr val="FFFFFF"/>
              </a:buClr>
              <a:buSzPts val="3600"/>
              <a:buNone/>
              <a:defRPr sz="3600">
                <a:solidFill>
                  <a:srgbClr val="FFFFFF"/>
                </a:solidFill>
              </a:defRPr>
            </a:lvl1pPr>
            <a:lvl2pPr lvl="1" algn="ctr" rtl="0">
              <a:spcBef>
                <a:spcPts val="0"/>
              </a:spcBef>
              <a:spcAft>
                <a:spcPts val="0"/>
              </a:spcAft>
              <a:buSzPts val="3600"/>
              <a:buNone/>
              <a:defRPr sz="3600"/>
            </a:lvl2pPr>
            <a:lvl3pPr lvl="2" algn="ctr" rtl="0">
              <a:spcBef>
                <a:spcPts val="0"/>
              </a:spcBef>
              <a:spcAft>
                <a:spcPts val="0"/>
              </a:spcAft>
              <a:buSzPts val="3600"/>
              <a:buNone/>
              <a:defRPr sz="3600"/>
            </a:lvl3pPr>
            <a:lvl4pPr lvl="3" algn="ctr" rtl="0">
              <a:spcBef>
                <a:spcPts val="0"/>
              </a:spcBef>
              <a:spcAft>
                <a:spcPts val="0"/>
              </a:spcAft>
              <a:buSzPts val="3600"/>
              <a:buNone/>
              <a:defRPr sz="3600"/>
            </a:lvl4pPr>
            <a:lvl5pPr lvl="4" algn="ctr" rtl="0">
              <a:spcBef>
                <a:spcPts val="0"/>
              </a:spcBef>
              <a:spcAft>
                <a:spcPts val="0"/>
              </a:spcAft>
              <a:buSzPts val="3600"/>
              <a:buNone/>
              <a:defRPr sz="3600"/>
            </a:lvl5pPr>
            <a:lvl6pPr lvl="5" algn="ctr" rtl="0">
              <a:spcBef>
                <a:spcPts val="0"/>
              </a:spcBef>
              <a:spcAft>
                <a:spcPts val="0"/>
              </a:spcAft>
              <a:buSzPts val="3600"/>
              <a:buNone/>
              <a:defRPr sz="3600"/>
            </a:lvl6pPr>
            <a:lvl7pPr lvl="6" algn="ctr" rtl="0">
              <a:spcBef>
                <a:spcPts val="0"/>
              </a:spcBef>
              <a:spcAft>
                <a:spcPts val="0"/>
              </a:spcAft>
              <a:buSzPts val="3600"/>
              <a:buNone/>
              <a:defRPr sz="3600"/>
            </a:lvl7pPr>
            <a:lvl8pPr lvl="7" algn="ctr" rtl="0">
              <a:spcBef>
                <a:spcPts val="0"/>
              </a:spcBef>
              <a:spcAft>
                <a:spcPts val="0"/>
              </a:spcAft>
              <a:buSzPts val="3600"/>
              <a:buNone/>
              <a:defRPr sz="3600"/>
            </a:lvl8pPr>
            <a:lvl9pPr lvl="8" algn="ctr" rtl="0">
              <a:spcBef>
                <a:spcPts val="0"/>
              </a:spcBef>
              <a:spcAft>
                <a:spcPts val="0"/>
              </a:spcAft>
              <a:buSzPts val="3600"/>
              <a:buNone/>
              <a:defRPr sz="3600"/>
            </a:lvl9pPr>
          </a:lstStyle>
          <a:p>
            <a:endParaRPr/>
          </a:p>
        </p:txBody>
      </p:sp>
      <p:sp>
        <p:nvSpPr>
          <p:cNvPr id="224" name="Google Shape;224;p28"/>
          <p:cNvSpPr txBox="1">
            <a:spLocks noGrp="1"/>
          </p:cNvSpPr>
          <p:nvPr>
            <p:ph type="sldNum" idx="12"/>
          </p:nvPr>
        </p:nvSpPr>
        <p:spPr>
          <a:xfrm>
            <a:off x="8595308" y="4749892"/>
            <a:ext cx="548700" cy="393600"/>
          </a:xfrm>
          <a:prstGeom prst="rect">
            <a:avLst/>
          </a:prstGeom>
        </p:spPr>
        <p:txBody>
          <a:bodyPr spcFirstLastPara="1" wrap="square" lIns="0" tIns="0" rIns="310500" bIns="172800" anchor="b"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fr"/>
              <a:t>‹N°›</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treamline">
    <p:bg>
      <p:bgPr>
        <a:solidFill>
          <a:srgbClr val="FFFFFF"/>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0050" y="310500"/>
            <a:ext cx="8523900" cy="345900"/>
          </a:xfrm>
          <a:prstGeom prst="rect">
            <a:avLst/>
          </a:prstGeom>
          <a:noFill/>
          <a:ln>
            <a:noFill/>
          </a:ln>
        </p:spPr>
        <p:txBody>
          <a:bodyPr spcFirstLastPara="1" wrap="square" lIns="0" tIns="0" rIns="0" bIns="0" anchor="t" anchorCtr="0">
            <a:spAutoFit/>
          </a:bodyPr>
          <a:lstStyle>
            <a:lvl1pPr lvl="0" rtl="0">
              <a:spcBef>
                <a:spcPts val="0"/>
              </a:spcBef>
              <a:spcAft>
                <a:spcPts val="0"/>
              </a:spcAft>
              <a:buClr>
                <a:schemeClr val="dk1"/>
              </a:buClr>
              <a:buSzPts val="2100"/>
              <a:buFont typeface="Outfit"/>
              <a:buNone/>
              <a:defRPr sz="2100" b="1">
                <a:solidFill>
                  <a:schemeClr val="dk1"/>
                </a:solidFill>
                <a:latin typeface="Outfit"/>
                <a:ea typeface="Outfit"/>
                <a:cs typeface="Outfit"/>
                <a:sym typeface="Outfit"/>
              </a:defRPr>
            </a:lvl1pPr>
            <a:lvl2pPr lvl="1" rtl="0">
              <a:spcBef>
                <a:spcPts val="0"/>
              </a:spcBef>
              <a:spcAft>
                <a:spcPts val="0"/>
              </a:spcAft>
              <a:buClr>
                <a:schemeClr val="dk1"/>
              </a:buClr>
              <a:buSzPts val="2800"/>
              <a:buFont typeface="Outfit"/>
              <a:buNone/>
              <a:defRPr sz="2800" b="1">
                <a:solidFill>
                  <a:schemeClr val="dk1"/>
                </a:solidFill>
                <a:latin typeface="Outfit"/>
                <a:ea typeface="Outfit"/>
                <a:cs typeface="Outfit"/>
                <a:sym typeface="Outfit"/>
              </a:defRPr>
            </a:lvl2pPr>
            <a:lvl3pPr lvl="2" rtl="0">
              <a:spcBef>
                <a:spcPts val="0"/>
              </a:spcBef>
              <a:spcAft>
                <a:spcPts val="0"/>
              </a:spcAft>
              <a:buClr>
                <a:schemeClr val="dk1"/>
              </a:buClr>
              <a:buSzPts val="2800"/>
              <a:buFont typeface="Outfit"/>
              <a:buNone/>
              <a:defRPr sz="2800" b="1">
                <a:solidFill>
                  <a:schemeClr val="dk1"/>
                </a:solidFill>
                <a:latin typeface="Outfit"/>
                <a:ea typeface="Outfit"/>
                <a:cs typeface="Outfit"/>
                <a:sym typeface="Outfit"/>
              </a:defRPr>
            </a:lvl3pPr>
            <a:lvl4pPr lvl="3" rtl="0">
              <a:spcBef>
                <a:spcPts val="0"/>
              </a:spcBef>
              <a:spcAft>
                <a:spcPts val="0"/>
              </a:spcAft>
              <a:buClr>
                <a:schemeClr val="dk1"/>
              </a:buClr>
              <a:buSzPts val="2800"/>
              <a:buFont typeface="Outfit"/>
              <a:buNone/>
              <a:defRPr sz="2800" b="1">
                <a:solidFill>
                  <a:schemeClr val="dk1"/>
                </a:solidFill>
                <a:latin typeface="Outfit"/>
                <a:ea typeface="Outfit"/>
                <a:cs typeface="Outfit"/>
                <a:sym typeface="Outfit"/>
              </a:defRPr>
            </a:lvl4pPr>
            <a:lvl5pPr lvl="4" rtl="0">
              <a:spcBef>
                <a:spcPts val="0"/>
              </a:spcBef>
              <a:spcAft>
                <a:spcPts val="0"/>
              </a:spcAft>
              <a:buClr>
                <a:schemeClr val="dk1"/>
              </a:buClr>
              <a:buSzPts val="2800"/>
              <a:buFont typeface="Outfit"/>
              <a:buNone/>
              <a:defRPr sz="2800" b="1">
                <a:solidFill>
                  <a:schemeClr val="dk1"/>
                </a:solidFill>
                <a:latin typeface="Outfit"/>
                <a:ea typeface="Outfit"/>
                <a:cs typeface="Outfit"/>
                <a:sym typeface="Outfit"/>
              </a:defRPr>
            </a:lvl5pPr>
            <a:lvl6pPr lvl="5" rtl="0">
              <a:spcBef>
                <a:spcPts val="0"/>
              </a:spcBef>
              <a:spcAft>
                <a:spcPts val="0"/>
              </a:spcAft>
              <a:buClr>
                <a:schemeClr val="dk1"/>
              </a:buClr>
              <a:buSzPts val="2800"/>
              <a:buFont typeface="Outfit"/>
              <a:buNone/>
              <a:defRPr sz="2800" b="1">
                <a:solidFill>
                  <a:schemeClr val="dk1"/>
                </a:solidFill>
                <a:latin typeface="Outfit"/>
                <a:ea typeface="Outfit"/>
                <a:cs typeface="Outfit"/>
                <a:sym typeface="Outfit"/>
              </a:defRPr>
            </a:lvl6pPr>
            <a:lvl7pPr lvl="6" rtl="0">
              <a:spcBef>
                <a:spcPts val="0"/>
              </a:spcBef>
              <a:spcAft>
                <a:spcPts val="0"/>
              </a:spcAft>
              <a:buClr>
                <a:schemeClr val="dk1"/>
              </a:buClr>
              <a:buSzPts val="2800"/>
              <a:buFont typeface="Outfit"/>
              <a:buNone/>
              <a:defRPr sz="2800" b="1">
                <a:solidFill>
                  <a:schemeClr val="dk1"/>
                </a:solidFill>
                <a:latin typeface="Outfit"/>
                <a:ea typeface="Outfit"/>
                <a:cs typeface="Outfit"/>
                <a:sym typeface="Outfit"/>
              </a:defRPr>
            </a:lvl7pPr>
            <a:lvl8pPr lvl="7" rtl="0">
              <a:spcBef>
                <a:spcPts val="0"/>
              </a:spcBef>
              <a:spcAft>
                <a:spcPts val="0"/>
              </a:spcAft>
              <a:buClr>
                <a:schemeClr val="dk1"/>
              </a:buClr>
              <a:buSzPts val="2800"/>
              <a:buFont typeface="Outfit"/>
              <a:buNone/>
              <a:defRPr sz="2800" b="1">
                <a:solidFill>
                  <a:schemeClr val="dk1"/>
                </a:solidFill>
                <a:latin typeface="Outfit"/>
                <a:ea typeface="Outfit"/>
                <a:cs typeface="Outfit"/>
                <a:sym typeface="Outfit"/>
              </a:defRPr>
            </a:lvl8pPr>
            <a:lvl9pPr lvl="8" rtl="0">
              <a:spcBef>
                <a:spcPts val="0"/>
              </a:spcBef>
              <a:spcAft>
                <a:spcPts val="0"/>
              </a:spcAft>
              <a:buClr>
                <a:schemeClr val="dk1"/>
              </a:buClr>
              <a:buSzPts val="2800"/>
              <a:buFont typeface="Outfit"/>
              <a:buNone/>
              <a:defRPr sz="2800" b="1">
                <a:solidFill>
                  <a:schemeClr val="dk1"/>
                </a:solidFill>
                <a:latin typeface="Outfit"/>
                <a:ea typeface="Outfit"/>
                <a:cs typeface="Outfit"/>
                <a:sym typeface="Outfit"/>
              </a:defRPr>
            </a:lvl9pPr>
          </a:lstStyle>
          <a:p>
            <a:endParaRPr/>
          </a:p>
        </p:txBody>
      </p:sp>
      <p:sp>
        <p:nvSpPr>
          <p:cNvPr id="7" name="Google Shape;7;p1"/>
          <p:cNvSpPr txBox="1">
            <a:spLocks noGrp="1"/>
          </p:cNvSpPr>
          <p:nvPr>
            <p:ph type="body" idx="1"/>
          </p:nvPr>
        </p:nvSpPr>
        <p:spPr>
          <a:xfrm>
            <a:off x="310500" y="747900"/>
            <a:ext cx="8523900" cy="4075800"/>
          </a:xfrm>
          <a:prstGeom prst="rect">
            <a:avLst/>
          </a:prstGeom>
          <a:noFill/>
          <a:ln>
            <a:noFill/>
          </a:ln>
        </p:spPr>
        <p:txBody>
          <a:bodyPr spcFirstLastPara="1" wrap="square" lIns="0" tIns="0" rIns="0" bIns="0" anchor="t" anchorCtr="0">
            <a:normAutofit/>
          </a:bodyPr>
          <a:lstStyle>
            <a:lvl1pPr marL="457200" lvl="0" indent="-304800" rtl="0">
              <a:lnSpc>
                <a:spcPct val="115000"/>
              </a:lnSpc>
              <a:spcBef>
                <a:spcPts val="0"/>
              </a:spcBef>
              <a:spcAft>
                <a:spcPts val="0"/>
              </a:spcAft>
              <a:buClr>
                <a:schemeClr val="dk1"/>
              </a:buClr>
              <a:buSzPts val="1200"/>
              <a:buFont typeface="Outfit"/>
              <a:buChar char="●"/>
              <a:defRPr sz="1200">
                <a:solidFill>
                  <a:schemeClr val="dk1"/>
                </a:solidFill>
                <a:latin typeface="Outfit"/>
                <a:ea typeface="Outfit"/>
                <a:cs typeface="Outfit"/>
                <a:sym typeface="Outfit"/>
              </a:defRPr>
            </a:lvl1pPr>
            <a:lvl2pPr marL="914400" lvl="1" indent="-304800" rtl="0">
              <a:lnSpc>
                <a:spcPct val="115000"/>
              </a:lnSpc>
              <a:spcBef>
                <a:spcPts val="0"/>
              </a:spcBef>
              <a:spcAft>
                <a:spcPts val="0"/>
              </a:spcAft>
              <a:buClr>
                <a:schemeClr val="dk1"/>
              </a:buClr>
              <a:buSzPts val="1200"/>
              <a:buFont typeface="Outfit"/>
              <a:buChar char="○"/>
              <a:defRPr sz="1200">
                <a:solidFill>
                  <a:schemeClr val="dk1"/>
                </a:solidFill>
                <a:latin typeface="Outfit"/>
                <a:ea typeface="Outfit"/>
                <a:cs typeface="Outfit"/>
                <a:sym typeface="Outfit"/>
              </a:defRPr>
            </a:lvl2pPr>
            <a:lvl3pPr marL="1371600" lvl="2" indent="-304800" rtl="0">
              <a:lnSpc>
                <a:spcPct val="115000"/>
              </a:lnSpc>
              <a:spcBef>
                <a:spcPts val="0"/>
              </a:spcBef>
              <a:spcAft>
                <a:spcPts val="0"/>
              </a:spcAft>
              <a:buClr>
                <a:schemeClr val="dk1"/>
              </a:buClr>
              <a:buSzPts val="1200"/>
              <a:buFont typeface="Outfit"/>
              <a:buChar char="■"/>
              <a:defRPr sz="1200">
                <a:solidFill>
                  <a:schemeClr val="dk1"/>
                </a:solidFill>
                <a:latin typeface="Outfit"/>
                <a:ea typeface="Outfit"/>
                <a:cs typeface="Outfit"/>
                <a:sym typeface="Outfit"/>
              </a:defRPr>
            </a:lvl3pPr>
            <a:lvl4pPr marL="1828800" lvl="3" indent="-304800" rtl="0">
              <a:lnSpc>
                <a:spcPct val="115000"/>
              </a:lnSpc>
              <a:spcBef>
                <a:spcPts val="0"/>
              </a:spcBef>
              <a:spcAft>
                <a:spcPts val="0"/>
              </a:spcAft>
              <a:buClr>
                <a:schemeClr val="dk1"/>
              </a:buClr>
              <a:buSzPts val="1200"/>
              <a:buFont typeface="Outfit"/>
              <a:buChar char="●"/>
              <a:defRPr sz="1200">
                <a:solidFill>
                  <a:schemeClr val="dk1"/>
                </a:solidFill>
                <a:latin typeface="Outfit"/>
                <a:ea typeface="Outfit"/>
                <a:cs typeface="Outfit"/>
                <a:sym typeface="Outfit"/>
              </a:defRPr>
            </a:lvl4pPr>
            <a:lvl5pPr marL="2286000" lvl="4" indent="-304800" rtl="0">
              <a:lnSpc>
                <a:spcPct val="115000"/>
              </a:lnSpc>
              <a:spcBef>
                <a:spcPts val="0"/>
              </a:spcBef>
              <a:spcAft>
                <a:spcPts val="0"/>
              </a:spcAft>
              <a:buClr>
                <a:schemeClr val="dk1"/>
              </a:buClr>
              <a:buSzPts val="1200"/>
              <a:buFont typeface="Outfit"/>
              <a:buChar char="○"/>
              <a:defRPr sz="1200">
                <a:solidFill>
                  <a:schemeClr val="dk1"/>
                </a:solidFill>
                <a:latin typeface="Outfit"/>
                <a:ea typeface="Outfit"/>
                <a:cs typeface="Outfit"/>
                <a:sym typeface="Outfit"/>
              </a:defRPr>
            </a:lvl5pPr>
            <a:lvl6pPr marL="2743200" lvl="5" indent="-304800" rtl="0">
              <a:lnSpc>
                <a:spcPct val="115000"/>
              </a:lnSpc>
              <a:spcBef>
                <a:spcPts val="0"/>
              </a:spcBef>
              <a:spcAft>
                <a:spcPts val="0"/>
              </a:spcAft>
              <a:buClr>
                <a:schemeClr val="dk1"/>
              </a:buClr>
              <a:buSzPts val="1200"/>
              <a:buFont typeface="Outfit"/>
              <a:buChar char="■"/>
              <a:defRPr sz="1200">
                <a:solidFill>
                  <a:schemeClr val="dk1"/>
                </a:solidFill>
                <a:latin typeface="Outfit"/>
                <a:ea typeface="Outfit"/>
                <a:cs typeface="Outfit"/>
                <a:sym typeface="Outfit"/>
              </a:defRPr>
            </a:lvl6pPr>
            <a:lvl7pPr marL="3200400" lvl="6" indent="-304800" rtl="0">
              <a:lnSpc>
                <a:spcPct val="115000"/>
              </a:lnSpc>
              <a:spcBef>
                <a:spcPts val="0"/>
              </a:spcBef>
              <a:spcAft>
                <a:spcPts val="0"/>
              </a:spcAft>
              <a:buClr>
                <a:schemeClr val="dk1"/>
              </a:buClr>
              <a:buSzPts val="1200"/>
              <a:buFont typeface="Outfit"/>
              <a:buChar char="●"/>
              <a:defRPr sz="1200">
                <a:solidFill>
                  <a:schemeClr val="dk1"/>
                </a:solidFill>
                <a:latin typeface="Outfit"/>
                <a:ea typeface="Outfit"/>
                <a:cs typeface="Outfit"/>
                <a:sym typeface="Outfit"/>
              </a:defRPr>
            </a:lvl7pPr>
            <a:lvl8pPr marL="3657600" lvl="7" indent="-304800" rtl="0">
              <a:lnSpc>
                <a:spcPct val="115000"/>
              </a:lnSpc>
              <a:spcBef>
                <a:spcPts val="0"/>
              </a:spcBef>
              <a:spcAft>
                <a:spcPts val="0"/>
              </a:spcAft>
              <a:buClr>
                <a:schemeClr val="dk1"/>
              </a:buClr>
              <a:buSzPts val="1200"/>
              <a:buFont typeface="Outfit"/>
              <a:buChar char="○"/>
              <a:defRPr sz="1200">
                <a:solidFill>
                  <a:schemeClr val="dk1"/>
                </a:solidFill>
                <a:latin typeface="Outfit"/>
                <a:ea typeface="Outfit"/>
                <a:cs typeface="Outfit"/>
                <a:sym typeface="Outfit"/>
              </a:defRPr>
            </a:lvl8pPr>
            <a:lvl9pPr marL="4114800" lvl="8" indent="-304800" rtl="0">
              <a:lnSpc>
                <a:spcPct val="115000"/>
              </a:lnSpc>
              <a:spcBef>
                <a:spcPts val="0"/>
              </a:spcBef>
              <a:spcAft>
                <a:spcPts val="0"/>
              </a:spcAft>
              <a:buClr>
                <a:schemeClr val="dk1"/>
              </a:buClr>
              <a:buSzPts val="1200"/>
              <a:buFont typeface="Outfit"/>
              <a:buChar char="■"/>
              <a:defRPr sz="1200">
                <a:solidFill>
                  <a:schemeClr val="dk1"/>
                </a:solidFill>
                <a:latin typeface="Outfit"/>
                <a:ea typeface="Outfit"/>
                <a:cs typeface="Outfit"/>
                <a:sym typeface="Outfit"/>
              </a:defRPr>
            </a:lvl9pPr>
          </a:lstStyle>
          <a:p>
            <a:endParaRPr/>
          </a:p>
        </p:txBody>
      </p:sp>
      <p:sp>
        <p:nvSpPr>
          <p:cNvPr id="8" name="Google Shape;8;p1"/>
          <p:cNvSpPr txBox="1">
            <a:spLocks noGrp="1"/>
          </p:cNvSpPr>
          <p:nvPr>
            <p:ph type="sldNum" idx="12"/>
          </p:nvPr>
        </p:nvSpPr>
        <p:spPr>
          <a:xfrm>
            <a:off x="8469004" y="4833225"/>
            <a:ext cx="675000" cy="310500"/>
          </a:xfrm>
          <a:prstGeom prst="rect">
            <a:avLst/>
          </a:prstGeom>
          <a:noFill/>
          <a:ln>
            <a:noFill/>
          </a:ln>
        </p:spPr>
        <p:txBody>
          <a:bodyPr spcFirstLastPara="1" wrap="square" lIns="0" tIns="0" rIns="310500" bIns="172800" anchor="b" anchorCtr="0">
            <a:noAutofit/>
          </a:bodyPr>
          <a:lstStyle>
            <a:lvl1pPr lvl="0" algn="r" rtl="0">
              <a:buNone/>
              <a:defRPr sz="800" b="1">
                <a:solidFill>
                  <a:schemeClr val="dk1"/>
                </a:solidFill>
                <a:latin typeface="Outfit"/>
                <a:ea typeface="Outfit"/>
                <a:cs typeface="Outfit"/>
                <a:sym typeface="Outfit"/>
              </a:defRPr>
            </a:lvl1pPr>
            <a:lvl2pPr lvl="1" algn="r" rtl="0">
              <a:buNone/>
              <a:defRPr sz="800" b="1">
                <a:solidFill>
                  <a:schemeClr val="dk1"/>
                </a:solidFill>
                <a:latin typeface="Outfit"/>
                <a:ea typeface="Outfit"/>
                <a:cs typeface="Outfit"/>
                <a:sym typeface="Outfit"/>
              </a:defRPr>
            </a:lvl2pPr>
            <a:lvl3pPr lvl="2" algn="r" rtl="0">
              <a:buNone/>
              <a:defRPr sz="800" b="1">
                <a:solidFill>
                  <a:schemeClr val="dk1"/>
                </a:solidFill>
                <a:latin typeface="Outfit"/>
                <a:ea typeface="Outfit"/>
                <a:cs typeface="Outfit"/>
                <a:sym typeface="Outfit"/>
              </a:defRPr>
            </a:lvl3pPr>
            <a:lvl4pPr lvl="3" algn="r" rtl="0">
              <a:buNone/>
              <a:defRPr sz="800" b="1">
                <a:solidFill>
                  <a:schemeClr val="dk1"/>
                </a:solidFill>
                <a:latin typeface="Outfit"/>
                <a:ea typeface="Outfit"/>
                <a:cs typeface="Outfit"/>
                <a:sym typeface="Outfit"/>
              </a:defRPr>
            </a:lvl4pPr>
            <a:lvl5pPr lvl="4" algn="r" rtl="0">
              <a:buNone/>
              <a:defRPr sz="800" b="1">
                <a:solidFill>
                  <a:schemeClr val="dk1"/>
                </a:solidFill>
                <a:latin typeface="Outfit"/>
                <a:ea typeface="Outfit"/>
                <a:cs typeface="Outfit"/>
                <a:sym typeface="Outfit"/>
              </a:defRPr>
            </a:lvl5pPr>
            <a:lvl6pPr lvl="5" algn="r" rtl="0">
              <a:buNone/>
              <a:defRPr sz="800" b="1">
                <a:solidFill>
                  <a:schemeClr val="dk1"/>
                </a:solidFill>
                <a:latin typeface="Outfit"/>
                <a:ea typeface="Outfit"/>
                <a:cs typeface="Outfit"/>
                <a:sym typeface="Outfit"/>
              </a:defRPr>
            </a:lvl6pPr>
            <a:lvl7pPr lvl="6" algn="r" rtl="0">
              <a:buNone/>
              <a:defRPr sz="800" b="1">
                <a:solidFill>
                  <a:schemeClr val="dk1"/>
                </a:solidFill>
                <a:latin typeface="Outfit"/>
                <a:ea typeface="Outfit"/>
                <a:cs typeface="Outfit"/>
                <a:sym typeface="Outfit"/>
              </a:defRPr>
            </a:lvl7pPr>
            <a:lvl8pPr lvl="7" algn="r" rtl="0">
              <a:buNone/>
              <a:defRPr sz="800" b="1">
                <a:solidFill>
                  <a:schemeClr val="dk1"/>
                </a:solidFill>
                <a:latin typeface="Outfit"/>
                <a:ea typeface="Outfit"/>
                <a:cs typeface="Outfit"/>
                <a:sym typeface="Outfit"/>
              </a:defRPr>
            </a:lvl8pPr>
            <a:lvl9pPr lvl="8" algn="r" rtl="0">
              <a:buNone/>
              <a:defRPr sz="800" b="1">
                <a:solidFill>
                  <a:schemeClr val="dk1"/>
                </a:solidFill>
                <a:latin typeface="Outfit"/>
                <a:ea typeface="Outfit"/>
                <a:cs typeface="Outfit"/>
                <a:sym typeface="Outfit"/>
              </a:defRPr>
            </a:lvl9pPr>
          </a:lstStyle>
          <a:p>
            <a:pPr marL="0" lvl="0" indent="0" algn="r" rtl="0">
              <a:spcBef>
                <a:spcPts val="0"/>
              </a:spcBef>
              <a:spcAft>
                <a:spcPts val="0"/>
              </a:spcAft>
              <a:buNone/>
            </a:pPr>
            <a:fld id="{00000000-1234-1234-1234-123412341234}" type="slidenum">
              <a:rPr lang="fr"/>
              <a:t>‹N°›</a:t>
            </a:fld>
            <a:endParaRPr/>
          </a:p>
        </p:txBody>
      </p:sp>
      <p:sp>
        <p:nvSpPr>
          <p:cNvPr id="9" name="Google Shape;9;p1"/>
          <p:cNvSpPr txBox="1">
            <a:spLocks noGrp="1"/>
          </p:cNvSpPr>
          <p:nvPr>
            <p:ph type="body" idx="2"/>
          </p:nvPr>
        </p:nvSpPr>
        <p:spPr>
          <a:xfrm>
            <a:off x="310500" y="4750006"/>
            <a:ext cx="8523900" cy="393600"/>
          </a:xfrm>
          <a:prstGeom prst="rect">
            <a:avLst/>
          </a:prstGeom>
          <a:noFill/>
          <a:ln>
            <a:noFill/>
          </a:ln>
        </p:spPr>
        <p:txBody>
          <a:bodyPr spcFirstLastPara="1" wrap="square" lIns="0" tIns="0" rIns="0" bIns="172800" anchor="b" anchorCtr="0">
            <a:noAutofit/>
          </a:bodyPr>
          <a:lstStyle>
            <a:lvl1pPr marL="457200" lvl="0" indent="-279400" rtl="0">
              <a:lnSpc>
                <a:spcPct val="100000"/>
              </a:lnSpc>
              <a:spcBef>
                <a:spcPts val="0"/>
              </a:spcBef>
              <a:spcAft>
                <a:spcPts val="0"/>
              </a:spcAft>
              <a:buClr>
                <a:schemeClr val="lt2"/>
              </a:buClr>
              <a:buSzPts val="800"/>
              <a:buChar char="➔"/>
              <a:defRPr sz="800">
                <a:solidFill>
                  <a:schemeClr val="lt2"/>
                </a:solidFill>
                <a:latin typeface="Outfit"/>
                <a:ea typeface="Outfit"/>
                <a:cs typeface="Outfit"/>
                <a:sym typeface="Outfit"/>
              </a:defRPr>
            </a:lvl1pPr>
            <a:lvl2pPr marL="914400" lvl="1" indent="-279400" rtl="0">
              <a:lnSpc>
                <a:spcPct val="100000"/>
              </a:lnSpc>
              <a:spcBef>
                <a:spcPts val="400"/>
              </a:spcBef>
              <a:spcAft>
                <a:spcPts val="0"/>
              </a:spcAft>
              <a:buClr>
                <a:schemeClr val="lt2"/>
              </a:buClr>
              <a:buSzPts val="800"/>
              <a:buChar char="◆"/>
              <a:defRPr sz="800">
                <a:solidFill>
                  <a:schemeClr val="lt2"/>
                </a:solidFill>
                <a:latin typeface="Outfit"/>
                <a:ea typeface="Outfit"/>
                <a:cs typeface="Outfit"/>
                <a:sym typeface="Outfit"/>
              </a:defRPr>
            </a:lvl2pPr>
            <a:lvl3pPr marL="1371600" lvl="2" indent="-279400" rtl="0">
              <a:lnSpc>
                <a:spcPct val="100000"/>
              </a:lnSpc>
              <a:spcBef>
                <a:spcPts val="400"/>
              </a:spcBef>
              <a:spcAft>
                <a:spcPts val="0"/>
              </a:spcAft>
              <a:buClr>
                <a:schemeClr val="lt2"/>
              </a:buClr>
              <a:buSzPts val="800"/>
              <a:buChar char="●"/>
              <a:defRPr sz="800">
                <a:solidFill>
                  <a:schemeClr val="lt2"/>
                </a:solidFill>
                <a:latin typeface="Outfit"/>
                <a:ea typeface="Outfit"/>
                <a:cs typeface="Outfit"/>
                <a:sym typeface="Outfit"/>
              </a:defRPr>
            </a:lvl3pPr>
            <a:lvl4pPr marL="1828800" lvl="3" indent="-279400" rtl="0">
              <a:lnSpc>
                <a:spcPct val="100000"/>
              </a:lnSpc>
              <a:spcBef>
                <a:spcPts val="400"/>
              </a:spcBef>
              <a:spcAft>
                <a:spcPts val="0"/>
              </a:spcAft>
              <a:buClr>
                <a:schemeClr val="lt2"/>
              </a:buClr>
              <a:buSzPts val="800"/>
              <a:buChar char="○"/>
              <a:defRPr sz="800">
                <a:solidFill>
                  <a:schemeClr val="lt2"/>
                </a:solidFill>
                <a:latin typeface="Outfit"/>
                <a:ea typeface="Outfit"/>
                <a:cs typeface="Outfit"/>
                <a:sym typeface="Outfit"/>
              </a:defRPr>
            </a:lvl4pPr>
            <a:lvl5pPr marL="2286000" lvl="4" indent="-279400" rtl="0">
              <a:lnSpc>
                <a:spcPct val="100000"/>
              </a:lnSpc>
              <a:spcBef>
                <a:spcPts val="400"/>
              </a:spcBef>
              <a:spcAft>
                <a:spcPts val="0"/>
              </a:spcAft>
              <a:buClr>
                <a:schemeClr val="lt2"/>
              </a:buClr>
              <a:buSzPts val="800"/>
              <a:buChar char="◆"/>
              <a:defRPr sz="800">
                <a:solidFill>
                  <a:schemeClr val="lt2"/>
                </a:solidFill>
                <a:latin typeface="Outfit"/>
                <a:ea typeface="Outfit"/>
                <a:cs typeface="Outfit"/>
                <a:sym typeface="Outfit"/>
              </a:defRPr>
            </a:lvl5pPr>
            <a:lvl6pPr marL="2743200" lvl="5" indent="-279400" rtl="0">
              <a:lnSpc>
                <a:spcPct val="100000"/>
              </a:lnSpc>
              <a:spcBef>
                <a:spcPts val="400"/>
              </a:spcBef>
              <a:spcAft>
                <a:spcPts val="0"/>
              </a:spcAft>
              <a:buClr>
                <a:schemeClr val="lt2"/>
              </a:buClr>
              <a:buSzPts val="800"/>
              <a:buChar char="●"/>
              <a:defRPr sz="800">
                <a:solidFill>
                  <a:schemeClr val="lt2"/>
                </a:solidFill>
                <a:latin typeface="Outfit"/>
                <a:ea typeface="Outfit"/>
                <a:cs typeface="Outfit"/>
                <a:sym typeface="Outfit"/>
              </a:defRPr>
            </a:lvl6pPr>
            <a:lvl7pPr marL="3200400" lvl="6" indent="-279400" rtl="0">
              <a:lnSpc>
                <a:spcPct val="100000"/>
              </a:lnSpc>
              <a:spcBef>
                <a:spcPts val="400"/>
              </a:spcBef>
              <a:spcAft>
                <a:spcPts val="0"/>
              </a:spcAft>
              <a:buClr>
                <a:schemeClr val="lt2"/>
              </a:buClr>
              <a:buSzPts val="800"/>
              <a:buChar char="○"/>
              <a:defRPr sz="800">
                <a:solidFill>
                  <a:schemeClr val="lt2"/>
                </a:solidFill>
                <a:latin typeface="Outfit"/>
                <a:ea typeface="Outfit"/>
                <a:cs typeface="Outfit"/>
                <a:sym typeface="Outfit"/>
              </a:defRPr>
            </a:lvl7pPr>
            <a:lvl8pPr marL="3657600" lvl="7" indent="-279400" rtl="0">
              <a:lnSpc>
                <a:spcPct val="100000"/>
              </a:lnSpc>
              <a:spcBef>
                <a:spcPts val="400"/>
              </a:spcBef>
              <a:spcAft>
                <a:spcPts val="0"/>
              </a:spcAft>
              <a:buClr>
                <a:schemeClr val="lt2"/>
              </a:buClr>
              <a:buSzPts val="800"/>
              <a:buChar char="◆"/>
              <a:defRPr sz="800">
                <a:solidFill>
                  <a:schemeClr val="lt2"/>
                </a:solidFill>
                <a:latin typeface="Outfit"/>
                <a:ea typeface="Outfit"/>
                <a:cs typeface="Outfit"/>
                <a:sym typeface="Outfit"/>
              </a:defRPr>
            </a:lvl8pPr>
            <a:lvl9pPr marL="4114800" lvl="8" indent="-279400" rtl="0">
              <a:lnSpc>
                <a:spcPct val="100000"/>
              </a:lnSpc>
              <a:spcBef>
                <a:spcPts val="400"/>
              </a:spcBef>
              <a:spcAft>
                <a:spcPts val="400"/>
              </a:spcAft>
              <a:buClr>
                <a:schemeClr val="lt2"/>
              </a:buClr>
              <a:buSzPts val="800"/>
              <a:buChar char="●"/>
              <a:defRPr sz="800">
                <a:solidFill>
                  <a:schemeClr val="lt2"/>
                </a:solidFill>
                <a:latin typeface="Outfit"/>
                <a:ea typeface="Outfit"/>
                <a:cs typeface="Outfit"/>
                <a:sym typeface="Outfit"/>
              </a:defRPr>
            </a:lvl9pPr>
          </a:lstStyle>
          <a:p>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 id="2147483666" r:id="rId19"/>
    <p:sldLayoutId id="2147483667" r:id="rId20"/>
    <p:sldLayoutId id="2147483668" r:id="rId21"/>
    <p:sldLayoutId id="2147483670" r:id="rId22"/>
    <p:sldLayoutId id="2147483671" r:id="rId23"/>
    <p:sldLayoutId id="2147483672" r:id="rId24"/>
    <p:sldLayoutId id="2147483673" r:id="rId25"/>
    <p:sldLayoutId id="2147483674" r:id="rId26"/>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8" Type="http://schemas.openxmlformats.org/officeDocument/2006/relationships/image" Target="../media/image9.png"/><Relationship Id="rId3" Type="http://schemas.openxmlformats.org/officeDocument/2006/relationships/hyperlink" Target="https://blog.hello-bokeh.fr/2020/07/23/des-emoji-accessibles/" TargetMode="External"/><Relationship Id="rId7" Type="http://schemas.openxmlformats.org/officeDocument/2006/relationships/image" Target="../media/image8.png"/><Relationship Id="rId2" Type="http://schemas.openxmlformats.org/officeDocument/2006/relationships/notesSlide" Target="../notesSlides/notesSlide5.xml"/><Relationship Id="rId1" Type="http://schemas.openxmlformats.org/officeDocument/2006/relationships/slideLayout" Target="../slideLayouts/slideLayout5.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hyperlink" Target="http://drive.google.com/file/d/1AoxcKjor1EX_flx0WTp-IOqlTQBkGOfY/view" TargetMode="External"/></Relationships>
</file>

<file path=ppt/slides/_rels/slide6.xml.rels><?xml version="1.0" encoding="UTF-8" standalone="yes"?>
<Relationships xmlns="http://schemas.openxmlformats.org/package/2006/relationships"><Relationship Id="rId3" Type="http://schemas.openxmlformats.org/officeDocument/2006/relationships/hyperlink" Target="https://blog.hello-bokeh.fr/2020/07/23/des-emoji-accessibles/" TargetMode="External"/><Relationship Id="rId2" Type="http://schemas.openxmlformats.org/officeDocument/2006/relationships/notesSlide" Target="../notesSlides/notesSlide6.xml"/><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3" Type="http://schemas.openxmlformats.org/officeDocument/2006/relationships/hyperlink" Target="https://blog.hello-bokeh.fr/2020/07/23/des-emoji-accessibles/" TargetMode="External"/><Relationship Id="rId2" Type="http://schemas.openxmlformats.org/officeDocument/2006/relationships/notesSlide" Target="../notesSlides/notesSlide7.xml"/><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3" Type="http://schemas.openxmlformats.org/officeDocument/2006/relationships/hyperlink" Target="https://www.accessible-social.com/copy-and-formatting/hashtags" TargetMode="External"/><Relationship Id="rId2" Type="http://schemas.openxmlformats.org/officeDocument/2006/relationships/notesSlide" Target="../notesSlides/notesSlide8.xml"/><Relationship Id="rId1" Type="http://schemas.openxmlformats.org/officeDocument/2006/relationships/slideLayout" Target="../slideLayouts/slideLayout5.xml"/><Relationship Id="rId4" Type="http://schemas.openxmlformats.org/officeDocument/2006/relationships/image" Target="../media/image10.png"/></Relationships>
</file>

<file path=ppt/slides/_rels/slide9.xml.rels><?xml version="1.0" encoding="UTF-8" standalone="yes"?>
<Relationships xmlns="http://schemas.openxmlformats.org/package/2006/relationships"><Relationship Id="rId3" Type="http://schemas.openxmlformats.org/officeDocument/2006/relationships/image" Target="../media/image11.png"/><Relationship Id="rId7" Type="http://schemas.openxmlformats.org/officeDocument/2006/relationships/image" Target="../media/image15.png"/><Relationship Id="rId2" Type="http://schemas.openxmlformats.org/officeDocument/2006/relationships/notesSlide" Target="../notesSlides/notesSlide9.xml"/><Relationship Id="rId1" Type="http://schemas.openxmlformats.org/officeDocument/2006/relationships/slideLayout" Target="../slideLayouts/slideLayout5.xml"/><Relationship Id="rId6" Type="http://schemas.openxmlformats.org/officeDocument/2006/relationships/image" Target="../media/image14.png"/><Relationship Id="rId5" Type="http://schemas.openxmlformats.org/officeDocument/2006/relationships/image" Target="../media/image13.png"/><Relationship Id="rId4" Type="http://schemas.openxmlformats.org/officeDocument/2006/relationships/image" Target="../media/image12.png"/></Relationships>
</file>

<file path=ppt/slides/_rels/slide10.xml.rels><?xml version="1.0" encoding="UTF-8" standalone="yes"?>
<Relationships xmlns="http://schemas.openxmlformats.org/package/2006/relationships"><Relationship Id="rId3" Type="http://schemas.openxmlformats.org/officeDocument/2006/relationships/hyperlink" Target="https://www.lalutineduweb.fr/detournement-unicode-emojis-accessibilite/" TargetMode="External"/><Relationship Id="rId2" Type="http://schemas.openxmlformats.org/officeDocument/2006/relationships/notesSlide" Target="../notesSlides/notesSlide10.xml"/><Relationship Id="rId1" Type="http://schemas.openxmlformats.org/officeDocument/2006/relationships/slideLayout" Target="../slideLayouts/slideLayout5.xml"/><Relationship Id="rId5" Type="http://schemas.openxmlformats.org/officeDocument/2006/relationships/image" Target="../media/image16.jpg"/><Relationship Id="rId4" Type="http://schemas.openxmlformats.org/officeDocument/2006/relationships/hyperlink" Target="http://www.youtube.com/watch?v=OO1G70if4RU" TargetMode="External"/></Relationships>
</file>

<file path=ppt/slides/_rels/slide11.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1.xml"/><Relationship Id="rId1" Type="http://schemas.openxmlformats.org/officeDocument/2006/relationships/slideLayout" Target="../slideLayouts/slideLayout5.xml"/><Relationship Id="rId4" Type="http://schemas.openxmlformats.org/officeDocument/2006/relationships/image" Target="../media/image18.png"/></Relationships>
</file>

<file path=ppt/slides/_rels/slide12.xml.rels><?xml version="1.0" encoding="UTF-8" standalone="yes"?>
<Relationships xmlns="http://schemas.openxmlformats.org/package/2006/relationships"><Relationship Id="rId3" Type="http://schemas.openxmlformats.org/officeDocument/2006/relationships/hyperlink" Target="http://lalutineduweb.fr/ecriture-inclusive-point-hyphenation-accessibilite-lecteurs-ecran/" TargetMode="External"/><Relationship Id="rId2" Type="http://schemas.openxmlformats.org/officeDocument/2006/relationships/notesSlide" Target="../notesSlides/notesSlide12.xml"/><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4.xml"/><Relationship Id="rId1" Type="http://schemas.openxmlformats.org/officeDocument/2006/relationships/slideLayout" Target="../slideLayouts/slideLayout5.xml"/><Relationship Id="rId6" Type="http://schemas.openxmlformats.org/officeDocument/2006/relationships/image" Target="../media/image22.png"/><Relationship Id="rId5" Type="http://schemas.openxmlformats.org/officeDocument/2006/relationships/image" Target="../media/image21.png"/><Relationship Id="rId4" Type="http://schemas.openxmlformats.org/officeDocument/2006/relationships/image" Target="../media/image20.png"/></Relationships>
</file>

<file path=ppt/slides/_rels/slide15.xml.rels><?xml version="1.0" encoding="UTF-8" standalone="yes"?>
<Relationships xmlns="http://schemas.openxmlformats.org/package/2006/relationships"><Relationship Id="rId3" Type="http://schemas.openxmlformats.org/officeDocument/2006/relationships/hyperlink" Target="http://w3.org/WAI/tutorials/images/decision-tree/fr" TargetMode="External"/><Relationship Id="rId2" Type="http://schemas.openxmlformats.org/officeDocument/2006/relationships/notesSlide" Target="../notesSlides/notesSlide15.xml"/><Relationship Id="rId1" Type="http://schemas.openxmlformats.org/officeDocument/2006/relationships/slideLayout" Target="../slideLayouts/slideLayout5.xml"/><Relationship Id="rId4" Type="http://schemas.openxmlformats.org/officeDocument/2006/relationships/image" Target="../media/image23.png"/></Relationships>
</file>

<file path=ppt/slides/_rels/slide16.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6.xml"/><Relationship Id="rId1" Type="http://schemas.openxmlformats.org/officeDocument/2006/relationships/slideLayout" Target="../slideLayouts/slideLayout5.xml"/><Relationship Id="rId5" Type="http://schemas.openxmlformats.org/officeDocument/2006/relationships/image" Target="../media/image26.png"/><Relationship Id="rId4" Type="http://schemas.openxmlformats.org/officeDocument/2006/relationships/image" Target="../media/image25.png"/></Relationships>
</file>

<file path=ppt/slides/_rels/slide17.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7.xml"/><Relationship Id="rId1" Type="http://schemas.openxmlformats.org/officeDocument/2006/relationships/slideLayout" Target="../slideLayouts/slideLayout5.xml"/><Relationship Id="rId5" Type="http://schemas.openxmlformats.org/officeDocument/2006/relationships/hyperlink" Target="https://www.tpgi.com/color-contrast-checker/" TargetMode="External"/><Relationship Id="rId4" Type="http://schemas.openxmlformats.org/officeDocument/2006/relationships/image" Target="../media/image27.png"/></Relationships>
</file>

<file path=ppt/slides/_rels/slide18.xml.rels><?xml version="1.0" encoding="UTF-8" standalone="yes"?>
<Relationships xmlns="http://schemas.openxmlformats.org/package/2006/relationships"><Relationship Id="rId3" Type="http://schemas.openxmlformats.org/officeDocument/2006/relationships/hyperlink" Target="https://www.scribelytribe.com/case-studies/giphy" TargetMode="External"/><Relationship Id="rId2" Type="http://schemas.openxmlformats.org/officeDocument/2006/relationships/notesSlide" Target="../notesSlides/notesSlide18.xml"/><Relationship Id="rId1" Type="http://schemas.openxmlformats.org/officeDocument/2006/relationships/slideLayout" Target="../slideLayouts/slideLayout5.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20.xml"/><Relationship Id="rId1" Type="http://schemas.openxmlformats.org/officeDocument/2006/relationships/slideLayout" Target="../slideLayouts/slideLayout5.xml"/></Relationships>
</file>

<file path=ppt/slides/_rels/slide21.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21.xml"/><Relationship Id="rId1" Type="http://schemas.openxmlformats.org/officeDocument/2006/relationships/slideLayout" Target="../slideLayouts/slideLayout5.xml"/><Relationship Id="rId5" Type="http://schemas.openxmlformats.org/officeDocument/2006/relationships/hyperlink" Target="https://www.tpgi.com/color-contrast-checker/" TargetMode="External"/><Relationship Id="rId4" Type="http://schemas.openxmlformats.org/officeDocument/2006/relationships/image" Target="../media/image30.png"/></Relationships>
</file>

<file path=ppt/slides/_rels/slide22.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22.xml"/><Relationship Id="rId1" Type="http://schemas.openxmlformats.org/officeDocument/2006/relationships/slideLayout" Target="../slideLayouts/slideLayout5.xml"/><Relationship Id="rId6" Type="http://schemas.openxmlformats.org/officeDocument/2006/relationships/image" Target="../media/image34.png"/><Relationship Id="rId5" Type="http://schemas.openxmlformats.org/officeDocument/2006/relationships/image" Target="../media/image33.png"/><Relationship Id="rId4" Type="http://schemas.openxmlformats.org/officeDocument/2006/relationships/image" Target="../media/image32.png"/></Relationships>
</file>

<file path=ppt/slides/_rels/slide23.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23.xml"/><Relationship Id="rId1" Type="http://schemas.openxmlformats.org/officeDocument/2006/relationships/slideLayout" Target="../slideLayouts/slideLayout5.xml"/><Relationship Id="rId5" Type="http://schemas.openxmlformats.org/officeDocument/2006/relationships/image" Target="../media/image37.png"/><Relationship Id="rId4" Type="http://schemas.openxmlformats.org/officeDocument/2006/relationships/image" Target="../media/image36.png"/></Relationships>
</file>

<file path=ppt/slides/_rels/slide24.xml.rels><?xml version="1.0" encoding="UTF-8" standalone="yes"?>
<Relationships xmlns="http://schemas.openxmlformats.org/package/2006/relationships"><Relationship Id="rId3" Type="http://schemas.openxmlformats.org/officeDocument/2006/relationships/hyperlink" Target="https://emmanuelle-aboaf.netlify.app/blog/article/comment-bien-sous-titrer-vos-videos" TargetMode="External"/><Relationship Id="rId2" Type="http://schemas.openxmlformats.org/officeDocument/2006/relationships/notesSlide" Target="../notesSlides/notesSlide24.xml"/><Relationship Id="rId1" Type="http://schemas.openxmlformats.org/officeDocument/2006/relationships/slideLayout" Target="../slideLayouts/slideLayout5.xml"/><Relationship Id="rId4" Type="http://schemas.openxmlformats.org/officeDocument/2006/relationships/hyperlink" Target="https://github.com/emma11y/sous-titres" TargetMode="Externa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238"/>
        <p:cNvGrpSpPr/>
        <p:nvPr/>
      </p:nvGrpSpPr>
      <p:grpSpPr>
        <a:xfrm>
          <a:off x="0" y="0"/>
          <a:ext cx="0" cy="0"/>
          <a:chOff x="0" y="0"/>
          <a:chExt cx="0" cy="0"/>
        </a:xfrm>
      </p:grpSpPr>
      <p:sp>
        <p:nvSpPr>
          <p:cNvPr id="239" name="Google Shape;239;p31"/>
          <p:cNvSpPr txBox="1">
            <a:spLocks noGrp="1"/>
          </p:cNvSpPr>
          <p:nvPr>
            <p:ph type="ctrTitle"/>
          </p:nvPr>
        </p:nvSpPr>
        <p:spPr>
          <a:xfrm>
            <a:off x="729000" y="1323000"/>
            <a:ext cx="6552900" cy="1665900"/>
          </a:xfrm>
          <a:prstGeom prst="rect">
            <a:avLst/>
          </a:prstGeom>
        </p:spPr>
        <p:txBody>
          <a:bodyPr spcFirstLastPara="1" wrap="square" lIns="0" tIns="0" rIns="0" bIns="0" anchor="ctr" anchorCtr="0">
            <a:noAutofit/>
          </a:bodyPr>
          <a:lstStyle/>
          <a:p>
            <a:pPr marL="0" lvl="0" indent="0" algn="l" rtl="0">
              <a:spcBef>
                <a:spcPts val="0"/>
              </a:spcBef>
              <a:spcAft>
                <a:spcPts val="0"/>
              </a:spcAft>
              <a:buNone/>
            </a:pPr>
            <a:r>
              <a:rPr lang="fr"/>
              <a:t>Communiquer</a:t>
            </a:r>
            <a:endParaRPr/>
          </a:p>
          <a:p>
            <a:pPr marL="0" lvl="0" indent="0" algn="l" rtl="0">
              <a:spcBef>
                <a:spcPts val="0"/>
              </a:spcBef>
              <a:spcAft>
                <a:spcPts val="0"/>
              </a:spcAft>
              <a:buNone/>
            </a:pPr>
            <a:r>
              <a:rPr lang="fr"/>
              <a:t>sur les réseaux</a:t>
            </a:r>
            <a:endParaRPr/>
          </a:p>
        </p:txBody>
      </p:sp>
      <p:sp>
        <p:nvSpPr>
          <p:cNvPr id="240" name="Google Shape;240;p31"/>
          <p:cNvSpPr txBox="1">
            <a:spLocks noGrp="1"/>
          </p:cNvSpPr>
          <p:nvPr>
            <p:ph type="subTitle" idx="1"/>
          </p:nvPr>
        </p:nvSpPr>
        <p:spPr>
          <a:xfrm>
            <a:off x="729000" y="3717900"/>
            <a:ext cx="6552900" cy="378000"/>
          </a:xfrm>
          <a:prstGeom prst="rect">
            <a:avLst/>
          </a:prstGeom>
        </p:spPr>
        <p:txBody>
          <a:bodyPr spcFirstLastPara="1" wrap="square" lIns="450000" tIns="0" rIns="0" bIns="0" anchor="ctr" anchorCtr="0">
            <a:noAutofit/>
          </a:bodyPr>
          <a:lstStyle/>
          <a:p>
            <a:pPr marL="0" lvl="0" indent="0" algn="l" rtl="0">
              <a:spcBef>
                <a:spcPts val="0"/>
              </a:spcBef>
              <a:spcAft>
                <a:spcPts val="0"/>
              </a:spcAft>
              <a:buNone/>
            </a:pPr>
            <a:r>
              <a:rPr lang="fr" sz="1400">
                <a:solidFill>
                  <a:srgbClr val="F2F6F9"/>
                </a:solidFill>
                <a:latin typeface="Lato"/>
                <a:ea typeface="Lato"/>
                <a:cs typeface="Lato"/>
                <a:sym typeface="Lato"/>
              </a:rPr>
              <a:t>Pôle Numérique Inclusif · accessibilite@beta.gouv.fr</a:t>
            </a:r>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267"/>
        <p:cNvGrpSpPr/>
        <p:nvPr/>
      </p:nvGrpSpPr>
      <p:grpSpPr>
        <a:xfrm>
          <a:off x="0" y="0"/>
          <a:ext cx="0" cy="0"/>
          <a:chOff x="0" y="0"/>
          <a:chExt cx="0" cy="0"/>
        </a:xfrm>
      </p:grpSpPr>
      <p:sp>
        <p:nvSpPr>
          <p:cNvPr id="268" name="Google Shape;268;p34"/>
          <p:cNvSpPr txBox="1">
            <a:spLocks noGrp="1"/>
          </p:cNvSpPr>
          <p:nvPr>
            <p:ph type="title"/>
          </p:nvPr>
        </p:nvSpPr>
        <p:spPr>
          <a:xfrm>
            <a:off x="310500" y="310500"/>
            <a:ext cx="8523900" cy="323100"/>
          </a:xfrm>
          <a:prstGeom prst="rect">
            <a:avLst/>
          </a:prstGeom>
        </p:spPr>
        <p:txBody>
          <a:bodyPr spcFirstLastPara="1" wrap="square" lIns="0" tIns="0" rIns="0" bIns="0" anchor="t" anchorCtr="0">
            <a:spAutoFit/>
          </a:bodyPr>
          <a:lstStyle/>
          <a:p>
            <a:pPr marL="0" lvl="0" indent="0" algn="l" rtl="0">
              <a:spcBef>
                <a:spcPts val="0"/>
              </a:spcBef>
              <a:spcAft>
                <a:spcPts val="0"/>
              </a:spcAft>
              <a:buNone/>
            </a:pPr>
            <a:r>
              <a:rPr lang="fr"/>
              <a:t>De quoi va-t-on parler ?</a:t>
            </a:r>
            <a:endParaRPr/>
          </a:p>
        </p:txBody>
      </p:sp>
      <p:sp>
        <p:nvSpPr>
          <p:cNvPr id="269" name="Google Shape;269;p34"/>
          <p:cNvSpPr txBox="1">
            <a:spLocks noGrp="1"/>
          </p:cNvSpPr>
          <p:nvPr>
            <p:ph type="body" idx="1"/>
          </p:nvPr>
        </p:nvSpPr>
        <p:spPr>
          <a:xfrm>
            <a:off x="310500" y="747900"/>
            <a:ext cx="8523900" cy="4075800"/>
          </a:xfrm>
          <a:prstGeom prst="rect">
            <a:avLst/>
          </a:prstGeom>
        </p:spPr>
        <p:txBody>
          <a:bodyPr spcFirstLastPara="1" wrap="square" lIns="0" tIns="0" rIns="0" bIns="0" anchor="ctr" anchorCtr="0">
            <a:noAutofit/>
          </a:bodyPr>
          <a:lstStyle/>
          <a:p>
            <a:pPr marL="457200" lvl="0" indent="-457200" algn="l" rtl="0">
              <a:lnSpc>
                <a:spcPct val="200000"/>
              </a:lnSpc>
              <a:spcBef>
                <a:spcPts val="0"/>
              </a:spcBef>
              <a:spcAft>
                <a:spcPts val="0"/>
              </a:spcAft>
              <a:buClr>
                <a:schemeClr val="accent1"/>
              </a:buClr>
              <a:buSzPts val="3600"/>
              <a:buFont typeface="Outfit"/>
              <a:buAutoNum type="arabicPeriod"/>
            </a:pPr>
            <a:r>
              <a:rPr lang="fr" sz="3600"/>
              <a:t>Publier des</a:t>
            </a:r>
            <a:r>
              <a:rPr lang="fr" sz="3600" b="1"/>
              <a:t> textes</a:t>
            </a:r>
            <a:endParaRPr sz="3600"/>
          </a:p>
          <a:p>
            <a:pPr marL="457200" lvl="0" indent="-457200" algn="l" rtl="0">
              <a:lnSpc>
                <a:spcPct val="200000"/>
              </a:lnSpc>
              <a:spcBef>
                <a:spcPts val="1000"/>
              </a:spcBef>
              <a:spcAft>
                <a:spcPts val="0"/>
              </a:spcAft>
              <a:buClr>
                <a:schemeClr val="accent1"/>
              </a:buClr>
              <a:buSzPts val="3600"/>
              <a:buFont typeface="Outfit"/>
              <a:buAutoNum type="arabicPeriod"/>
            </a:pPr>
            <a:r>
              <a:rPr lang="fr" sz="3600"/>
              <a:t>Publier des</a:t>
            </a:r>
            <a:r>
              <a:rPr lang="fr" sz="3600" b="1"/>
              <a:t> images</a:t>
            </a:r>
            <a:r>
              <a:rPr lang="fr" sz="3600"/>
              <a:t> </a:t>
            </a:r>
            <a:endParaRPr sz="3600"/>
          </a:p>
          <a:p>
            <a:pPr marL="457200" lvl="0" indent="-457200" algn="l" rtl="0">
              <a:lnSpc>
                <a:spcPct val="200000"/>
              </a:lnSpc>
              <a:spcBef>
                <a:spcPts val="1000"/>
              </a:spcBef>
              <a:spcAft>
                <a:spcPts val="1000"/>
              </a:spcAft>
              <a:buClr>
                <a:schemeClr val="accent1"/>
              </a:buClr>
              <a:buSzPts val="3600"/>
              <a:buFont typeface="Outfit"/>
              <a:buAutoNum type="arabicPeriod"/>
            </a:pPr>
            <a:r>
              <a:rPr lang="fr" sz="3600"/>
              <a:t>Publier des</a:t>
            </a:r>
            <a:r>
              <a:rPr lang="fr" sz="3600" b="1"/>
              <a:t> vidéos </a:t>
            </a:r>
            <a:r>
              <a:rPr lang="fr" sz="3600"/>
              <a:t>et </a:t>
            </a:r>
            <a:r>
              <a:rPr lang="fr" sz="3600" b="1"/>
              <a:t>podcasts</a:t>
            </a:r>
            <a:endParaRPr sz="3600" b="1"/>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273"/>
        <p:cNvGrpSpPr/>
        <p:nvPr/>
      </p:nvGrpSpPr>
      <p:grpSpPr>
        <a:xfrm>
          <a:off x="0" y="0"/>
          <a:ext cx="0" cy="0"/>
          <a:chOff x="0" y="0"/>
          <a:chExt cx="0" cy="0"/>
        </a:xfrm>
      </p:grpSpPr>
      <p:sp>
        <p:nvSpPr>
          <p:cNvPr id="274" name="Google Shape;274;p35"/>
          <p:cNvSpPr txBox="1">
            <a:spLocks noGrp="1"/>
          </p:cNvSpPr>
          <p:nvPr>
            <p:ph type="title"/>
          </p:nvPr>
        </p:nvSpPr>
        <p:spPr>
          <a:xfrm>
            <a:off x="310500" y="310500"/>
            <a:ext cx="8523900" cy="323100"/>
          </a:xfrm>
          <a:prstGeom prst="rect">
            <a:avLst/>
          </a:prstGeom>
        </p:spPr>
        <p:txBody>
          <a:bodyPr spcFirstLastPara="1" wrap="square" lIns="0" tIns="0" rIns="0" bIns="0" anchor="t" anchorCtr="0">
            <a:spAutoFit/>
          </a:bodyPr>
          <a:lstStyle/>
          <a:p>
            <a:pPr marL="0" lvl="0" indent="0" algn="l" rtl="0">
              <a:spcBef>
                <a:spcPts val="0"/>
              </a:spcBef>
              <a:spcAft>
                <a:spcPts val="0"/>
              </a:spcAft>
              <a:buNone/>
            </a:pPr>
            <a:r>
              <a:rPr lang="fr"/>
              <a:t>Un peu de contexte</a:t>
            </a:r>
            <a:endParaRPr/>
          </a:p>
        </p:txBody>
      </p:sp>
      <p:sp>
        <p:nvSpPr>
          <p:cNvPr id="275" name="Google Shape;275;p35"/>
          <p:cNvSpPr txBox="1">
            <a:spLocks noGrp="1"/>
          </p:cNvSpPr>
          <p:nvPr>
            <p:ph type="body" idx="1"/>
          </p:nvPr>
        </p:nvSpPr>
        <p:spPr>
          <a:xfrm>
            <a:off x="198700" y="1505850"/>
            <a:ext cx="4261500" cy="2547000"/>
          </a:xfrm>
          <a:prstGeom prst="rect">
            <a:avLst/>
          </a:prstGeom>
        </p:spPr>
        <p:txBody>
          <a:bodyPr spcFirstLastPara="1" wrap="square" lIns="0" tIns="0" rIns="0" bIns="0" anchor="t" anchorCtr="0">
            <a:noAutofit/>
          </a:bodyPr>
          <a:lstStyle/>
          <a:p>
            <a:pPr marL="457200" lvl="0" indent="-317500" algn="l" rtl="0">
              <a:spcBef>
                <a:spcPts val="1200"/>
              </a:spcBef>
              <a:spcAft>
                <a:spcPts val="0"/>
              </a:spcAft>
              <a:buClr>
                <a:schemeClr val="accent6"/>
              </a:buClr>
              <a:buSzPts val="1400"/>
              <a:buChar char="➔"/>
            </a:pPr>
            <a:r>
              <a:rPr lang="fr" b="1"/>
              <a:t>77 % de la population utilise un smartphone</a:t>
            </a:r>
            <a:r>
              <a:rPr lang="fr"/>
              <a:t>, plus particulièrement les jeunes, qui se servent de celui-ci pour surfer sur Internet.</a:t>
            </a:r>
            <a:endParaRPr/>
          </a:p>
          <a:p>
            <a:pPr marL="457200" lvl="0" indent="-317500" algn="l" rtl="0">
              <a:spcBef>
                <a:spcPts val="1000"/>
              </a:spcBef>
              <a:spcAft>
                <a:spcPts val="1000"/>
              </a:spcAft>
              <a:buClr>
                <a:schemeClr val="accent6"/>
              </a:buClr>
              <a:buSzPts val="1400"/>
              <a:buChar char="➔"/>
            </a:pPr>
            <a:r>
              <a:rPr lang="fr" b="1"/>
              <a:t>62 % sont inscrites sur les réseaux sociaux</a:t>
            </a:r>
            <a:r>
              <a:rPr lang="fr"/>
              <a:t>.</a:t>
            </a:r>
            <a:endParaRPr/>
          </a:p>
        </p:txBody>
      </p:sp>
      <p:sp>
        <p:nvSpPr>
          <p:cNvPr id="276" name="Google Shape;276;p35"/>
          <p:cNvSpPr txBox="1">
            <a:spLocks noGrp="1"/>
          </p:cNvSpPr>
          <p:nvPr>
            <p:ph type="body" idx="2"/>
          </p:nvPr>
        </p:nvSpPr>
        <p:spPr>
          <a:xfrm>
            <a:off x="310500" y="4750006"/>
            <a:ext cx="8523900" cy="393600"/>
          </a:xfrm>
          <a:prstGeom prst="rect">
            <a:avLst/>
          </a:prstGeom>
        </p:spPr>
        <p:txBody>
          <a:bodyPr spcFirstLastPara="1" wrap="square" lIns="0" tIns="0" rIns="0" bIns="172800" anchor="b" anchorCtr="0">
            <a:noAutofit/>
          </a:bodyPr>
          <a:lstStyle/>
          <a:p>
            <a:pPr marL="0" lvl="0" indent="0" algn="l" rtl="0">
              <a:spcBef>
                <a:spcPts val="0"/>
              </a:spcBef>
              <a:spcAft>
                <a:spcPts val="400"/>
              </a:spcAft>
              <a:buNone/>
            </a:pPr>
            <a:r>
              <a:rPr lang="fr"/>
              <a:t>Source :  Un numérique accessible pour les personnes handicapées, c’est pour quand ? https://fr.slides.access42.net/passageenseine2023/</a:t>
            </a:r>
            <a:endParaRPr/>
          </a:p>
        </p:txBody>
      </p:sp>
      <p:sp>
        <p:nvSpPr>
          <p:cNvPr id="277" name="Google Shape;277;p35"/>
          <p:cNvSpPr txBox="1"/>
          <p:nvPr/>
        </p:nvSpPr>
        <p:spPr>
          <a:xfrm>
            <a:off x="4633575" y="1356750"/>
            <a:ext cx="4411500" cy="1793100"/>
          </a:xfrm>
          <a:prstGeom prst="rect">
            <a:avLst/>
          </a:prstGeom>
          <a:noFill/>
          <a:ln>
            <a:noFill/>
          </a:ln>
        </p:spPr>
        <p:txBody>
          <a:bodyPr spcFirstLastPara="1" wrap="square" lIns="91425" tIns="91425" rIns="91425" bIns="91425" anchor="ctr" anchorCtr="0">
            <a:spAutoFit/>
          </a:bodyPr>
          <a:lstStyle/>
          <a:p>
            <a:pPr marL="457200" lvl="0" indent="-317500" algn="l" rtl="0">
              <a:lnSpc>
                <a:spcPct val="115000"/>
              </a:lnSpc>
              <a:spcBef>
                <a:spcPts val="1200"/>
              </a:spcBef>
              <a:spcAft>
                <a:spcPts val="0"/>
              </a:spcAft>
              <a:buClr>
                <a:schemeClr val="accent6"/>
              </a:buClr>
              <a:buSzPts val="1400"/>
              <a:buFont typeface="Outfit"/>
              <a:buChar char="➔"/>
            </a:pPr>
            <a:r>
              <a:rPr lang="fr" b="1">
                <a:solidFill>
                  <a:schemeClr val="dk1"/>
                </a:solidFill>
                <a:latin typeface="Outfit"/>
                <a:ea typeface="Outfit"/>
                <a:cs typeface="Outfit"/>
                <a:sym typeface="Outfit"/>
              </a:rPr>
              <a:t>48 % éprouvent une forme de difficulté</a:t>
            </a:r>
            <a:r>
              <a:rPr lang="fr">
                <a:solidFill>
                  <a:schemeClr val="dk1"/>
                </a:solidFill>
                <a:latin typeface="Outfit"/>
                <a:ea typeface="Outfit"/>
                <a:cs typeface="Outfit"/>
                <a:sym typeface="Outfit"/>
              </a:rPr>
              <a:t> qui les empêche d’utiliser pleinement les outils numériques et internet.</a:t>
            </a:r>
            <a:endParaRPr>
              <a:solidFill>
                <a:schemeClr val="dk1"/>
              </a:solidFill>
              <a:latin typeface="Outfit"/>
              <a:ea typeface="Outfit"/>
              <a:cs typeface="Outfit"/>
              <a:sym typeface="Outfit"/>
            </a:endParaRPr>
          </a:p>
          <a:p>
            <a:pPr marL="457200" lvl="0" indent="-317500" algn="l" rtl="0">
              <a:lnSpc>
                <a:spcPct val="115000"/>
              </a:lnSpc>
              <a:spcBef>
                <a:spcPts val="1200"/>
              </a:spcBef>
              <a:spcAft>
                <a:spcPts val="1000"/>
              </a:spcAft>
              <a:buClr>
                <a:schemeClr val="accent6"/>
              </a:buClr>
              <a:buSzPts val="1400"/>
              <a:buFont typeface="Outfit"/>
              <a:buChar char="➔"/>
            </a:pPr>
            <a:r>
              <a:rPr lang="fr" b="1">
                <a:solidFill>
                  <a:schemeClr val="dk1"/>
                </a:solidFill>
                <a:latin typeface="Outfit"/>
                <a:ea typeface="Outfit"/>
                <a:cs typeface="Outfit"/>
                <a:sym typeface="Outfit"/>
              </a:rPr>
              <a:t>7,6 millions de personnes sont concernées par le handicap</a:t>
            </a:r>
            <a:r>
              <a:rPr lang="fr">
                <a:solidFill>
                  <a:schemeClr val="dk1"/>
                </a:solidFill>
                <a:latin typeface="Outfit"/>
                <a:ea typeface="Outfit"/>
                <a:cs typeface="Outfit"/>
                <a:sym typeface="Outfit"/>
              </a:rPr>
              <a:t>. Cela correspond à 1 personne sur 7, soit 14 % de la population.</a:t>
            </a:r>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281"/>
        <p:cNvGrpSpPr/>
        <p:nvPr/>
      </p:nvGrpSpPr>
      <p:grpSpPr>
        <a:xfrm>
          <a:off x="0" y="0"/>
          <a:ext cx="0" cy="0"/>
          <a:chOff x="0" y="0"/>
          <a:chExt cx="0" cy="0"/>
        </a:xfrm>
      </p:grpSpPr>
      <p:sp>
        <p:nvSpPr>
          <p:cNvPr id="282" name="Google Shape;282;p36"/>
          <p:cNvSpPr txBox="1">
            <a:spLocks noGrp="1"/>
          </p:cNvSpPr>
          <p:nvPr>
            <p:ph type="title"/>
          </p:nvPr>
        </p:nvSpPr>
        <p:spPr>
          <a:xfrm>
            <a:off x="729000" y="1612800"/>
            <a:ext cx="7758600" cy="738900"/>
          </a:xfrm>
          <a:prstGeom prst="rect">
            <a:avLst/>
          </a:prstGeom>
        </p:spPr>
        <p:txBody>
          <a:bodyPr spcFirstLastPara="1" wrap="square" lIns="0" tIns="91425" rIns="0" bIns="91425" anchor="t" anchorCtr="0">
            <a:spAutoFit/>
          </a:bodyPr>
          <a:lstStyle/>
          <a:p>
            <a:pPr marL="0" lvl="0" indent="0" algn="l" rtl="0">
              <a:spcBef>
                <a:spcPts val="0"/>
              </a:spcBef>
              <a:spcAft>
                <a:spcPts val="0"/>
              </a:spcAft>
              <a:buNone/>
            </a:pPr>
            <a:r>
              <a:rPr lang="fr" sz="3600"/>
              <a:t>Les textes</a:t>
            </a:r>
            <a:endParaRPr sz="3600"/>
          </a:p>
        </p:txBody>
      </p:sp>
      <p:sp>
        <p:nvSpPr>
          <p:cNvPr id="283" name="Google Shape;283;p36"/>
          <p:cNvSpPr txBox="1"/>
          <p:nvPr/>
        </p:nvSpPr>
        <p:spPr>
          <a:xfrm>
            <a:off x="706525" y="2628275"/>
            <a:ext cx="4719600" cy="1431600"/>
          </a:xfrm>
          <a:prstGeom prst="rect">
            <a:avLst/>
          </a:prstGeom>
          <a:noFill/>
          <a:ln>
            <a:noFill/>
          </a:ln>
        </p:spPr>
        <p:txBody>
          <a:bodyPr spcFirstLastPara="1" wrap="square" lIns="91425" tIns="91425" rIns="91425" bIns="91425" anchor="t" anchorCtr="0">
            <a:spAutoFit/>
          </a:bodyPr>
          <a:lstStyle/>
          <a:p>
            <a:pPr marL="457200" lvl="0" indent="-317500" algn="l" rtl="0">
              <a:spcBef>
                <a:spcPts val="0"/>
              </a:spcBef>
              <a:spcAft>
                <a:spcPts val="0"/>
              </a:spcAft>
              <a:buClr>
                <a:schemeClr val="accent6"/>
              </a:buClr>
              <a:buSzPts val="1400"/>
              <a:buFont typeface="Outfit"/>
              <a:buChar char="➔"/>
            </a:pPr>
            <a:r>
              <a:rPr lang="fr">
                <a:solidFill>
                  <a:schemeClr val="accent3"/>
                </a:solidFill>
                <a:latin typeface="Outfit"/>
                <a:ea typeface="Outfit"/>
                <a:cs typeface="Outfit"/>
                <a:sym typeface="Outfit"/>
              </a:rPr>
              <a:t>Emojis</a:t>
            </a:r>
            <a:endParaRPr>
              <a:solidFill>
                <a:schemeClr val="accent3"/>
              </a:solidFill>
              <a:latin typeface="Outfit"/>
              <a:ea typeface="Outfit"/>
              <a:cs typeface="Outfit"/>
              <a:sym typeface="Outfit"/>
            </a:endParaRPr>
          </a:p>
          <a:p>
            <a:pPr marL="457200" lvl="0" indent="-317500" algn="l" rtl="0">
              <a:spcBef>
                <a:spcPts val="1000"/>
              </a:spcBef>
              <a:spcAft>
                <a:spcPts val="0"/>
              </a:spcAft>
              <a:buClr>
                <a:schemeClr val="accent6"/>
              </a:buClr>
              <a:buSzPts val="1400"/>
              <a:buFont typeface="Outfit"/>
              <a:buChar char="➔"/>
            </a:pPr>
            <a:r>
              <a:rPr lang="fr">
                <a:solidFill>
                  <a:schemeClr val="accent3"/>
                </a:solidFill>
                <a:latin typeface="Outfit"/>
                <a:ea typeface="Outfit"/>
                <a:cs typeface="Outfit"/>
                <a:sym typeface="Outfit"/>
              </a:rPr>
              <a:t>Hashtag</a:t>
            </a:r>
            <a:endParaRPr>
              <a:solidFill>
                <a:schemeClr val="accent3"/>
              </a:solidFill>
              <a:latin typeface="Outfit"/>
              <a:ea typeface="Outfit"/>
              <a:cs typeface="Outfit"/>
              <a:sym typeface="Outfit"/>
            </a:endParaRPr>
          </a:p>
          <a:p>
            <a:pPr marL="457200" lvl="0" indent="-317500" algn="l" rtl="0">
              <a:spcBef>
                <a:spcPts val="1000"/>
              </a:spcBef>
              <a:spcAft>
                <a:spcPts val="0"/>
              </a:spcAft>
              <a:buClr>
                <a:schemeClr val="accent6"/>
              </a:buClr>
              <a:buSzPts val="1400"/>
              <a:buFont typeface="Outfit"/>
              <a:buChar char="➔"/>
            </a:pPr>
            <a:r>
              <a:rPr lang="fr">
                <a:solidFill>
                  <a:schemeClr val="accent3"/>
                </a:solidFill>
                <a:latin typeface="Outfit"/>
                <a:ea typeface="Outfit"/>
                <a:cs typeface="Outfit"/>
                <a:sym typeface="Outfit"/>
              </a:rPr>
              <a:t>Caractères spéciaux</a:t>
            </a:r>
            <a:endParaRPr>
              <a:solidFill>
                <a:schemeClr val="accent3"/>
              </a:solidFill>
              <a:latin typeface="Outfit"/>
              <a:ea typeface="Outfit"/>
              <a:cs typeface="Outfit"/>
              <a:sym typeface="Outfit"/>
            </a:endParaRPr>
          </a:p>
          <a:p>
            <a:pPr marL="457200" lvl="0" indent="-317500" algn="l" rtl="0">
              <a:spcBef>
                <a:spcPts val="1000"/>
              </a:spcBef>
              <a:spcAft>
                <a:spcPts val="1000"/>
              </a:spcAft>
              <a:buClr>
                <a:schemeClr val="accent6"/>
              </a:buClr>
              <a:buSzPts val="1400"/>
              <a:buFont typeface="Outfit"/>
              <a:buChar char="➔"/>
            </a:pPr>
            <a:r>
              <a:rPr lang="fr">
                <a:solidFill>
                  <a:schemeClr val="accent3"/>
                </a:solidFill>
                <a:latin typeface="Outfit"/>
                <a:ea typeface="Outfit"/>
                <a:cs typeface="Outfit"/>
                <a:sym typeface="Outfit"/>
              </a:rPr>
              <a:t>Écriture inclusive</a:t>
            </a:r>
            <a:endParaRPr>
              <a:solidFill>
                <a:schemeClr val="accent3"/>
              </a:solidFill>
              <a:latin typeface="Outfit"/>
              <a:ea typeface="Outfit"/>
              <a:cs typeface="Outfit"/>
              <a:sym typeface="Outfit"/>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287"/>
        <p:cNvGrpSpPr/>
        <p:nvPr/>
      </p:nvGrpSpPr>
      <p:grpSpPr>
        <a:xfrm>
          <a:off x="0" y="0"/>
          <a:ext cx="0" cy="0"/>
          <a:chOff x="0" y="0"/>
          <a:chExt cx="0" cy="0"/>
        </a:xfrm>
      </p:grpSpPr>
      <p:sp>
        <p:nvSpPr>
          <p:cNvPr id="288" name="Google Shape;288;p37"/>
          <p:cNvSpPr txBox="1">
            <a:spLocks noGrp="1"/>
          </p:cNvSpPr>
          <p:nvPr>
            <p:ph type="title"/>
          </p:nvPr>
        </p:nvSpPr>
        <p:spPr>
          <a:xfrm>
            <a:off x="310500" y="310500"/>
            <a:ext cx="8523900" cy="323100"/>
          </a:xfrm>
          <a:prstGeom prst="rect">
            <a:avLst/>
          </a:prstGeom>
        </p:spPr>
        <p:txBody>
          <a:bodyPr spcFirstLastPara="1" wrap="square" lIns="0" tIns="0" rIns="0" bIns="0" anchor="t" anchorCtr="0">
            <a:spAutoFit/>
          </a:bodyPr>
          <a:lstStyle/>
          <a:p>
            <a:pPr marL="0" lvl="0" indent="0" algn="l" rtl="0">
              <a:spcBef>
                <a:spcPts val="0"/>
              </a:spcBef>
              <a:spcAft>
                <a:spcPts val="0"/>
              </a:spcAft>
              <a:buNone/>
            </a:pPr>
            <a:r>
              <a:rPr lang="fr"/>
              <a:t>Emojis</a:t>
            </a:r>
            <a:endParaRPr/>
          </a:p>
        </p:txBody>
      </p:sp>
      <p:sp>
        <p:nvSpPr>
          <p:cNvPr id="289" name="Google Shape;289;p37"/>
          <p:cNvSpPr txBox="1">
            <a:spLocks noGrp="1"/>
          </p:cNvSpPr>
          <p:nvPr>
            <p:ph type="body" idx="1"/>
          </p:nvPr>
        </p:nvSpPr>
        <p:spPr>
          <a:xfrm>
            <a:off x="310500" y="747900"/>
            <a:ext cx="3444300" cy="4075800"/>
          </a:xfrm>
          <a:prstGeom prst="rect">
            <a:avLst/>
          </a:prstGeom>
        </p:spPr>
        <p:txBody>
          <a:bodyPr spcFirstLastPara="1" wrap="square" lIns="0" tIns="0" rIns="0" bIns="0" anchor="ctr" anchorCtr="0">
            <a:normAutofit/>
          </a:bodyPr>
          <a:lstStyle/>
          <a:p>
            <a:pPr marL="457200" lvl="0" indent="-317500" algn="l" rtl="0">
              <a:spcBef>
                <a:spcPts val="0"/>
              </a:spcBef>
              <a:spcAft>
                <a:spcPts val="0"/>
              </a:spcAft>
              <a:buClr>
                <a:srgbClr val="0063CB"/>
              </a:buClr>
              <a:buSzPts val="1400"/>
              <a:buChar char="➔"/>
            </a:pPr>
            <a:r>
              <a:rPr lang="fr"/>
              <a:t>Un emoji est plus long qu’il en a l’air</a:t>
            </a:r>
            <a:endParaRPr/>
          </a:p>
          <a:p>
            <a:pPr marL="457200" lvl="0" indent="-317500" algn="l" rtl="0">
              <a:spcBef>
                <a:spcPts val="1000"/>
              </a:spcBef>
              <a:spcAft>
                <a:spcPts val="0"/>
              </a:spcAft>
              <a:buClr>
                <a:srgbClr val="0063CB"/>
              </a:buClr>
              <a:buSzPts val="1400"/>
              <a:buChar char="➔"/>
            </a:pPr>
            <a:r>
              <a:rPr lang="fr"/>
              <a:t>Un emoji peut en cacher un autre</a:t>
            </a:r>
            <a:endParaRPr/>
          </a:p>
          <a:p>
            <a:pPr marL="457200" lvl="0" indent="-317500" algn="l" rtl="0">
              <a:spcBef>
                <a:spcPts val="1000"/>
              </a:spcBef>
              <a:spcAft>
                <a:spcPts val="0"/>
              </a:spcAft>
              <a:buClr>
                <a:srgbClr val="0063CB"/>
              </a:buClr>
              <a:buSzPts val="1400"/>
              <a:buChar char="➔"/>
            </a:pPr>
            <a:r>
              <a:rPr lang="fr"/>
              <a:t>Un emoji n’est pas toujours clair</a:t>
            </a:r>
            <a:endParaRPr/>
          </a:p>
          <a:p>
            <a:pPr marL="457200" lvl="0" indent="-317500" algn="l" rtl="0">
              <a:spcBef>
                <a:spcPts val="1000"/>
              </a:spcBef>
              <a:spcAft>
                <a:spcPts val="0"/>
              </a:spcAft>
              <a:buClr>
                <a:srgbClr val="0063CB"/>
              </a:buClr>
              <a:buSzPts val="1400"/>
              <a:buChar char="➔"/>
            </a:pPr>
            <a:r>
              <a:rPr lang="fr"/>
              <a:t>Un emoji n’est pas toujours visible</a:t>
            </a:r>
            <a:endParaRPr/>
          </a:p>
          <a:p>
            <a:pPr marL="0" lvl="0" indent="0" algn="l" rtl="0">
              <a:spcBef>
                <a:spcPts val="1000"/>
              </a:spcBef>
              <a:spcAft>
                <a:spcPts val="1000"/>
              </a:spcAft>
              <a:buNone/>
            </a:pPr>
            <a:endParaRPr/>
          </a:p>
        </p:txBody>
      </p:sp>
      <p:sp>
        <p:nvSpPr>
          <p:cNvPr id="290" name="Google Shape;290;p37"/>
          <p:cNvSpPr txBox="1">
            <a:spLocks noGrp="1"/>
          </p:cNvSpPr>
          <p:nvPr>
            <p:ph type="body" idx="2"/>
          </p:nvPr>
        </p:nvSpPr>
        <p:spPr>
          <a:xfrm>
            <a:off x="310500" y="4750006"/>
            <a:ext cx="8523900" cy="393600"/>
          </a:xfrm>
          <a:prstGeom prst="rect">
            <a:avLst/>
          </a:prstGeom>
        </p:spPr>
        <p:txBody>
          <a:bodyPr spcFirstLastPara="1" wrap="square" lIns="0" tIns="0" rIns="0" bIns="172800" anchor="b" anchorCtr="0">
            <a:noAutofit/>
          </a:bodyPr>
          <a:lstStyle/>
          <a:p>
            <a:pPr marL="0" lvl="0" indent="0" algn="l" rtl="0">
              <a:spcBef>
                <a:spcPts val="0"/>
              </a:spcBef>
              <a:spcAft>
                <a:spcPts val="400"/>
              </a:spcAft>
              <a:buNone/>
            </a:pPr>
            <a:r>
              <a:rPr lang="fr"/>
              <a:t>Source : Des emojis accessibles  </a:t>
            </a:r>
            <a:r>
              <a:rPr lang="fr" u="sng">
                <a:solidFill>
                  <a:schemeClr val="hlink"/>
                </a:solidFill>
                <a:hlinkClick r:id="rId3"/>
              </a:rPr>
              <a:t>blog.hello-bokeh.fr/2020/07/23/des-emoji-accessibles/</a:t>
            </a:r>
            <a:endParaRPr/>
          </a:p>
        </p:txBody>
      </p:sp>
      <p:pic>
        <p:nvPicPr>
          <p:cNvPr id="291" name="Google Shape;291;p37" title="voiceover.mp3">
            <a:hlinkClick r:id="rId4"/>
          </p:cNvPr>
          <p:cNvPicPr preferRelativeResize="0"/>
          <p:nvPr/>
        </p:nvPicPr>
        <p:blipFill>
          <a:blip r:embed="rId5">
            <a:alphaModFix/>
          </a:blip>
          <a:stretch>
            <a:fillRect/>
          </a:stretch>
        </p:blipFill>
        <p:spPr>
          <a:xfrm>
            <a:off x="4237875" y="1426800"/>
            <a:ext cx="457200" cy="457200"/>
          </a:xfrm>
          <a:prstGeom prst="rect">
            <a:avLst/>
          </a:prstGeom>
          <a:noFill/>
          <a:ln>
            <a:noFill/>
          </a:ln>
        </p:spPr>
      </p:pic>
      <p:sp>
        <p:nvSpPr>
          <p:cNvPr id="292" name="Google Shape;292;p37"/>
          <p:cNvSpPr txBox="1"/>
          <p:nvPr/>
        </p:nvSpPr>
        <p:spPr>
          <a:xfrm>
            <a:off x="4762775" y="1455300"/>
            <a:ext cx="3783300" cy="400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fr">
                <a:solidFill>
                  <a:schemeClr val="lt2"/>
                </a:solidFill>
                <a:latin typeface="Outfit"/>
                <a:ea typeface="Outfit"/>
                <a:cs typeface="Outfit"/>
                <a:sym typeface="Outfit"/>
              </a:rPr>
              <a:t>🙈🤞🏻🤞🏻🤞🏻 okok bon bah bon courage 😘😘 😘</a:t>
            </a:r>
            <a:endParaRPr>
              <a:solidFill>
                <a:schemeClr val="lt2"/>
              </a:solidFill>
              <a:latin typeface="Outfit"/>
              <a:ea typeface="Outfit"/>
              <a:cs typeface="Outfit"/>
              <a:sym typeface="Outfit"/>
            </a:endParaRPr>
          </a:p>
        </p:txBody>
      </p:sp>
      <p:pic>
        <p:nvPicPr>
          <p:cNvPr id="293" name="Google Shape;293;p37"/>
          <p:cNvPicPr preferRelativeResize="0"/>
          <p:nvPr/>
        </p:nvPicPr>
        <p:blipFill>
          <a:blip r:embed="rId6">
            <a:alphaModFix/>
          </a:blip>
          <a:stretch>
            <a:fillRect/>
          </a:stretch>
        </p:blipFill>
        <p:spPr>
          <a:xfrm>
            <a:off x="4237875" y="2205897"/>
            <a:ext cx="4596525" cy="830100"/>
          </a:xfrm>
          <a:prstGeom prst="rect">
            <a:avLst/>
          </a:prstGeom>
          <a:noFill/>
          <a:ln>
            <a:noFill/>
          </a:ln>
        </p:spPr>
      </p:pic>
      <p:pic>
        <p:nvPicPr>
          <p:cNvPr id="294" name="Google Shape;294;p37"/>
          <p:cNvPicPr preferRelativeResize="0"/>
          <p:nvPr/>
        </p:nvPicPr>
        <p:blipFill>
          <a:blip r:embed="rId7">
            <a:alphaModFix/>
          </a:blip>
          <a:stretch>
            <a:fillRect/>
          </a:stretch>
        </p:blipFill>
        <p:spPr>
          <a:xfrm>
            <a:off x="4237872" y="3320197"/>
            <a:ext cx="3179576" cy="1253400"/>
          </a:xfrm>
          <a:prstGeom prst="rect">
            <a:avLst/>
          </a:prstGeom>
          <a:noFill/>
          <a:ln>
            <a:noFill/>
          </a:ln>
        </p:spPr>
      </p:pic>
      <p:pic>
        <p:nvPicPr>
          <p:cNvPr id="295" name="Google Shape;295;p37"/>
          <p:cNvPicPr preferRelativeResize="0"/>
          <p:nvPr/>
        </p:nvPicPr>
        <p:blipFill>
          <a:blip r:embed="rId8">
            <a:alphaModFix/>
          </a:blip>
          <a:stretch>
            <a:fillRect/>
          </a:stretch>
        </p:blipFill>
        <p:spPr>
          <a:xfrm>
            <a:off x="4201362" y="310503"/>
            <a:ext cx="4906125" cy="917162"/>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299"/>
        <p:cNvGrpSpPr/>
        <p:nvPr/>
      </p:nvGrpSpPr>
      <p:grpSpPr>
        <a:xfrm>
          <a:off x="0" y="0"/>
          <a:ext cx="0" cy="0"/>
          <a:chOff x="0" y="0"/>
          <a:chExt cx="0" cy="0"/>
        </a:xfrm>
      </p:grpSpPr>
      <p:sp>
        <p:nvSpPr>
          <p:cNvPr id="300" name="Google Shape;300;p38"/>
          <p:cNvSpPr txBox="1">
            <a:spLocks noGrp="1"/>
          </p:cNvSpPr>
          <p:nvPr>
            <p:ph type="title"/>
          </p:nvPr>
        </p:nvSpPr>
        <p:spPr>
          <a:xfrm>
            <a:off x="310500" y="310500"/>
            <a:ext cx="8523900" cy="323100"/>
          </a:xfrm>
          <a:prstGeom prst="rect">
            <a:avLst/>
          </a:prstGeom>
        </p:spPr>
        <p:txBody>
          <a:bodyPr spcFirstLastPara="1" wrap="square" lIns="0" tIns="0" rIns="0" bIns="0" anchor="t" anchorCtr="0">
            <a:spAutoFit/>
          </a:bodyPr>
          <a:lstStyle/>
          <a:p>
            <a:pPr marL="0" lvl="0" indent="0" algn="l" rtl="0">
              <a:spcBef>
                <a:spcPts val="0"/>
              </a:spcBef>
              <a:spcAft>
                <a:spcPts val="0"/>
              </a:spcAft>
              <a:buNone/>
            </a:pPr>
            <a:r>
              <a:rPr lang="fr"/>
              <a:t>Emojis</a:t>
            </a:r>
            <a:endParaRPr/>
          </a:p>
        </p:txBody>
      </p:sp>
      <p:sp>
        <p:nvSpPr>
          <p:cNvPr id="301" name="Google Shape;301;p38"/>
          <p:cNvSpPr txBox="1">
            <a:spLocks noGrp="1"/>
          </p:cNvSpPr>
          <p:nvPr>
            <p:ph type="body" idx="1"/>
          </p:nvPr>
        </p:nvSpPr>
        <p:spPr>
          <a:xfrm>
            <a:off x="310500" y="747900"/>
            <a:ext cx="8523900" cy="4075800"/>
          </a:xfrm>
          <a:prstGeom prst="rect">
            <a:avLst/>
          </a:prstGeom>
        </p:spPr>
        <p:txBody>
          <a:bodyPr spcFirstLastPara="1" wrap="square" lIns="0" tIns="0" rIns="0" bIns="0" anchor="ctr" anchorCtr="0">
            <a:normAutofit/>
          </a:bodyPr>
          <a:lstStyle/>
          <a:p>
            <a:pPr marL="457200" lvl="0" indent="-317500" algn="l" rtl="0">
              <a:spcBef>
                <a:spcPts val="0"/>
              </a:spcBef>
              <a:spcAft>
                <a:spcPts val="0"/>
              </a:spcAft>
              <a:buClr>
                <a:srgbClr val="0063CB"/>
              </a:buClr>
              <a:buSzPts val="1400"/>
              <a:buChar char="➔"/>
            </a:pPr>
            <a:r>
              <a:rPr lang="fr"/>
              <a:t>Un emoji est plus long qu’il en a l’air</a:t>
            </a:r>
            <a:endParaRPr/>
          </a:p>
          <a:p>
            <a:pPr marL="457200" lvl="0" indent="-317500" algn="l" rtl="0">
              <a:spcBef>
                <a:spcPts val="1000"/>
              </a:spcBef>
              <a:spcAft>
                <a:spcPts val="0"/>
              </a:spcAft>
              <a:buClr>
                <a:srgbClr val="0063CB"/>
              </a:buClr>
              <a:buSzPts val="1400"/>
              <a:buChar char="➔"/>
            </a:pPr>
            <a:r>
              <a:rPr lang="fr"/>
              <a:t>Un emoji peut en cacher un autre</a:t>
            </a:r>
            <a:endParaRPr/>
          </a:p>
          <a:p>
            <a:pPr marL="457200" lvl="0" indent="-317500" algn="l" rtl="0">
              <a:spcBef>
                <a:spcPts val="1000"/>
              </a:spcBef>
              <a:spcAft>
                <a:spcPts val="0"/>
              </a:spcAft>
              <a:buClr>
                <a:srgbClr val="0063CB"/>
              </a:buClr>
              <a:buSzPts val="1400"/>
              <a:buChar char="➔"/>
            </a:pPr>
            <a:r>
              <a:rPr lang="fr"/>
              <a:t>Un emoji n’est pas toujours clair</a:t>
            </a:r>
            <a:endParaRPr/>
          </a:p>
          <a:p>
            <a:pPr marL="457200" lvl="0" indent="-317500" algn="l" rtl="0">
              <a:spcBef>
                <a:spcPts val="1000"/>
              </a:spcBef>
              <a:spcAft>
                <a:spcPts val="0"/>
              </a:spcAft>
              <a:buClr>
                <a:srgbClr val="0063CB"/>
              </a:buClr>
              <a:buSzPts val="1400"/>
              <a:buChar char="➔"/>
            </a:pPr>
            <a:r>
              <a:rPr lang="fr"/>
              <a:t>Un emoji n’est pas toujours visible</a:t>
            </a:r>
            <a:endParaRPr/>
          </a:p>
          <a:p>
            <a:pPr marL="0" lvl="0" indent="0" algn="l" rtl="0">
              <a:spcBef>
                <a:spcPts val="1000"/>
              </a:spcBef>
              <a:spcAft>
                <a:spcPts val="1000"/>
              </a:spcAft>
              <a:buNone/>
            </a:pPr>
            <a:endParaRPr/>
          </a:p>
        </p:txBody>
      </p:sp>
      <p:sp>
        <p:nvSpPr>
          <p:cNvPr id="302" name="Google Shape;302;p38"/>
          <p:cNvSpPr txBox="1">
            <a:spLocks noGrp="1"/>
          </p:cNvSpPr>
          <p:nvPr>
            <p:ph type="body" idx="2"/>
          </p:nvPr>
        </p:nvSpPr>
        <p:spPr>
          <a:xfrm>
            <a:off x="310500" y="4750006"/>
            <a:ext cx="8523900" cy="393600"/>
          </a:xfrm>
          <a:prstGeom prst="rect">
            <a:avLst/>
          </a:prstGeom>
        </p:spPr>
        <p:txBody>
          <a:bodyPr spcFirstLastPara="1" wrap="square" lIns="0" tIns="0" rIns="0" bIns="172800" anchor="b" anchorCtr="0">
            <a:noAutofit/>
          </a:bodyPr>
          <a:lstStyle/>
          <a:p>
            <a:pPr marL="0" lvl="0" indent="0" algn="l" rtl="0">
              <a:spcBef>
                <a:spcPts val="0"/>
              </a:spcBef>
              <a:spcAft>
                <a:spcPts val="400"/>
              </a:spcAft>
              <a:buNone/>
            </a:pPr>
            <a:r>
              <a:rPr lang="fr"/>
              <a:t>Source : Des emojis accessibles  </a:t>
            </a:r>
            <a:r>
              <a:rPr lang="fr" u="sng">
                <a:solidFill>
                  <a:schemeClr val="hlink"/>
                </a:solidFill>
                <a:hlinkClick r:id="rId3"/>
              </a:rPr>
              <a:t>blog.hello-bokeh.fr/2020/07/23/des-emoji-accessibles/</a:t>
            </a:r>
            <a:endParaRPr/>
          </a:p>
        </p:txBody>
      </p:sp>
      <p:sp>
        <p:nvSpPr>
          <p:cNvPr id="303" name="Google Shape;303;p38"/>
          <p:cNvSpPr/>
          <p:nvPr/>
        </p:nvSpPr>
        <p:spPr>
          <a:xfrm>
            <a:off x="4151350" y="1570950"/>
            <a:ext cx="4842600" cy="2001600"/>
          </a:xfrm>
          <a:prstGeom prst="rect">
            <a:avLst/>
          </a:prstGeom>
          <a:solidFill>
            <a:srgbClr val="FFF89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fr" b="1">
                <a:solidFill>
                  <a:schemeClr val="dk1"/>
                </a:solidFill>
                <a:latin typeface="Outfit"/>
                <a:ea typeface="Outfit"/>
                <a:cs typeface="Outfit"/>
                <a:sym typeface="Outfit"/>
              </a:rPr>
              <a:t>À retenir</a:t>
            </a:r>
            <a:endParaRPr b="1">
              <a:solidFill>
                <a:schemeClr val="dk1"/>
              </a:solidFill>
              <a:latin typeface="Outfit"/>
              <a:ea typeface="Outfit"/>
              <a:cs typeface="Outfit"/>
              <a:sym typeface="Outfit"/>
            </a:endParaRPr>
          </a:p>
          <a:p>
            <a:pPr marL="0" lvl="0" indent="0" algn="l" rtl="0">
              <a:spcBef>
                <a:spcPts val="1000"/>
              </a:spcBef>
              <a:spcAft>
                <a:spcPts val="0"/>
              </a:spcAft>
              <a:buNone/>
            </a:pPr>
            <a:r>
              <a:rPr lang="fr">
                <a:solidFill>
                  <a:schemeClr val="dk1"/>
                </a:solidFill>
                <a:latin typeface="Outfit"/>
                <a:ea typeface="Outfit"/>
                <a:cs typeface="Outfit"/>
                <a:sym typeface="Outfit"/>
              </a:rPr>
              <a:t>Utiliser des emojis de temps en temps, c’est ok ✅.</a:t>
            </a:r>
            <a:endParaRPr>
              <a:solidFill>
                <a:schemeClr val="dk1"/>
              </a:solidFill>
              <a:latin typeface="Outfit"/>
              <a:ea typeface="Outfit"/>
              <a:cs typeface="Outfit"/>
              <a:sym typeface="Outfit"/>
            </a:endParaRPr>
          </a:p>
          <a:p>
            <a:pPr marL="0" lvl="0" indent="0" algn="l" rtl="0">
              <a:spcBef>
                <a:spcPts val="1000"/>
              </a:spcBef>
              <a:spcAft>
                <a:spcPts val="0"/>
              </a:spcAft>
              <a:buNone/>
            </a:pPr>
            <a:r>
              <a:rPr lang="fr">
                <a:solidFill>
                  <a:schemeClr val="dk1"/>
                </a:solidFill>
                <a:latin typeface="Outfit"/>
                <a:ea typeface="Outfit"/>
                <a:cs typeface="Outfit"/>
                <a:sym typeface="Outfit"/>
              </a:rPr>
              <a:t>Placer l’émoji de préférence à la fin d’un message 👍.</a:t>
            </a:r>
            <a:endParaRPr>
              <a:solidFill>
                <a:schemeClr val="dk1"/>
              </a:solidFill>
              <a:latin typeface="Outfit"/>
              <a:ea typeface="Outfit"/>
              <a:cs typeface="Outfit"/>
              <a:sym typeface="Outfit"/>
            </a:endParaRPr>
          </a:p>
          <a:p>
            <a:pPr marL="0" lvl="0" indent="0" algn="l" rtl="0">
              <a:spcBef>
                <a:spcPts val="1000"/>
              </a:spcBef>
              <a:spcAft>
                <a:spcPts val="0"/>
              </a:spcAft>
              <a:buNone/>
            </a:pPr>
            <a:r>
              <a:rPr lang="fr">
                <a:solidFill>
                  <a:schemeClr val="dk1"/>
                </a:solidFill>
                <a:latin typeface="Outfit"/>
                <a:ea typeface="Outfit"/>
                <a:cs typeface="Outfit"/>
                <a:sym typeface="Outfit"/>
              </a:rPr>
              <a:t>Mettre les informations importantes avant l’émoji ⬅️.</a:t>
            </a:r>
            <a:endParaRPr>
              <a:solidFill>
                <a:schemeClr val="dk1"/>
              </a:solidFill>
              <a:latin typeface="Outfit"/>
              <a:ea typeface="Outfit"/>
              <a:cs typeface="Outfit"/>
              <a:sym typeface="Outfit"/>
            </a:endParaRPr>
          </a:p>
          <a:p>
            <a:pPr marL="0" lvl="0" indent="0" algn="l" rtl="0">
              <a:spcBef>
                <a:spcPts val="1000"/>
              </a:spcBef>
              <a:spcAft>
                <a:spcPts val="1000"/>
              </a:spcAft>
              <a:buNone/>
            </a:pPr>
            <a:r>
              <a:rPr lang="fr">
                <a:solidFill>
                  <a:schemeClr val="dk1"/>
                </a:solidFill>
                <a:latin typeface="Outfit"/>
                <a:ea typeface="Outfit"/>
                <a:cs typeface="Outfit"/>
                <a:sym typeface="Outfit"/>
              </a:rPr>
              <a:t>S’assurer que le message a du sens même sans emoji 😇.</a:t>
            </a:r>
            <a:endParaRPr>
              <a:solidFill>
                <a:schemeClr val="dk1"/>
              </a:solidFill>
              <a:latin typeface="Outfit"/>
              <a:ea typeface="Outfit"/>
              <a:cs typeface="Outfit"/>
              <a:sym typeface="Outfit"/>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307"/>
        <p:cNvGrpSpPr/>
        <p:nvPr/>
      </p:nvGrpSpPr>
      <p:grpSpPr>
        <a:xfrm>
          <a:off x="0" y="0"/>
          <a:ext cx="0" cy="0"/>
          <a:chOff x="0" y="0"/>
          <a:chExt cx="0" cy="0"/>
        </a:xfrm>
      </p:grpSpPr>
      <p:sp>
        <p:nvSpPr>
          <p:cNvPr id="308" name="Google Shape;308;p39"/>
          <p:cNvSpPr txBox="1">
            <a:spLocks noGrp="1"/>
          </p:cNvSpPr>
          <p:nvPr>
            <p:ph type="title"/>
          </p:nvPr>
        </p:nvSpPr>
        <p:spPr>
          <a:xfrm>
            <a:off x="310500" y="310500"/>
            <a:ext cx="8523900" cy="323100"/>
          </a:xfrm>
          <a:prstGeom prst="rect">
            <a:avLst/>
          </a:prstGeom>
        </p:spPr>
        <p:txBody>
          <a:bodyPr spcFirstLastPara="1" wrap="square" lIns="0" tIns="0" rIns="0" bIns="0" anchor="t" anchorCtr="0">
            <a:spAutoFit/>
          </a:bodyPr>
          <a:lstStyle/>
          <a:p>
            <a:pPr marL="0" lvl="0" indent="0" algn="l" rtl="0">
              <a:spcBef>
                <a:spcPts val="0"/>
              </a:spcBef>
              <a:spcAft>
                <a:spcPts val="0"/>
              </a:spcAft>
              <a:buNone/>
            </a:pPr>
            <a:r>
              <a:rPr lang="fr"/>
              <a:t>Emojis</a:t>
            </a:r>
            <a:endParaRPr/>
          </a:p>
        </p:txBody>
      </p:sp>
      <p:sp>
        <p:nvSpPr>
          <p:cNvPr id="309" name="Google Shape;309;p39"/>
          <p:cNvSpPr txBox="1">
            <a:spLocks noGrp="1"/>
          </p:cNvSpPr>
          <p:nvPr>
            <p:ph type="body" idx="1"/>
          </p:nvPr>
        </p:nvSpPr>
        <p:spPr>
          <a:xfrm>
            <a:off x="310500" y="747900"/>
            <a:ext cx="8523900" cy="4075800"/>
          </a:xfrm>
          <a:prstGeom prst="rect">
            <a:avLst/>
          </a:prstGeom>
        </p:spPr>
        <p:txBody>
          <a:bodyPr spcFirstLastPara="1" wrap="square" lIns="0" tIns="0" rIns="0" bIns="0" anchor="ctr" anchorCtr="0">
            <a:normAutofit/>
          </a:bodyPr>
          <a:lstStyle/>
          <a:p>
            <a:pPr marL="457200" lvl="0" indent="-317500" algn="l" rtl="0">
              <a:spcBef>
                <a:spcPts val="0"/>
              </a:spcBef>
              <a:spcAft>
                <a:spcPts val="0"/>
              </a:spcAft>
              <a:buClr>
                <a:srgbClr val="0063CB"/>
              </a:buClr>
              <a:buSzPts val="1400"/>
              <a:buChar char="➔"/>
            </a:pPr>
            <a:r>
              <a:rPr lang="fr"/>
              <a:t>Un emoji est plus long qu’il en a l’air</a:t>
            </a:r>
            <a:endParaRPr/>
          </a:p>
          <a:p>
            <a:pPr marL="457200" lvl="0" indent="-317500" algn="l" rtl="0">
              <a:spcBef>
                <a:spcPts val="1000"/>
              </a:spcBef>
              <a:spcAft>
                <a:spcPts val="0"/>
              </a:spcAft>
              <a:buClr>
                <a:srgbClr val="0063CB"/>
              </a:buClr>
              <a:buSzPts val="1400"/>
              <a:buChar char="➔"/>
            </a:pPr>
            <a:r>
              <a:rPr lang="fr"/>
              <a:t>Un emoji peut en cacher un autre</a:t>
            </a:r>
            <a:endParaRPr/>
          </a:p>
          <a:p>
            <a:pPr marL="457200" lvl="0" indent="-317500" algn="l" rtl="0">
              <a:spcBef>
                <a:spcPts val="1000"/>
              </a:spcBef>
              <a:spcAft>
                <a:spcPts val="0"/>
              </a:spcAft>
              <a:buClr>
                <a:srgbClr val="0063CB"/>
              </a:buClr>
              <a:buSzPts val="1400"/>
              <a:buChar char="➔"/>
            </a:pPr>
            <a:r>
              <a:rPr lang="fr"/>
              <a:t>Un emoji n’est pas toujours clair</a:t>
            </a:r>
            <a:endParaRPr/>
          </a:p>
          <a:p>
            <a:pPr marL="457200" lvl="0" indent="-317500" algn="l" rtl="0">
              <a:spcBef>
                <a:spcPts val="1000"/>
              </a:spcBef>
              <a:spcAft>
                <a:spcPts val="0"/>
              </a:spcAft>
              <a:buClr>
                <a:srgbClr val="0063CB"/>
              </a:buClr>
              <a:buSzPts val="1400"/>
              <a:buChar char="➔"/>
            </a:pPr>
            <a:r>
              <a:rPr lang="fr"/>
              <a:t>Un emoji n’est pas toujours visible</a:t>
            </a:r>
            <a:endParaRPr/>
          </a:p>
          <a:p>
            <a:pPr marL="0" lvl="0" indent="0" algn="l" rtl="0">
              <a:spcBef>
                <a:spcPts val="1000"/>
              </a:spcBef>
              <a:spcAft>
                <a:spcPts val="1000"/>
              </a:spcAft>
              <a:buNone/>
            </a:pPr>
            <a:endParaRPr/>
          </a:p>
        </p:txBody>
      </p:sp>
      <p:sp>
        <p:nvSpPr>
          <p:cNvPr id="310" name="Google Shape;310;p39"/>
          <p:cNvSpPr txBox="1">
            <a:spLocks noGrp="1"/>
          </p:cNvSpPr>
          <p:nvPr>
            <p:ph type="body" idx="2"/>
          </p:nvPr>
        </p:nvSpPr>
        <p:spPr>
          <a:xfrm>
            <a:off x="310500" y="4750006"/>
            <a:ext cx="8523900" cy="393600"/>
          </a:xfrm>
          <a:prstGeom prst="rect">
            <a:avLst/>
          </a:prstGeom>
        </p:spPr>
        <p:txBody>
          <a:bodyPr spcFirstLastPara="1" wrap="square" lIns="0" tIns="0" rIns="0" bIns="172800" anchor="b" anchorCtr="0">
            <a:noAutofit/>
          </a:bodyPr>
          <a:lstStyle/>
          <a:p>
            <a:pPr marL="0" lvl="0" indent="0" algn="l" rtl="0">
              <a:spcBef>
                <a:spcPts val="0"/>
              </a:spcBef>
              <a:spcAft>
                <a:spcPts val="400"/>
              </a:spcAft>
              <a:buNone/>
            </a:pPr>
            <a:r>
              <a:rPr lang="fr"/>
              <a:t>Source : Des emojis accessibles  </a:t>
            </a:r>
            <a:r>
              <a:rPr lang="fr" u="sng">
                <a:solidFill>
                  <a:schemeClr val="hlink"/>
                </a:solidFill>
                <a:hlinkClick r:id="rId3"/>
              </a:rPr>
              <a:t>blog.hello-bokeh.fr/2020/07/23/des-emoji-accessibles/</a:t>
            </a:r>
            <a:endParaRPr/>
          </a:p>
        </p:txBody>
      </p:sp>
      <p:sp>
        <p:nvSpPr>
          <p:cNvPr id="311" name="Google Shape;311;p39"/>
          <p:cNvSpPr/>
          <p:nvPr/>
        </p:nvSpPr>
        <p:spPr>
          <a:xfrm>
            <a:off x="4151350" y="1570950"/>
            <a:ext cx="4842600" cy="2001600"/>
          </a:xfrm>
          <a:prstGeom prst="rect">
            <a:avLst/>
          </a:prstGeom>
          <a:solidFill>
            <a:srgbClr val="FFF89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fr" b="1">
                <a:solidFill>
                  <a:schemeClr val="dk1"/>
                </a:solidFill>
                <a:latin typeface="Outfit"/>
                <a:ea typeface="Outfit"/>
                <a:cs typeface="Outfit"/>
                <a:sym typeface="Outfit"/>
              </a:rPr>
              <a:t>À retenir</a:t>
            </a:r>
            <a:endParaRPr b="1">
              <a:solidFill>
                <a:schemeClr val="dk1"/>
              </a:solidFill>
              <a:latin typeface="Outfit"/>
              <a:ea typeface="Outfit"/>
              <a:cs typeface="Outfit"/>
              <a:sym typeface="Outfit"/>
            </a:endParaRPr>
          </a:p>
          <a:p>
            <a:pPr marL="0" lvl="0" indent="0" algn="l" rtl="0">
              <a:spcBef>
                <a:spcPts val="1000"/>
              </a:spcBef>
              <a:spcAft>
                <a:spcPts val="0"/>
              </a:spcAft>
              <a:buNone/>
            </a:pPr>
            <a:r>
              <a:rPr lang="fr">
                <a:solidFill>
                  <a:schemeClr val="dk1"/>
                </a:solidFill>
                <a:latin typeface="Outfit"/>
                <a:ea typeface="Outfit"/>
                <a:cs typeface="Outfit"/>
                <a:sym typeface="Outfit"/>
              </a:rPr>
              <a:t>Utiliser des emojis de temps en temps, c’est ok ✅.</a:t>
            </a:r>
            <a:endParaRPr>
              <a:solidFill>
                <a:schemeClr val="dk1"/>
              </a:solidFill>
              <a:latin typeface="Outfit"/>
              <a:ea typeface="Outfit"/>
              <a:cs typeface="Outfit"/>
              <a:sym typeface="Outfit"/>
            </a:endParaRPr>
          </a:p>
          <a:p>
            <a:pPr marL="0" lvl="0" indent="0" algn="l" rtl="0">
              <a:spcBef>
                <a:spcPts val="1000"/>
              </a:spcBef>
              <a:spcAft>
                <a:spcPts val="0"/>
              </a:spcAft>
              <a:buNone/>
            </a:pPr>
            <a:r>
              <a:rPr lang="fr">
                <a:solidFill>
                  <a:schemeClr val="dk1"/>
                </a:solidFill>
                <a:latin typeface="Outfit"/>
                <a:ea typeface="Outfit"/>
                <a:cs typeface="Outfit"/>
                <a:sym typeface="Outfit"/>
              </a:rPr>
              <a:t>Placer l’émoji de préférence à la fin d’un message 👍.</a:t>
            </a:r>
            <a:endParaRPr>
              <a:solidFill>
                <a:schemeClr val="dk1"/>
              </a:solidFill>
              <a:latin typeface="Outfit"/>
              <a:ea typeface="Outfit"/>
              <a:cs typeface="Outfit"/>
              <a:sym typeface="Outfit"/>
            </a:endParaRPr>
          </a:p>
          <a:p>
            <a:pPr marL="0" lvl="0" indent="0" algn="l" rtl="0">
              <a:spcBef>
                <a:spcPts val="1000"/>
              </a:spcBef>
              <a:spcAft>
                <a:spcPts val="0"/>
              </a:spcAft>
              <a:buNone/>
            </a:pPr>
            <a:r>
              <a:rPr lang="fr">
                <a:solidFill>
                  <a:schemeClr val="dk1"/>
                </a:solidFill>
                <a:latin typeface="Outfit"/>
                <a:ea typeface="Outfit"/>
                <a:cs typeface="Outfit"/>
                <a:sym typeface="Outfit"/>
              </a:rPr>
              <a:t>Mettre les informations importantes avant l’émoji ⬅️.</a:t>
            </a:r>
            <a:endParaRPr>
              <a:solidFill>
                <a:schemeClr val="dk1"/>
              </a:solidFill>
              <a:latin typeface="Outfit"/>
              <a:ea typeface="Outfit"/>
              <a:cs typeface="Outfit"/>
              <a:sym typeface="Outfit"/>
            </a:endParaRPr>
          </a:p>
          <a:p>
            <a:pPr marL="0" lvl="0" indent="0" algn="l" rtl="0">
              <a:spcBef>
                <a:spcPts val="1000"/>
              </a:spcBef>
              <a:spcAft>
                <a:spcPts val="1000"/>
              </a:spcAft>
              <a:buNone/>
            </a:pPr>
            <a:r>
              <a:rPr lang="fr">
                <a:solidFill>
                  <a:schemeClr val="dk1"/>
                </a:solidFill>
                <a:latin typeface="Outfit"/>
                <a:ea typeface="Outfit"/>
                <a:cs typeface="Outfit"/>
                <a:sym typeface="Outfit"/>
              </a:rPr>
              <a:t>S’assurer que le message a du sens même sans emoji 😇.</a:t>
            </a:r>
            <a:endParaRPr>
              <a:solidFill>
                <a:schemeClr val="dk1"/>
              </a:solidFill>
              <a:latin typeface="Outfit"/>
              <a:ea typeface="Outfit"/>
              <a:cs typeface="Outfit"/>
              <a:sym typeface="Outfit"/>
            </a:endParaRPr>
          </a:p>
        </p:txBody>
      </p:sp>
      <p:sp>
        <p:nvSpPr>
          <p:cNvPr id="312" name="Google Shape;312;p39"/>
          <p:cNvSpPr txBox="1"/>
          <p:nvPr/>
        </p:nvSpPr>
        <p:spPr>
          <a:xfrm>
            <a:off x="310500" y="3572550"/>
            <a:ext cx="6910800" cy="941400"/>
          </a:xfrm>
          <a:prstGeom prst="rect">
            <a:avLst/>
          </a:prstGeom>
          <a:noFill/>
          <a:ln>
            <a:noFill/>
          </a:ln>
        </p:spPr>
        <p:txBody>
          <a:bodyPr spcFirstLastPara="1" wrap="square" lIns="91425" tIns="91425" rIns="91425" bIns="91425" anchor="t" anchorCtr="0">
            <a:noAutofit/>
          </a:bodyPr>
          <a:lstStyle/>
          <a:p>
            <a:pPr marL="0" lvl="0" indent="0" algn="l" rtl="0">
              <a:lnSpc>
                <a:spcPct val="150000"/>
              </a:lnSpc>
              <a:spcBef>
                <a:spcPts val="0"/>
              </a:spcBef>
              <a:spcAft>
                <a:spcPts val="0"/>
              </a:spcAft>
              <a:buNone/>
            </a:pPr>
            <a:r>
              <a:rPr lang="fr" sz="1200" b="1">
                <a:solidFill>
                  <a:schemeClr val="dk1"/>
                </a:solidFill>
                <a:latin typeface="Outfit"/>
                <a:ea typeface="Outfit"/>
                <a:cs typeface="Outfit"/>
                <a:sym typeface="Outfit"/>
              </a:rPr>
              <a:t>Note</a:t>
            </a:r>
            <a:r>
              <a:rPr lang="fr" sz="1200">
                <a:solidFill>
                  <a:schemeClr val="dk1"/>
                </a:solidFill>
                <a:latin typeface="Outfit"/>
                <a:ea typeface="Outfit"/>
                <a:cs typeface="Outfit"/>
                <a:sym typeface="Outfit"/>
              </a:rPr>
              <a:t> : </a:t>
            </a:r>
            <a:endParaRPr sz="1200">
              <a:solidFill>
                <a:schemeClr val="dk1"/>
              </a:solidFill>
              <a:latin typeface="Outfit"/>
              <a:ea typeface="Outfit"/>
              <a:cs typeface="Outfit"/>
              <a:sym typeface="Outfit"/>
            </a:endParaRPr>
          </a:p>
          <a:p>
            <a:pPr marL="0" lvl="0" indent="0" algn="l" rtl="0">
              <a:lnSpc>
                <a:spcPct val="150000"/>
              </a:lnSpc>
              <a:spcBef>
                <a:spcPts val="0"/>
              </a:spcBef>
              <a:spcAft>
                <a:spcPts val="0"/>
              </a:spcAft>
              <a:buNone/>
            </a:pPr>
            <a:r>
              <a:rPr lang="fr" sz="1200">
                <a:solidFill>
                  <a:schemeClr val="dk1"/>
                </a:solidFill>
                <a:latin typeface="Outfit"/>
                <a:ea typeface="Outfit"/>
                <a:cs typeface="Outfit"/>
                <a:sym typeface="Outfit"/>
              </a:rPr>
              <a:t>Sur le web, stratégie différente : on peut rendre les emojis silencieux pour les lecteurs d’écran :</a:t>
            </a:r>
            <a:endParaRPr sz="1200">
              <a:solidFill>
                <a:schemeClr val="dk1"/>
              </a:solidFill>
              <a:latin typeface="Outfit"/>
              <a:ea typeface="Outfit"/>
              <a:cs typeface="Outfit"/>
              <a:sym typeface="Outfit"/>
            </a:endParaRPr>
          </a:p>
          <a:p>
            <a:pPr marL="0" lvl="0" indent="0" algn="l" rtl="0">
              <a:lnSpc>
                <a:spcPct val="150000"/>
              </a:lnSpc>
              <a:spcBef>
                <a:spcPts val="0"/>
              </a:spcBef>
              <a:spcAft>
                <a:spcPts val="0"/>
              </a:spcAft>
              <a:buNone/>
            </a:pPr>
            <a:r>
              <a:rPr lang="fr" sz="1200">
                <a:solidFill>
                  <a:schemeClr val="dk1"/>
                </a:solidFill>
                <a:highlight>
                  <a:schemeClr val="lt1"/>
                </a:highlight>
                <a:latin typeface="Courier New"/>
                <a:ea typeface="Courier New"/>
                <a:cs typeface="Courier New"/>
                <a:sym typeface="Courier New"/>
              </a:rPr>
              <a:t>&lt;span aria-hidden=”true”&gt;🤩&lt;/span&gt;</a:t>
            </a:r>
            <a:endParaRPr sz="1200">
              <a:solidFill>
                <a:schemeClr val="dk1"/>
              </a:solidFill>
              <a:highlight>
                <a:schemeClr val="lt1"/>
              </a:highlight>
              <a:latin typeface="Courier New"/>
              <a:ea typeface="Courier New"/>
              <a:cs typeface="Courier New"/>
              <a:sym typeface="Courier New"/>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316"/>
        <p:cNvGrpSpPr/>
        <p:nvPr/>
      </p:nvGrpSpPr>
      <p:grpSpPr>
        <a:xfrm>
          <a:off x="0" y="0"/>
          <a:ext cx="0" cy="0"/>
          <a:chOff x="0" y="0"/>
          <a:chExt cx="0" cy="0"/>
        </a:xfrm>
      </p:grpSpPr>
      <p:sp>
        <p:nvSpPr>
          <p:cNvPr id="317" name="Google Shape;317;p40"/>
          <p:cNvSpPr txBox="1">
            <a:spLocks noGrp="1"/>
          </p:cNvSpPr>
          <p:nvPr>
            <p:ph type="title"/>
          </p:nvPr>
        </p:nvSpPr>
        <p:spPr>
          <a:xfrm>
            <a:off x="310500" y="310500"/>
            <a:ext cx="8523900" cy="323100"/>
          </a:xfrm>
          <a:prstGeom prst="rect">
            <a:avLst/>
          </a:prstGeom>
        </p:spPr>
        <p:txBody>
          <a:bodyPr spcFirstLastPara="1" wrap="square" lIns="0" tIns="0" rIns="0" bIns="0" anchor="t" anchorCtr="0">
            <a:spAutoFit/>
          </a:bodyPr>
          <a:lstStyle/>
          <a:p>
            <a:pPr marL="0" lvl="0" indent="0" algn="l" rtl="0">
              <a:spcBef>
                <a:spcPts val="0"/>
              </a:spcBef>
              <a:spcAft>
                <a:spcPts val="0"/>
              </a:spcAft>
              <a:buNone/>
            </a:pPr>
            <a:r>
              <a:rPr lang="fr"/>
              <a:t>Hashtags</a:t>
            </a:r>
            <a:endParaRPr/>
          </a:p>
        </p:txBody>
      </p:sp>
      <p:sp>
        <p:nvSpPr>
          <p:cNvPr id="318" name="Google Shape;318;p40"/>
          <p:cNvSpPr txBox="1">
            <a:spLocks noGrp="1"/>
          </p:cNvSpPr>
          <p:nvPr>
            <p:ph type="body" idx="1"/>
          </p:nvPr>
        </p:nvSpPr>
        <p:spPr>
          <a:xfrm>
            <a:off x="310500" y="747900"/>
            <a:ext cx="8523900" cy="4075800"/>
          </a:xfrm>
          <a:prstGeom prst="rect">
            <a:avLst/>
          </a:prstGeom>
        </p:spPr>
        <p:txBody>
          <a:bodyPr spcFirstLastPara="1" wrap="square" lIns="0" tIns="0" rIns="0" bIns="0" anchor="ctr" anchorCtr="0">
            <a:normAutofit/>
          </a:bodyPr>
          <a:lstStyle/>
          <a:p>
            <a:pPr marL="0" lvl="0" indent="0" algn="l" rtl="0">
              <a:spcBef>
                <a:spcPts val="0"/>
              </a:spcBef>
              <a:spcAft>
                <a:spcPts val="0"/>
              </a:spcAft>
              <a:buNone/>
            </a:pPr>
            <a:r>
              <a:rPr lang="fr"/>
              <a:t>Les hashtags en </a:t>
            </a:r>
            <a:r>
              <a:rPr lang="fr" b="1"/>
              <a:t>#CamelCase</a:t>
            </a:r>
            <a:endParaRPr b="1"/>
          </a:p>
          <a:p>
            <a:pPr marL="457200" lvl="0" indent="-317500" algn="l" rtl="0">
              <a:spcBef>
                <a:spcPts val="1000"/>
              </a:spcBef>
              <a:spcAft>
                <a:spcPts val="0"/>
              </a:spcAft>
              <a:buClr>
                <a:srgbClr val="0063CB"/>
              </a:buClr>
              <a:buSzPts val="1400"/>
              <a:buChar char="➔"/>
            </a:pPr>
            <a:r>
              <a:rPr lang="fr"/>
              <a:t>sont plus facile à lire</a:t>
            </a:r>
            <a:endParaRPr/>
          </a:p>
          <a:p>
            <a:pPr marL="457200" lvl="0" indent="-317500" algn="l" rtl="0">
              <a:spcBef>
                <a:spcPts val="1000"/>
              </a:spcBef>
              <a:spcAft>
                <a:spcPts val="0"/>
              </a:spcAft>
              <a:buClr>
                <a:srgbClr val="0063CB"/>
              </a:buClr>
              <a:buSzPts val="1400"/>
              <a:buChar char="➔"/>
            </a:pPr>
            <a:r>
              <a:rPr lang="fr"/>
              <a:t>peuvent être lu par des lecteurs d’écrans</a:t>
            </a:r>
            <a:endParaRPr/>
          </a:p>
          <a:p>
            <a:pPr marL="457200" lvl="0" indent="-317500" algn="l" rtl="0">
              <a:spcBef>
                <a:spcPts val="1000"/>
              </a:spcBef>
              <a:spcAft>
                <a:spcPts val="0"/>
              </a:spcAft>
              <a:buClr>
                <a:srgbClr val="0063CB"/>
              </a:buClr>
              <a:buSzPts val="1400"/>
              <a:buChar char="➔"/>
            </a:pPr>
            <a:r>
              <a:rPr lang="fr"/>
              <a:t>ne risquent pas de déformer le message</a:t>
            </a:r>
            <a:endParaRPr/>
          </a:p>
          <a:p>
            <a:pPr marL="0" lvl="0" indent="0" algn="l" rtl="0">
              <a:spcBef>
                <a:spcPts val="1000"/>
              </a:spcBef>
              <a:spcAft>
                <a:spcPts val="0"/>
              </a:spcAft>
              <a:buNone/>
            </a:pPr>
            <a:endParaRPr/>
          </a:p>
          <a:p>
            <a:pPr marL="0" lvl="0" indent="0" algn="l" rtl="0">
              <a:spcBef>
                <a:spcPts val="1200"/>
              </a:spcBef>
              <a:spcAft>
                <a:spcPts val="0"/>
              </a:spcAft>
              <a:buNone/>
            </a:pPr>
            <a:endParaRPr/>
          </a:p>
          <a:p>
            <a:pPr marL="0" lvl="0" indent="0" algn="l" rtl="0">
              <a:spcBef>
                <a:spcPts val="1200"/>
              </a:spcBef>
              <a:spcAft>
                <a:spcPts val="0"/>
              </a:spcAft>
              <a:buNone/>
            </a:pPr>
            <a:endParaRPr/>
          </a:p>
          <a:p>
            <a:pPr marL="0" lvl="0" indent="0" algn="l" rtl="0">
              <a:spcBef>
                <a:spcPts val="1200"/>
              </a:spcBef>
              <a:spcAft>
                <a:spcPts val="0"/>
              </a:spcAft>
              <a:buNone/>
            </a:pPr>
            <a:endParaRPr/>
          </a:p>
          <a:p>
            <a:pPr marL="0" lvl="0" indent="0" algn="l" rtl="0">
              <a:spcBef>
                <a:spcPts val="1200"/>
              </a:spcBef>
              <a:spcAft>
                <a:spcPts val="1200"/>
              </a:spcAft>
              <a:buNone/>
            </a:pPr>
            <a:endParaRPr/>
          </a:p>
        </p:txBody>
      </p:sp>
      <p:sp>
        <p:nvSpPr>
          <p:cNvPr id="319" name="Google Shape;319;p40"/>
          <p:cNvSpPr txBox="1">
            <a:spLocks noGrp="1"/>
          </p:cNvSpPr>
          <p:nvPr>
            <p:ph type="body" idx="2"/>
          </p:nvPr>
        </p:nvSpPr>
        <p:spPr>
          <a:xfrm>
            <a:off x="310500" y="4750006"/>
            <a:ext cx="8523900" cy="393600"/>
          </a:xfrm>
          <a:prstGeom prst="rect">
            <a:avLst/>
          </a:prstGeom>
        </p:spPr>
        <p:txBody>
          <a:bodyPr spcFirstLastPara="1" wrap="square" lIns="0" tIns="0" rIns="0" bIns="172800" anchor="b" anchorCtr="0">
            <a:noAutofit/>
          </a:bodyPr>
          <a:lstStyle/>
          <a:p>
            <a:pPr marL="0" lvl="0" indent="0" algn="l" rtl="0">
              <a:spcBef>
                <a:spcPts val="0"/>
              </a:spcBef>
              <a:spcAft>
                <a:spcPts val="400"/>
              </a:spcAft>
              <a:buNone/>
            </a:pPr>
            <a:r>
              <a:rPr lang="fr"/>
              <a:t>Source : Formatting Hashtags </a:t>
            </a:r>
            <a:r>
              <a:rPr lang="fr" u="sng">
                <a:solidFill>
                  <a:schemeClr val="hlink"/>
                </a:solidFill>
                <a:hlinkClick r:id="rId3"/>
              </a:rPr>
              <a:t>accessible-social.com/copy-and-formatting/hashtags</a:t>
            </a:r>
            <a:endParaRPr/>
          </a:p>
        </p:txBody>
      </p:sp>
      <p:pic>
        <p:nvPicPr>
          <p:cNvPr id="320" name="Google Shape;320;p40"/>
          <p:cNvPicPr preferRelativeResize="0"/>
          <p:nvPr/>
        </p:nvPicPr>
        <p:blipFill>
          <a:blip r:embed="rId4">
            <a:alphaModFix/>
          </a:blip>
          <a:stretch>
            <a:fillRect/>
          </a:stretch>
        </p:blipFill>
        <p:spPr>
          <a:xfrm>
            <a:off x="310500" y="2609175"/>
            <a:ext cx="3616574" cy="1827325"/>
          </a:xfrm>
          <a:prstGeom prst="rect">
            <a:avLst/>
          </a:prstGeom>
          <a:noFill/>
          <a:ln>
            <a:noFill/>
          </a:ln>
        </p:spPr>
      </p:pic>
      <p:sp>
        <p:nvSpPr>
          <p:cNvPr id="321" name="Google Shape;321;p40"/>
          <p:cNvSpPr/>
          <p:nvPr/>
        </p:nvSpPr>
        <p:spPr>
          <a:xfrm>
            <a:off x="4789100" y="2134500"/>
            <a:ext cx="4128300" cy="1302600"/>
          </a:xfrm>
          <a:prstGeom prst="rect">
            <a:avLst/>
          </a:prstGeom>
          <a:solidFill>
            <a:srgbClr val="FFF89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fr" b="1">
                <a:solidFill>
                  <a:schemeClr val="dk1"/>
                </a:solidFill>
                <a:latin typeface="Outfit"/>
                <a:ea typeface="Outfit"/>
                <a:cs typeface="Outfit"/>
                <a:sym typeface="Outfit"/>
              </a:rPr>
              <a:t>À retenir</a:t>
            </a:r>
            <a:endParaRPr b="1">
              <a:solidFill>
                <a:schemeClr val="dk1"/>
              </a:solidFill>
              <a:latin typeface="Outfit"/>
              <a:ea typeface="Outfit"/>
              <a:cs typeface="Outfit"/>
              <a:sym typeface="Outfit"/>
            </a:endParaRPr>
          </a:p>
          <a:p>
            <a:pPr marL="0" lvl="0" indent="0" algn="l" rtl="0">
              <a:spcBef>
                <a:spcPts val="1000"/>
              </a:spcBef>
              <a:spcAft>
                <a:spcPts val="1000"/>
              </a:spcAft>
              <a:buNone/>
            </a:pPr>
            <a:r>
              <a:rPr lang="fr">
                <a:solidFill>
                  <a:schemeClr val="dk1"/>
                </a:solidFill>
                <a:latin typeface="Outfit"/>
                <a:ea typeface="Outfit"/>
                <a:cs typeface="Outfit"/>
                <a:sym typeface="Outfit"/>
              </a:rPr>
              <a:t>Mettre une majuscule aux premières lettres de chaque mots d’un hashtag</a:t>
            </a:r>
            <a:endParaRPr>
              <a:solidFill>
                <a:schemeClr val="dk1"/>
              </a:solidFill>
              <a:latin typeface="Outfit"/>
              <a:ea typeface="Outfit"/>
              <a:cs typeface="Outfit"/>
              <a:sym typeface="Outfit"/>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2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325"/>
        <p:cNvGrpSpPr/>
        <p:nvPr/>
      </p:nvGrpSpPr>
      <p:grpSpPr>
        <a:xfrm>
          <a:off x="0" y="0"/>
          <a:ext cx="0" cy="0"/>
          <a:chOff x="0" y="0"/>
          <a:chExt cx="0" cy="0"/>
        </a:xfrm>
      </p:grpSpPr>
      <p:sp>
        <p:nvSpPr>
          <p:cNvPr id="326" name="Google Shape;326;p41"/>
          <p:cNvSpPr txBox="1">
            <a:spLocks noGrp="1"/>
          </p:cNvSpPr>
          <p:nvPr>
            <p:ph type="title"/>
          </p:nvPr>
        </p:nvSpPr>
        <p:spPr>
          <a:xfrm>
            <a:off x="310500" y="310500"/>
            <a:ext cx="8523900" cy="323100"/>
          </a:xfrm>
          <a:prstGeom prst="rect">
            <a:avLst/>
          </a:prstGeom>
        </p:spPr>
        <p:txBody>
          <a:bodyPr spcFirstLastPara="1" wrap="square" lIns="0" tIns="0" rIns="0" bIns="0" anchor="t" anchorCtr="0">
            <a:spAutoFit/>
          </a:bodyPr>
          <a:lstStyle/>
          <a:p>
            <a:pPr marL="0" lvl="0" indent="0" algn="l" rtl="0">
              <a:spcBef>
                <a:spcPts val="0"/>
              </a:spcBef>
              <a:spcAft>
                <a:spcPts val="0"/>
              </a:spcAft>
              <a:buNone/>
            </a:pPr>
            <a:r>
              <a:rPr lang="fr"/>
              <a:t>Caractères spéciaux</a:t>
            </a:r>
            <a:endParaRPr/>
          </a:p>
        </p:txBody>
      </p:sp>
      <p:pic>
        <p:nvPicPr>
          <p:cNvPr id="327" name="Google Shape;327;p41"/>
          <p:cNvPicPr preferRelativeResize="0"/>
          <p:nvPr/>
        </p:nvPicPr>
        <p:blipFill>
          <a:blip r:embed="rId3">
            <a:alphaModFix/>
          </a:blip>
          <a:stretch>
            <a:fillRect/>
          </a:stretch>
        </p:blipFill>
        <p:spPr>
          <a:xfrm>
            <a:off x="226700" y="747902"/>
            <a:ext cx="4475875" cy="2532923"/>
          </a:xfrm>
          <a:prstGeom prst="rect">
            <a:avLst/>
          </a:prstGeom>
          <a:noFill/>
          <a:ln w="19050" cap="flat" cmpd="sng">
            <a:solidFill>
              <a:srgbClr val="B7B7B7"/>
            </a:solidFill>
            <a:prstDash val="solid"/>
            <a:round/>
            <a:headEnd type="none" w="sm" len="sm"/>
            <a:tailEnd type="none" w="sm" len="sm"/>
          </a:ln>
        </p:spPr>
      </p:pic>
      <p:pic>
        <p:nvPicPr>
          <p:cNvPr id="328" name="Google Shape;328;p41" title="Capture d’écran 2025-03-28 à 13.37.25.png"/>
          <p:cNvPicPr preferRelativeResize="0"/>
          <p:nvPr/>
        </p:nvPicPr>
        <p:blipFill>
          <a:blip r:embed="rId4">
            <a:alphaModFix/>
          </a:blip>
          <a:stretch>
            <a:fillRect/>
          </a:stretch>
        </p:blipFill>
        <p:spPr>
          <a:xfrm>
            <a:off x="977150" y="2843625"/>
            <a:ext cx="4450793" cy="2129725"/>
          </a:xfrm>
          <a:prstGeom prst="rect">
            <a:avLst/>
          </a:prstGeom>
          <a:noFill/>
          <a:ln w="19050" cap="flat" cmpd="sng">
            <a:solidFill>
              <a:srgbClr val="B7B7B7"/>
            </a:solidFill>
            <a:prstDash val="solid"/>
            <a:round/>
            <a:headEnd type="none" w="sm" len="sm"/>
            <a:tailEnd type="none" w="sm" len="sm"/>
          </a:ln>
        </p:spPr>
      </p:pic>
      <p:pic>
        <p:nvPicPr>
          <p:cNvPr id="329" name="Google Shape;329;p41"/>
          <p:cNvPicPr preferRelativeResize="0"/>
          <p:nvPr/>
        </p:nvPicPr>
        <p:blipFill>
          <a:blip r:embed="rId5">
            <a:alphaModFix/>
          </a:blip>
          <a:stretch>
            <a:fillRect/>
          </a:stretch>
        </p:blipFill>
        <p:spPr>
          <a:xfrm>
            <a:off x="167725" y="3677228"/>
            <a:ext cx="4593825" cy="690807"/>
          </a:xfrm>
          <a:prstGeom prst="rect">
            <a:avLst/>
          </a:prstGeom>
          <a:noFill/>
          <a:ln w="19050" cap="flat" cmpd="sng">
            <a:solidFill>
              <a:srgbClr val="B7B7B7"/>
            </a:solidFill>
            <a:prstDash val="solid"/>
            <a:round/>
            <a:headEnd type="none" w="sm" len="sm"/>
            <a:tailEnd type="none" w="sm" len="sm"/>
          </a:ln>
        </p:spPr>
      </p:pic>
      <p:pic>
        <p:nvPicPr>
          <p:cNvPr id="330" name="Google Shape;330;p41" title="Capture d’écran 2025-03-28 à 13.39.43.png"/>
          <p:cNvPicPr preferRelativeResize="0"/>
          <p:nvPr/>
        </p:nvPicPr>
        <p:blipFill>
          <a:blip r:embed="rId6">
            <a:alphaModFix/>
          </a:blip>
          <a:stretch>
            <a:fillRect/>
          </a:stretch>
        </p:blipFill>
        <p:spPr>
          <a:xfrm>
            <a:off x="4632600" y="4029513"/>
            <a:ext cx="4511399" cy="1301000"/>
          </a:xfrm>
          <a:prstGeom prst="rect">
            <a:avLst/>
          </a:prstGeom>
          <a:noFill/>
          <a:ln w="19050" cap="flat" cmpd="sng">
            <a:solidFill>
              <a:srgbClr val="B7B7B7"/>
            </a:solidFill>
            <a:prstDash val="solid"/>
            <a:round/>
            <a:headEnd type="none" w="sm" len="sm"/>
            <a:tailEnd type="none" w="sm" len="sm"/>
          </a:ln>
        </p:spPr>
      </p:pic>
      <p:pic>
        <p:nvPicPr>
          <p:cNvPr id="331" name="Google Shape;331;p41"/>
          <p:cNvPicPr preferRelativeResize="0"/>
          <p:nvPr/>
        </p:nvPicPr>
        <p:blipFill>
          <a:blip r:embed="rId7">
            <a:alphaModFix/>
          </a:blip>
          <a:stretch>
            <a:fillRect/>
          </a:stretch>
        </p:blipFill>
        <p:spPr>
          <a:xfrm>
            <a:off x="5589218" y="440250"/>
            <a:ext cx="2838024" cy="3236963"/>
          </a:xfrm>
          <a:prstGeom prst="rect">
            <a:avLst/>
          </a:prstGeom>
          <a:noFill/>
          <a:ln w="152400" cap="flat" cmpd="sng">
            <a:solidFill>
              <a:srgbClr val="000000"/>
            </a:solidFill>
            <a:prstDash val="solid"/>
            <a:round/>
            <a:headEnd type="none" w="sm" len="sm"/>
            <a:tailEnd type="none" w="sm" len="sm"/>
          </a:ln>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335"/>
        <p:cNvGrpSpPr/>
        <p:nvPr/>
      </p:nvGrpSpPr>
      <p:grpSpPr>
        <a:xfrm>
          <a:off x="0" y="0"/>
          <a:ext cx="0" cy="0"/>
          <a:chOff x="0" y="0"/>
          <a:chExt cx="0" cy="0"/>
        </a:xfrm>
      </p:grpSpPr>
      <p:sp>
        <p:nvSpPr>
          <p:cNvPr id="336" name="Google Shape;336;p42"/>
          <p:cNvSpPr txBox="1">
            <a:spLocks noGrp="1"/>
          </p:cNvSpPr>
          <p:nvPr>
            <p:ph type="title"/>
          </p:nvPr>
        </p:nvSpPr>
        <p:spPr>
          <a:xfrm>
            <a:off x="310500" y="310500"/>
            <a:ext cx="8523900" cy="323100"/>
          </a:xfrm>
          <a:prstGeom prst="rect">
            <a:avLst/>
          </a:prstGeom>
        </p:spPr>
        <p:txBody>
          <a:bodyPr spcFirstLastPara="1" wrap="square" lIns="0" tIns="0" rIns="0" bIns="0" anchor="t" anchorCtr="0">
            <a:spAutoFit/>
          </a:bodyPr>
          <a:lstStyle/>
          <a:p>
            <a:pPr marL="0" lvl="0" indent="0" algn="l" rtl="0">
              <a:spcBef>
                <a:spcPts val="0"/>
              </a:spcBef>
              <a:spcAft>
                <a:spcPts val="0"/>
              </a:spcAft>
              <a:buNone/>
            </a:pPr>
            <a:r>
              <a:rPr lang="fr"/>
              <a:t>Caractères spéciaux</a:t>
            </a:r>
            <a:endParaRPr/>
          </a:p>
        </p:txBody>
      </p:sp>
      <p:sp>
        <p:nvSpPr>
          <p:cNvPr id="337" name="Google Shape;337;p42"/>
          <p:cNvSpPr txBox="1">
            <a:spLocks noGrp="1"/>
          </p:cNvSpPr>
          <p:nvPr>
            <p:ph type="body" idx="1"/>
          </p:nvPr>
        </p:nvSpPr>
        <p:spPr>
          <a:xfrm>
            <a:off x="310500" y="1038225"/>
            <a:ext cx="3633600" cy="1796100"/>
          </a:xfrm>
          <a:prstGeom prst="rect">
            <a:avLst/>
          </a:prstGeom>
        </p:spPr>
        <p:txBody>
          <a:bodyPr spcFirstLastPara="1" wrap="square" lIns="0" tIns="0" rIns="0" bIns="0" anchor="t" anchorCtr="0">
            <a:normAutofit/>
          </a:bodyPr>
          <a:lstStyle/>
          <a:p>
            <a:pPr marL="0" lvl="0" indent="0" algn="l" rtl="0">
              <a:spcBef>
                <a:spcPts val="0"/>
              </a:spcBef>
              <a:spcAft>
                <a:spcPts val="0"/>
              </a:spcAft>
              <a:buNone/>
            </a:pPr>
            <a:r>
              <a:rPr lang="fr"/>
              <a:t>Les caractères spéciaux ne sont </a:t>
            </a:r>
            <a:endParaRPr/>
          </a:p>
          <a:p>
            <a:pPr marL="457200" lvl="0" indent="-317500" algn="l" rtl="0">
              <a:spcBef>
                <a:spcPts val="1000"/>
              </a:spcBef>
              <a:spcAft>
                <a:spcPts val="0"/>
              </a:spcAft>
              <a:buClr>
                <a:srgbClr val="0063CB"/>
              </a:buClr>
              <a:buSzPts val="1400"/>
              <a:buChar char="➔"/>
            </a:pPr>
            <a:r>
              <a:rPr lang="fr"/>
              <a:t>pas reconnus (ou mal reconnus) par les lecteurs d’écrans</a:t>
            </a:r>
            <a:endParaRPr/>
          </a:p>
          <a:p>
            <a:pPr marL="457200" lvl="0" indent="-317500" algn="l" rtl="0">
              <a:spcBef>
                <a:spcPts val="1000"/>
              </a:spcBef>
              <a:spcAft>
                <a:spcPts val="0"/>
              </a:spcAft>
              <a:buClr>
                <a:srgbClr val="0063CB"/>
              </a:buClr>
              <a:buSzPts val="1400"/>
              <a:buChar char="➔"/>
            </a:pPr>
            <a:r>
              <a:rPr lang="fr"/>
              <a:t>pas traduisibles</a:t>
            </a:r>
            <a:endParaRPr/>
          </a:p>
          <a:p>
            <a:pPr marL="0" lvl="0" indent="0" algn="l" rtl="0">
              <a:spcBef>
                <a:spcPts val="1000"/>
              </a:spcBef>
              <a:spcAft>
                <a:spcPts val="1200"/>
              </a:spcAft>
              <a:buNone/>
            </a:pPr>
            <a:endParaRPr/>
          </a:p>
        </p:txBody>
      </p:sp>
      <p:sp>
        <p:nvSpPr>
          <p:cNvPr id="338" name="Google Shape;338;p42"/>
          <p:cNvSpPr txBox="1">
            <a:spLocks noGrp="1"/>
          </p:cNvSpPr>
          <p:nvPr>
            <p:ph type="body" idx="2"/>
          </p:nvPr>
        </p:nvSpPr>
        <p:spPr>
          <a:xfrm>
            <a:off x="310500" y="4750006"/>
            <a:ext cx="8523900" cy="393600"/>
          </a:xfrm>
          <a:prstGeom prst="rect">
            <a:avLst/>
          </a:prstGeom>
        </p:spPr>
        <p:txBody>
          <a:bodyPr spcFirstLastPara="1" wrap="square" lIns="0" tIns="0" rIns="0" bIns="172800" anchor="b" anchorCtr="0">
            <a:noAutofit/>
          </a:bodyPr>
          <a:lstStyle/>
          <a:p>
            <a:pPr marL="0" lvl="0" indent="0" algn="l" rtl="0">
              <a:spcBef>
                <a:spcPts val="0"/>
              </a:spcBef>
              <a:spcAft>
                <a:spcPts val="400"/>
              </a:spcAft>
              <a:buNone/>
            </a:pPr>
            <a:r>
              <a:rPr lang="fr"/>
              <a:t>Source : le détournement des caractères Unicode, fléau pour l’accessibilité du web </a:t>
            </a:r>
            <a:r>
              <a:rPr lang="fr" u="sng">
                <a:solidFill>
                  <a:schemeClr val="hlink"/>
                </a:solidFill>
                <a:hlinkClick r:id="rId3"/>
              </a:rPr>
              <a:t>lalutineduweb.fr/detournement-unicode-emojis-accessibilite/</a:t>
            </a:r>
            <a:endParaRPr/>
          </a:p>
        </p:txBody>
      </p:sp>
      <p:sp>
        <p:nvSpPr>
          <p:cNvPr id="339" name="Google Shape;339;p42"/>
          <p:cNvSpPr/>
          <p:nvPr/>
        </p:nvSpPr>
        <p:spPr>
          <a:xfrm>
            <a:off x="310500" y="2978825"/>
            <a:ext cx="3530400" cy="1134900"/>
          </a:xfrm>
          <a:prstGeom prst="rect">
            <a:avLst/>
          </a:prstGeom>
          <a:solidFill>
            <a:srgbClr val="FFF89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fr" b="1">
                <a:solidFill>
                  <a:schemeClr val="dk1"/>
                </a:solidFill>
                <a:latin typeface="Outfit"/>
                <a:ea typeface="Outfit"/>
                <a:cs typeface="Outfit"/>
                <a:sym typeface="Outfit"/>
              </a:rPr>
              <a:t>À retenir</a:t>
            </a:r>
            <a:endParaRPr b="1">
              <a:solidFill>
                <a:schemeClr val="dk1"/>
              </a:solidFill>
              <a:latin typeface="Outfit"/>
              <a:ea typeface="Outfit"/>
              <a:cs typeface="Outfit"/>
              <a:sym typeface="Outfit"/>
            </a:endParaRPr>
          </a:p>
          <a:p>
            <a:pPr marL="0" lvl="0" indent="0" algn="l" rtl="0">
              <a:spcBef>
                <a:spcPts val="1000"/>
              </a:spcBef>
              <a:spcAft>
                <a:spcPts val="1000"/>
              </a:spcAft>
              <a:buNone/>
            </a:pPr>
            <a:r>
              <a:rPr lang="fr">
                <a:solidFill>
                  <a:schemeClr val="dk1"/>
                </a:solidFill>
                <a:latin typeface="Outfit"/>
                <a:ea typeface="Outfit"/>
                <a:cs typeface="Outfit"/>
                <a:sym typeface="Outfit"/>
              </a:rPr>
              <a:t>Ne pas utiliser les caractères spéciaux</a:t>
            </a:r>
            <a:endParaRPr>
              <a:solidFill>
                <a:schemeClr val="dk1"/>
              </a:solidFill>
              <a:latin typeface="Outfit"/>
              <a:ea typeface="Outfit"/>
              <a:cs typeface="Outfit"/>
              <a:sym typeface="Outfit"/>
            </a:endParaRPr>
          </a:p>
        </p:txBody>
      </p:sp>
      <p:pic>
        <p:nvPicPr>
          <p:cNvPr id="340" name="Google Shape;340;p42" descr="Pour mettre en forme leurs messages sur les réseaux sociaux, beaucoup de gens utilisent des générateurs de texte en faux gras, faux italique, caractères fantaisistes et abusent des émojis. Cela constitue, la plupart du temps, un détournement d'usage des caractères Unicode. Ce n'est pas sans poser des problèmes d'accessibilité pour les personnes handicapées et, notamment, pour les personnes aveugles utilisant un lecteur d'écran. Le texte ne sera pas lu correctement et sera totalement incompréhensible. Démonstrations et explications.&#10;&#10;Mea culpa : oui, je lis mon texte et ça se voit mais je n'ai pas pour vocation de devenir youtubeuse donc, tout va bien tant que cette vidéo fait son boulot de sensibilisation ! 😁&#10;&#10;Chapitres de la vidéo :&#10;&#10;0:00 Introduction&#10;2:46 Chapitre 1 : C’est quoi ces caractères dont tu nous parles ?&#10;3:45 Chapitre 2 : L’absence de compatibilité avec les lecteurs d’écran&#10;4:40 Test 1 : Introduction - Démonstrations de détournement de caractères mathématiques avec des lecteurs d’écran&#10;5:57 Test 1 : Démo avec VoiceOver&#10;11:26 Test 1 : Démo avec NVDA&#10;12:10 Test 1 : Démo avec JAWS&#10;14:20 Test 2 : Introduction - Démonstrations de détournement d’émojis avec des lecteurs d’écran&#10;15:25 Test 2 : Démo avec VoiceOver&#10;17:07 Test 2 : Démo avec NVDA&#10;18:27 Test 2 : Démo avec JAWS&#10;19:41 Chapitre 3 : Les autres problèmes posés par le détournement des caractères Unicode&#10;20:59 Chapitre 4 : Est-ce que c’est non conforme au RGAA ou aux WCAG ?&#10;23:14 Chapitre 5 : Qu’est-ce qu’on peut faire ?&#10;23:36 Pour les caractères fantaisistes&#10;24:31 Pour les émojis&#10;&#10;Transcription textuelle de la vidéo et ressources complémentaires disponible à cette adresse : https://www.lalutineduweb.fr/detournement-unicode-emojis-accessibilite" title="Faux gras, abus d'émojis : le détournement des caractères Unicode, fléau pour l'accessibilité du web">
            <a:hlinkClick r:id="rId4"/>
          </p:cNvPr>
          <p:cNvPicPr preferRelativeResize="0"/>
          <p:nvPr/>
        </p:nvPicPr>
        <p:blipFill>
          <a:blip r:embed="rId5">
            <a:alphaModFix/>
          </a:blip>
          <a:stretch>
            <a:fillRect/>
          </a:stretch>
        </p:blipFill>
        <p:spPr>
          <a:xfrm>
            <a:off x="4639825" y="310500"/>
            <a:ext cx="3530400" cy="1985853"/>
          </a:xfrm>
          <a:prstGeom prst="rect">
            <a:avLst/>
          </a:prstGeom>
          <a:noFill/>
          <a:ln>
            <a:noFill/>
          </a:ln>
        </p:spPr>
      </p:pic>
      <p:pic>
        <p:nvPicPr>
          <p:cNvPr id="341" name="Google Shape;341;p42" descr="Pour mettre en forme leurs messages sur les réseaux sociaux, beaucoup de gens utilisent des générateurs de texte en faux gras, faux italique, caractères fantaisistes et abusent des émojis. Cela constitue, la plupart du temps, un détournement d'usage des caractères Unicode. Ce n'est pas sans poser des problèmes d'accessibilité pour les personnes handicapées et, notamment, pour les personnes aveugles utilisant un lecteur d'écran. Le texte ne sera pas lu correctement et sera totalement incompréhensible. Démonstrations et explications.&#10;&#10;Mea culpa : oui, je lis mon texte et ça se voit mais je n'ai pas pour vocation de devenir youtubeuse donc, tout va bien tant que cette vidéo fait son boulot de sensibilisation ! 😁&#10;&#10;Chapitres de la vidéo :&#10;&#10;0:00 Introduction&#10;2:46 Chapitre 1 : C’est quoi ces caractères dont tu nous parles ?&#10;3:45 Chapitre 2 : L’absence de compatibilité avec les lecteurs d’écran&#10;4:40 Test 1 : Introduction - Démonstrations de détournement de caractères mathématiques avec des lecteurs d’écran&#10;5:57 Test 1 : Démo avec VoiceOver&#10;11:26 Test 1 : Démo avec NVDA&#10;12:10 Test 1 : Démo avec JAWS&#10;14:20 Test 2 : Introduction - Démonstrations de détournement d’émojis avec des lecteurs d’écran&#10;15:25 Test 2 : Démo avec VoiceOver&#10;17:07 Test 2 : Démo avec NVDA&#10;18:27 Test 2 : Démo avec JAWS&#10;19:41 Chapitre 3 : Les autres problèmes posés par le détournement des caractères Unicode&#10;20:59 Chapitre 4 : Est-ce que c’est non conforme au RGAA ou aux WCAG ?&#10;23:14 Chapitre 5 : Qu’est-ce qu’on peut faire ?&#10;23:36 Pour les caractères fantaisistes&#10;24:31 Pour les émojis&#10;&#10;Transcription textuelle de la vidéo et ressources complémentaires disponible à cette adresse : https://www.lalutineduweb.fr/detournement-unicode-emojis-accessibilite" title="Faux gras, abus d'émojis : le détournement des caractères Unicode, fléau pour l'accessibilité du web">
            <a:hlinkClick r:id="rId4"/>
          </p:cNvPr>
          <p:cNvPicPr preferRelativeResize="0"/>
          <p:nvPr/>
        </p:nvPicPr>
        <p:blipFill>
          <a:blip r:embed="rId5">
            <a:alphaModFix/>
          </a:blip>
          <a:stretch>
            <a:fillRect/>
          </a:stretch>
        </p:blipFill>
        <p:spPr>
          <a:xfrm>
            <a:off x="4639825" y="2451450"/>
            <a:ext cx="3530395" cy="1985850"/>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3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345"/>
        <p:cNvGrpSpPr/>
        <p:nvPr/>
      </p:nvGrpSpPr>
      <p:grpSpPr>
        <a:xfrm>
          <a:off x="0" y="0"/>
          <a:ext cx="0" cy="0"/>
          <a:chOff x="0" y="0"/>
          <a:chExt cx="0" cy="0"/>
        </a:xfrm>
      </p:grpSpPr>
      <p:sp>
        <p:nvSpPr>
          <p:cNvPr id="346" name="Google Shape;346;p43"/>
          <p:cNvSpPr txBox="1">
            <a:spLocks noGrp="1"/>
          </p:cNvSpPr>
          <p:nvPr>
            <p:ph type="title"/>
          </p:nvPr>
        </p:nvSpPr>
        <p:spPr>
          <a:xfrm>
            <a:off x="310500" y="310500"/>
            <a:ext cx="8523900" cy="323100"/>
          </a:xfrm>
          <a:prstGeom prst="rect">
            <a:avLst/>
          </a:prstGeom>
        </p:spPr>
        <p:txBody>
          <a:bodyPr spcFirstLastPara="1" wrap="square" lIns="0" tIns="0" rIns="0" bIns="0" anchor="t" anchorCtr="0">
            <a:spAutoFit/>
          </a:bodyPr>
          <a:lstStyle/>
          <a:p>
            <a:pPr marL="0" lvl="0" indent="0" algn="l" rtl="0">
              <a:spcBef>
                <a:spcPts val="0"/>
              </a:spcBef>
              <a:spcAft>
                <a:spcPts val="0"/>
              </a:spcAft>
              <a:buNone/>
            </a:pPr>
            <a:r>
              <a:rPr lang="fr"/>
              <a:t>Écriture inclusive</a:t>
            </a:r>
            <a:endParaRPr/>
          </a:p>
        </p:txBody>
      </p:sp>
      <p:pic>
        <p:nvPicPr>
          <p:cNvPr id="347" name="Google Shape;347;p43"/>
          <p:cNvPicPr preferRelativeResize="0"/>
          <p:nvPr/>
        </p:nvPicPr>
        <p:blipFill rotWithShape="1">
          <a:blip r:embed="rId3">
            <a:alphaModFix/>
          </a:blip>
          <a:srcRect l="19786" t="10494" r="19372" b="14012"/>
          <a:stretch/>
        </p:blipFill>
        <p:spPr>
          <a:xfrm>
            <a:off x="310500" y="747900"/>
            <a:ext cx="3874399" cy="2979275"/>
          </a:xfrm>
          <a:prstGeom prst="rect">
            <a:avLst/>
          </a:prstGeom>
          <a:noFill/>
          <a:ln w="19050" cap="flat" cmpd="sng">
            <a:solidFill>
              <a:srgbClr val="B7BDCC"/>
            </a:solidFill>
            <a:prstDash val="solid"/>
            <a:round/>
            <a:headEnd type="none" w="sm" len="sm"/>
            <a:tailEnd type="none" w="sm" len="sm"/>
          </a:ln>
        </p:spPr>
      </p:pic>
      <p:pic>
        <p:nvPicPr>
          <p:cNvPr id="348" name="Google Shape;348;p43"/>
          <p:cNvPicPr preferRelativeResize="0"/>
          <p:nvPr/>
        </p:nvPicPr>
        <p:blipFill>
          <a:blip r:embed="rId4">
            <a:alphaModFix/>
          </a:blip>
          <a:stretch>
            <a:fillRect/>
          </a:stretch>
        </p:blipFill>
        <p:spPr>
          <a:xfrm>
            <a:off x="4571998" y="1054400"/>
            <a:ext cx="3557398" cy="2672774"/>
          </a:xfrm>
          <a:prstGeom prst="rect">
            <a:avLst/>
          </a:prstGeom>
          <a:noFill/>
          <a:ln w="19050" cap="flat" cmpd="sng">
            <a:solidFill>
              <a:srgbClr val="B7BDCC"/>
            </a:solidFill>
            <a:prstDash val="solid"/>
            <a:round/>
            <a:headEnd type="none" w="sm" len="sm"/>
            <a:tailEnd type="none" w="sm" len="sm"/>
          </a:ln>
        </p:spPr>
      </p:pic>
      <p:sp>
        <p:nvSpPr>
          <p:cNvPr id="349" name="Google Shape;349;p43"/>
          <p:cNvSpPr txBox="1"/>
          <p:nvPr/>
        </p:nvSpPr>
        <p:spPr>
          <a:xfrm>
            <a:off x="310500" y="3841475"/>
            <a:ext cx="3874500" cy="1067100"/>
          </a:xfrm>
          <a:prstGeom prst="rect">
            <a:avLst/>
          </a:prstGeom>
          <a:noFill/>
          <a:ln>
            <a:noFill/>
          </a:ln>
        </p:spPr>
        <p:txBody>
          <a:bodyPr spcFirstLastPara="1" wrap="square" lIns="91425" tIns="91425" rIns="91425" bIns="91425" anchor="t" anchorCtr="0">
            <a:spAutoFit/>
          </a:bodyPr>
          <a:lstStyle/>
          <a:p>
            <a:pPr marL="0" lvl="0" indent="0" algn="l" rtl="0">
              <a:lnSpc>
                <a:spcPct val="150000"/>
              </a:lnSpc>
              <a:spcBef>
                <a:spcPts val="0"/>
              </a:spcBef>
              <a:spcAft>
                <a:spcPts val="0"/>
              </a:spcAft>
              <a:buNone/>
            </a:pPr>
            <a:r>
              <a:rPr lang="fr" sz="800" i="1">
                <a:solidFill>
                  <a:srgbClr val="595959"/>
                </a:solidFill>
                <a:latin typeface="Open Sans"/>
                <a:ea typeface="Open Sans"/>
                <a:cs typeface="Open Sans"/>
                <a:sym typeface="Open Sans"/>
              </a:rPr>
              <a:t>Étude exploratoire de Sophie Véla, </a:t>
            </a:r>
            <a:r>
              <a:rPr lang="fr" sz="800">
                <a:solidFill>
                  <a:srgbClr val="595959"/>
                </a:solidFill>
                <a:latin typeface="Open Sans"/>
                <a:ea typeface="Open Sans"/>
                <a:cs typeface="Open Sans"/>
                <a:sym typeface="Open Sans"/>
              </a:rPr>
              <a:t>sur la compréhension sémantique </a:t>
            </a:r>
            <a:r>
              <a:rPr lang="fr" sz="800" b="1">
                <a:solidFill>
                  <a:srgbClr val="595959"/>
                </a:solidFill>
                <a:latin typeface="Open Sans"/>
                <a:ea typeface="Open Sans"/>
                <a:cs typeface="Open Sans"/>
                <a:sym typeface="Open Sans"/>
              </a:rPr>
              <a:t>(</a:t>
            </a:r>
            <a:r>
              <a:rPr lang="fr" sz="800">
                <a:solidFill>
                  <a:srgbClr val="595959"/>
                </a:solidFill>
                <a:latin typeface="Open Sans"/>
                <a:ea typeface="Open Sans"/>
                <a:cs typeface="Open Sans"/>
                <a:sym typeface="Open Sans"/>
              </a:rPr>
              <a:t>sens du mot et de la phrase) : 95% des propositions sont comprises. </a:t>
            </a:r>
            <a:endParaRPr sz="800">
              <a:solidFill>
                <a:srgbClr val="595959"/>
              </a:solidFill>
              <a:latin typeface="Open Sans"/>
              <a:ea typeface="Open Sans"/>
              <a:cs typeface="Open Sans"/>
              <a:sym typeface="Open Sans"/>
            </a:endParaRPr>
          </a:p>
          <a:p>
            <a:pPr marL="0" lvl="0" indent="0" algn="l" rtl="0">
              <a:lnSpc>
                <a:spcPct val="150000"/>
              </a:lnSpc>
              <a:spcBef>
                <a:spcPts val="1000"/>
              </a:spcBef>
              <a:spcAft>
                <a:spcPts val="1000"/>
              </a:spcAft>
              <a:buNone/>
            </a:pPr>
            <a:r>
              <a:rPr lang="fr" sz="1000" b="1">
                <a:solidFill>
                  <a:srgbClr val="595959"/>
                </a:solidFill>
                <a:latin typeface="Open Sans"/>
                <a:ea typeface="Open Sans"/>
                <a:cs typeface="Open Sans"/>
                <a:sym typeface="Open Sans"/>
              </a:rPr>
              <a:t>Les phrases posant des difficultés sont les mêmes pour dys et non dys</a:t>
            </a:r>
            <a:r>
              <a:rPr lang="fr" sz="1000">
                <a:solidFill>
                  <a:srgbClr val="595959"/>
                </a:solidFill>
                <a:latin typeface="Open Sans"/>
                <a:ea typeface="Open Sans"/>
                <a:cs typeface="Open Sans"/>
                <a:sym typeface="Open Sans"/>
              </a:rPr>
              <a:t>, et mobilisent plutôt des ligatures. </a:t>
            </a:r>
            <a:endParaRPr sz="1000">
              <a:solidFill>
                <a:srgbClr val="595959"/>
              </a:solidFill>
              <a:latin typeface="Open Sans"/>
              <a:ea typeface="Open Sans"/>
              <a:cs typeface="Open Sans"/>
              <a:sym typeface="Open Sans"/>
            </a:endParaRPr>
          </a:p>
        </p:txBody>
      </p:sp>
      <p:sp>
        <p:nvSpPr>
          <p:cNvPr id="350" name="Google Shape;350;p43"/>
          <p:cNvSpPr txBox="1"/>
          <p:nvPr/>
        </p:nvSpPr>
        <p:spPr>
          <a:xfrm>
            <a:off x="4493700" y="3841475"/>
            <a:ext cx="4340700" cy="1174800"/>
          </a:xfrm>
          <a:prstGeom prst="rect">
            <a:avLst/>
          </a:prstGeom>
          <a:noFill/>
          <a:ln>
            <a:noFill/>
          </a:ln>
        </p:spPr>
        <p:txBody>
          <a:bodyPr spcFirstLastPara="1" wrap="square" lIns="91425" tIns="91425" rIns="91425" bIns="91425" anchor="t" anchorCtr="0">
            <a:spAutoFit/>
          </a:bodyPr>
          <a:lstStyle/>
          <a:p>
            <a:pPr marL="0" lvl="0" indent="0" algn="l" rtl="0">
              <a:lnSpc>
                <a:spcPct val="150000"/>
              </a:lnSpc>
              <a:spcBef>
                <a:spcPts val="0"/>
              </a:spcBef>
              <a:spcAft>
                <a:spcPts val="0"/>
              </a:spcAft>
              <a:buNone/>
            </a:pPr>
            <a:r>
              <a:rPr lang="fr" sz="800" i="1">
                <a:solidFill>
                  <a:srgbClr val="595959"/>
                </a:solidFill>
                <a:latin typeface="Open Sans"/>
                <a:ea typeface="Open Sans"/>
                <a:cs typeface="Open Sans"/>
                <a:sym typeface="Open Sans"/>
              </a:rPr>
              <a:t>Mémoire de Justine Bulteau </a:t>
            </a:r>
            <a:r>
              <a:rPr lang="fr" sz="800">
                <a:solidFill>
                  <a:srgbClr val="595959"/>
                </a:solidFill>
                <a:latin typeface="Open Sans"/>
                <a:ea typeface="Open Sans"/>
                <a:cs typeface="Open Sans"/>
                <a:sym typeface="Open Sans"/>
              </a:rPr>
              <a:t>sur la compréhension d’extraits, selon différentes formes d’écritures inclusives. </a:t>
            </a:r>
            <a:endParaRPr sz="800">
              <a:solidFill>
                <a:srgbClr val="595959"/>
              </a:solidFill>
              <a:latin typeface="Open Sans"/>
              <a:ea typeface="Open Sans"/>
              <a:cs typeface="Open Sans"/>
              <a:sym typeface="Open Sans"/>
            </a:endParaRPr>
          </a:p>
          <a:p>
            <a:pPr marL="0" lvl="0" indent="0" algn="l" rtl="0">
              <a:lnSpc>
                <a:spcPct val="150000"/>
              </a:lnSpc>
              <a:spcBef>
                <a:spcPts val="1000"/>
              </a:spcBef>
              <a:spcAft>
                <a:spcPts val="1000"/>
              </a:spcAft>
              <a:buNone/>
            </a:pPr>
            <a:r>
              <a:rPr lang="fr" sz="800" b="1">
                <a:solidFill>
                  <a:srgbClr val="595959"/>
                </a:solidFill>
                <a:latin typeface="Open Sans"/>
                <a:ea typeface="Open Sans"/>
                <a:cs typeface="Open Sans"/>
                <a:sym typeface="Open Sans"/>
              </a:rPr>
              <a:t>L’habitude aux écritures inclusives et le positionnement sur celles-ci influence sur l’accessibilité.</a:t>
            </a:r>
            <a:r>
              <a:rPr lang="fr" sz="800">
                <a:solidFill>
                  <a:srgbClr val="595959"/>
                </a:solidFill>
                <a:latin typeface="Open Sans"/>
                <a:ea typeface="Open Sans"/>
                <a:cs typeface="Open Sans"/>
                <a:sym typeface="Open Sans"/>
              </a:rPr>
              <a:t> Plus une personne est favorable aux écritures inclusives et a l’habitude de les lire, plus elle aura de la facilité à les comprendre et à les lire; et inversement.</a:t>
            </a:r>
            <a:endParaRPr sz="800">
              <a:solidFill>
                <a:srgbClr val="595959"/>
              </a:solidFill>
              <a:latin typeface="Open Sans"/>
              <a:ea typeface="Open Sans"/>
              <a:cs typeface="Open Sans"/>
              <a:sym typeface="Open Sans"/>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354"/>
        <p:cNvGrpSpPr/>
        <p:nvPr/>
      </p:nvGrpSpPr>
      <p:grpSpPr>
        <a:xfrm>
          <a:off x="0" y="0"/>
          <a:ext cx="0" cy="0"/>
          <a:chOff x="0" y="0"/>
          <a:chExt cx="0" cy="0"/>
        </a:xfrm>
      </p:grpSpPr>
      <p:sp>
        <p:nvSpPr>
          <p:cNvPr id="355" name="Google Shape;355;p44"/>
          <p:cNvSpPr txBox="1">
            <a:spLocks noGrp="1"/>
          </p:cNvSpPr>
          <p:nvPr>
            <p:ph type="title"/>
          </p:nvPr>
        </p:nvSpPr>
        <p:spPr>
          <a:xfrm>
            <a:off x="310500" y="310500"/>
            <a:ext cx="8523900" cy="323100"/>
          </a:xfrm>
          <a:prstGeom prst="rect">
            <a:avLst/>
          </a:prstGeom>
        </p:spPr>
        <p:txBody>
          <a:bodyPr spcFirstLastPara="1" wrap="square" lIns="0" tIns="0" rIns="0" bIns="0" anchor="t" anchorCtr="0">
            <a:spAutoFit/>
          </a:bodyPr>
          <a:lstStyle/>
          <a:p>
            <a:pPr marL="0" lvl="0" indent="0" algn="l" rtl="0">
              <a:spcBef>
                <a:spcPts val="0"/>
              </a:spcBef>
              <a:spcAft>
                <a:spcPts val="0"/>
              </a:spcAft>
              <a:buNone/>
            </a:pPr>
            <a:r>
              <a:rPr lang="fr"/>
              <a:t>Écriture inclusive</a:t>
            </a:r>
            <a:endParaRPr/>
          </a:p>
        </p:txBody>
      </p:sp>
      <p:sp>
        <p:nvSpPr>
          <p:cNvPr id="356" name="Google Shape;356;p44"/>
          <p:cNvSpPr txBox="1">
            <a:spLocks noGrp="1"/>
          </p:cNvSpPr>
          <p:nvPr>
            <p:ph type="body" idx="1"/>
          </p:nvPr>
        </p:nvSpPr>
        <p:spPr>
          <a:xfrm>
            <a:off x="310500" y="747900"/>
            <a:ext cx="5273700" cy="4075800"/>
          </a:xfrm>
          <a:prstGeom prst="rect">
            <a:avLst/>
          </a:prstGeom>
        </p:spPr>
        <p:txBody>
          <a:bodyPr spcFirstLastPara="1" wrap="square" lIns="0" tIns="0" rIns="0" bIns="0" anchor="ctr" anchorCtr="0">
            <a:normAutofit/>
          </a:bodyPr>
          <a:lstStyle/>
          <a:p>
            <a:pPr marL="0" lvl="0" indent="0" algn="l" rtl="0">
              <a:spcBef>
                <a:spcPts val="0"/>
              </a:spcBef>
              <a:spcAft>
                <a:spcPts val="0"/>
              </a:spcAft>
              <a:buNone/>
            </a:pPr>
            <a:r>
              <a:rPr lang="fr"/>
              <a:t>L’écriture inclusive ne se résume pas au point médian.</a:t>
            </a:r>
            <a:endParaRPr/>
          </a:p>
          <a:p>
            <a:pPr marL="457200" lvl="0" indent="-317500" algn="l" rtl="0">
              <a:spcBef>
                <a:spcPts val="1000"/>
              </a:spcBef>
              <a:spcAft>
                <a:spcPts val="0"/>
              </a:spcAft>
              <a:buClr>
                <a:schemeClr val="accent6"/>
              </a:buClr>
              <a:buSzPts val="1400"/>
              <a:buChar char="➔"/>
            </a:pPr>
            <a:r>
              <a:rPr lang="fr" b="1"/>
              <a:t>Mots</a:t>
            </a:r>
            <a:r>
              <a:rPr lang="fr"/>
              <a:t> </a:t>
            </a:r>
            <a:r>
              <a:rPr lang="fr" b="1"/>
              <a:t>épicènes</a:t>
            </a:r>
            <a:r>
              <a:rPr lang="fr"/>
              <a:t> : </a:t>
            </a:r>
            <a:r>
              <a:rPr lang="fr" i="1"/>
              <a:t>« les personnes »</a:t>
            </a:r>
            <a:r>
              <a:rPr lang="fr"/>
              <a:t> (que j’aime beaucoup, car on peut ensuite accorder au féminin 😇) </a:t>
            </a:r>
            <a:endParaRPr/>
          </a:p>
          <a:p>
            <a:pPr marL="457200" lvl="0" indent="-317500" algn="l" rtl="0">
              <a:spcBef>
                <a:spcPts val="1000"/>
              </a:spcBef>
              <a:spcAft>
                <a:spcPts val="0"/>
              </a:spcAft>
              <a:buClr>
                <a:schemeClr val="accent6"/>
              </a:buClr>
              <a:buSzPts val="1400"/>
              <a:buChar char="➔"/>
            </a:pPr>
            <a:r>
              <a:rPr lang="fr" b="1"/>
              <a:t>Formules</a:t>
            </a:r>
            <a:r>
              <a:rPr lang="fr"/>
              <a:t> </a:t>
            </a:r>
            <a:r>
              <a:rPr lang="fr" b="1"/>
              <a:t>englobantes</a:t>
            </a:r>
            <a:r>
              <a:rPr lang="fr"/>
              <a:t> : </a:t>
            </a:r>
            <a:r>
              <a:rPr lang="fr" i="1"/>
              <a:t>« les responsables des achats »</a:t>
            </a:r>
            <a:r>
              <a:rPr lang="fr"/>
              <a:t> plutôt que </a:t>
            </a:r>
            <a:r>
              <a:rPr lang="fr" i="1"/>
              <a:t>« les acheteurs et les acheteuses »</a:t>
            </a:r>
            <a:r>
              <a:rPr lang="fr"/>
              <a:t> </a:t>
            </a:r>
            <a:endParaRPr/>
          </a:p>
          <a:p>
            <a:pPr marL="457200" lvl="0" indent="-317500" algn="l" rtl="0">
              <a:spcBef>
                <a:spcPts val="1000"/>
              </a:spcBef>
              <a:spcAft>
                <a:spcPts val="0"/>
              </a:spcAft>
              <a:buClr>
                <a:schemeClr val="accent6"/>
              </a:buClr>
              <a:buSzPts val="1400"/>
              <a:buChar char="➔"/>
            </a:pPr>
            <a:r>
              <a:rPr lang="fr" b="1"/>
              <a:t>Écriture</a:t>
            </a:r>
            <a:r>
              <a:rPr lang="fr"/>
              <a:t> </a:t>
            </a:r>
            <a:r>
              <a:rPr lang="fr" b="1"/>
              <a:t>décomposée</a:t>
            </a:r>
            <a:r>
              <a:rPr lang="fr"/>
              <a:t> : </a:t>
            </a:r>
            <a:r>
              <a:rPr lang="fr" i="1"/>
              <a:t>« les développeuses et développeurs »</a:t>
            </a:r>
            <a:endParaRPr i="1"/>
          </a:p>
          <a:p>
            <a:pPr marL="0" lvl="0" indent="0" algn="l" rtl="0">
              <a:spcBef>
                <a:spcPts val="1000"/>
              </a:spcBef>
              <a:spcAft>
                <a:spcPts val="0"/>
              </a:spcAft>
              <a:buNone/>
            </a:pPr>
            <a:r>
              <a:rPr lang="fr"/>
              <a:t> </a:t>
            </a:r>
            <a:endParaRPr/>
          </a:p>
          <a:p>
            <a:pPr marL="457200" lvl="0" indent="-317500" algn="l" rtl="0">
              <a:spcBef>
                <a:spcPts val="1000"/>
              </a:spcBef>
              <a:spcAft>
                <a:spcPts val="0"/>
              </a:spcAft>
              <a:buClr>
                <a:schemeClr val="accent6"/>
              </a:buClr>
              <a:buSzPts val="1400"/>
              <a:buChar char="➔"/>
            </a:pPr>
            <a:r>
              <a:rPr lang="fr" b="1"/>
              <a:t>Abréviations</a:t>
            </a:r>
            <a:r>
              <a:rPr lang="fr"/>
              <a:t> </a:t>
            </a:r>
            <a:r>
              <a:rPr lang="fr" b="1"/>
              <a:t>inclusives</a:t>
            </a:r>
            <a:r>
              <a:rPr lang="fr"/>
              <a:t>, avec le point médian pour les mots qui se prononcent à l’identique, comme </a:t>
            </a:r>
            <a:r>
              <a:rPr lang="fr" i="1"/>
              <a:t>« ami·e·s »</a:t>
            </a:r>
            <a:r>
              <a:rPr lang="fr"/>
              <a:t> (mais pas pour </a:t>
            </a:r>
            <a:r>
              <a:rPr lang="fr" i="1"/>
              <a:t>« les utilisateur·rices »</a:t>
            </a:r>
            <a:r>
              <a:rPr lang="fr"/>
              <a:t>)</a:t>
            </a:r>
            <a:endParaRPr/>
          </a:p>
          <a:p>
            <a:pPr marL="457200" lvl="0" indent="-317500" algn="l" rtl="0">
              <a:spcBef>
                <a:spcPts val="1000"/>
              </a:spcBef>
              <a:spcAft>
                <a:spcPts val="1000"/>
              </a:spcAft>
              <a:buClr>
                <a:schemeClr val="accent6"/>
              </a:buClr>
              <a:buSzPts val="1400"/>
              <a:buChar char="➔"/>
            </a:pPr>
            <a:r>
              <a:rPr lang="fr" b="1"/>
              <a:t>Néologismes au genre</a:t>
            </a:r>
            <a:r>
              <a:rPr lang="fr"/>
              <a:t> </a:t>
            </a:r>
            <a:r>
              <a:rPr lang="fr" b="1"/>
              <a:t>neutre</a:t>
            </a:r>
            <a:r>
              <a:rPr lang="fr"/>
              <a:t> : </a:t>
            </a:r>
            <a:r>
              <a:rPr lang="fr" i="1"/>
              <a:t>« iel »</a:t>
            </a:r>
            <a:r>
              <a:rPr lang="fr"/>
              <a:t> </a:t>
            </a:r>
            <a:r>
              <a:rPr lang="fr" i="1"/>
              <a:t>(il ou elle) </a:t>
            </a:r>
            <a:r>
              <a:rPr lang="fr"/>
              <a:t>ou </a:t>
            </a:r>
            <a:r>
              <a:rPr lang="fr" i="1"/>
              <a:t>« celleux » </a:t>
            </a:r>
            <a:r>
              <a:rPr lang="fr"/>
              <a:t>(celles et ceux), « </a:t>
            </a:r>
            <a:r>
              <a:rPr lang="fr" i="1"/>
              <a:t>orateurices »</a:t>
            </a:r>
            <a:r>
              <a:rPr lang="fr"/>
              <a:t> (orateurs et oratrices)</a:t>
            </a:r>
            <a:endParaRPr/>
          </a:p>
        </p:txBody>
      </p:sp>
      <p:sp>
        <p:nvSpPr>
          <p:cNvPr id="357" name="Google Shape;357;p44"/>
          <p:cNvSpPr/>
          <p:nvPr/>
        </p:nvSpPr>
        <p:spPr>
          <a:xfrm>
            <a:off x="5770075" y="804675"/>
            <a:ext cx="2965200" cy="1350300"/>
          </a:xfrm>
          <a:prstGeom prst="rect">
            <a:avLst/>
          </a:prstGeom>
          <a:solidFill>
            <a:srgbClr val="FFF89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fr" b="1">
                <a:solidFill>
                  <a:schemeClr val="dk1"/>
                </a:solidFill>
                <a:latin typeface="Outfit"/>
                <a:ea typeface="Outfit"/>
                <a:cs typeface="Outfit"/>
                <a:sym typeface="Outfit"/>
              </a:rPr>
              <a:t>À retenir</a:t>
            </a:r>
            <a:endParaRPr b="1">
              <a:solidFill>
                <a:schemeClr val="dk1"/>
              </a:solidFill>
              <a:latin typeface="Outfit"/>
              <a:ea typeface="Outfit"/>
              <a:cs typeface="Outfit"/>
              <a:sym typeface="Outfit"/>
            </a:endParaRPr>
          </a:p>
          <a:p>
            <a:pPr marL="0" lvl="0" indent="0" algn="l" rtl="0">
              <a:spcBef>
                <a:spcPts val="1000"/>
              </a:spcBef>
              <a:spcAft>
                <a:spcPts val="1000"/>
              </a:spcAft>
              <a:buNone/>
            </a:pPr>
            <a:r>
              <a:rPr lang="fr">
                <a:solidFill>
                  <a:schemeClr val="dk1"/>
                </a:solidFill>
                <a:latin typeface="Outfit"/>
                <a:ea typeface="Outfit"/>
                <a:cs typeface="Outfit"/>
                <a:sym typeface="Outfit"/>
              </a:rPr>
              <a:t>L’accessibilité ne doit pas être une excuse pour ne pas être inclusifs.</a:t>
            </a:r>
            <a:endParaRPr>
              <a:solidFill>
                <a:schemeClr val="dk1"/>
              </a:solidFill>
              <a:latin typeface="Outfit"/>
              <a:ea typeface="Outfit"/>
              <a:cs typeface="Outfit"/>
              <a:sym typeface="Outfit"/>
            </a:endParaRPr>
          </a:p>
        </p:txBody>
      </p:sp>
      <p:sp>
        <p:nvSpPr>
          <p:cNvPr id="358" name="Google Shape;358;p44"/>
          <p:cNvSpPr/>
          <p:nvPr/>
        </p:nvSpPr>
        <p:spPr>
          <a:xfrm>
            <a:off x="6047875" y="2571750"/>
            <a:ext cx="2687400" cy="2296800"/>
          </a:xfrm>
          <a:prstGeom prst="rect">
            <a:avLst/>
          </a:prstGeom>
          <a:solidFill>
            <a:schemeClr val="lt1"/>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fr" b="1">
                <a:solidFill>
                  <a:schemeClr val="dk1"/>
                </a:solidFill>
                <a:latin typeface="Outfit"/>
                <a:ea typeface="Outfit"/>
                <a:cs typeface="Outfit"/>
                <a:sym typeface="Outfit"/>
              </a:rPr>
              <a:t>Résumé des défauts d’accessibilité</a:t>
            </a:r>
            <a:endParaRPr b="1">
              <a:solidFill>
                <a:schemeClr val="dk1"/>
              </a:solidFill>
              <a:latin typeface="Outfit"/>
              <a:ea typeface="Outfit"/>
              <a:cs typeface="Outfit"/>
              <a:sym typeface="Outfit"/>
            </a:endParaRPr>
          </a:p>
          <a:p>
            <a:pPr marL="0" lvl="0" indent="0" algn="l" rtl="0">
              <a:spcBef>
                <a:spcPts val="0"/>
              </a:spcBef>
              <a:spcAft>
                <a:spcPts val="0"/>
              </a:spcAft>
              <a:buNone/>
            </a:pPr>
            <a:endParaRPr sz="1200" b="1">
              <a:solidFill>
                <a:schemeClr val="dk1"/>
              </a:solidFill>
              <a:latin typeface="Outfit"/>
              <a:ea typeface="Outfit"/>
              <a:cs typeface="Outfit"/>
              <a:sym typeface="Outfit"/>
            </a:endParaRPr>
          </a:p>
          <a:p>
            <a:pPr marL="0" lvl="0" indent="0" algn="l" rtl="0">
              <a:spcBef>
                <a:spcPts val="0"/>
              </a:spcBef>
              <a:spcAft>
                <a:spcPts val="0"/>
              </a:spcAft>
              <a:buNone/>
            </a:pPr>
            <a:r>
              <a:rPr lang="fr" sz="1200" b="1">
                <a:solidFill>
                  <a:schemeClr val="dk1"/>
                </a:solidFill>
                <a:latin typeface="Outfit"/>
                <a:ea typeface="Outfit"/>
                <a:cs typeface="Outfit"/>
                <a:sym typeface="Outfit"/>
              </a:rPr>
              <a:t>Pour les personnes utilisant un lecteur d’écran</a:t>
            </a:r>
            <a:r>
              <a:rPr lang="fr" sz="1200">
                <a:solidFill>
                  <a:schemeClr val="dk1"/>
                </a:solidFill>
                <a:latin typeface="Outfit"/>
                <a:ea typeface="Outfit"/>
                <a:cs typeface="Outfit"/>
                <a:sym typeface="Outfit"/>
              </a:rPr>
              <a:t> : support plus ou moins abouti selon le signe et le logiciel utilisé. </a:t>
            </a:r>
            <a:endParaRPr sz="1200">
              <a:solidFill>
                <a:schemeClr val="dk1"/>
              </a:solidFill>
              <a:latin typeface="Outfit"/>
              <a:ea typeface="Outfit"/>
              <a:cs typeface="Outfit"/>
              <a:sym typeface="Outfit"/>
            </a:endParaRPr>
          </a:p>
          <a:p>
            <a:pPr marL="0" lvl="0" indent="0" algn="l" rtl="0">
              <a:spcBef>
                <a:spcPts val="0"/>
              </a:spcBef>
              <a:spcAft>
                <a:spcPts val="0"/>
              </a:spcAft>
              <a:buNone/>
            </a:pPr>
            <a:endParaRPr sz="1200">
              <a:solidFill>
                <a:schemeClr val="dk1"/>
              </a:solidFill>
              <a:latin typeface="Outfit"/>
              <a:ea typeface="Outfit"/>
              <a:cs typeface="Outfit"/>
              <a:sym typeface="Outfit"/>
            </a:endParaRPr>
          </a:p>
          <a:p>
            <a:pPr marL="0" lvl="0" indent="0" algn="l" rtl="0">
              <a:spcBef>
                <a:spcPts val="0"/>
              </a:spcBef>
              <a:spcAft>
                <a:spcPts val="0"/>
              </a:spcAft>
              <a:buNone/>
            </a:pPr>
            <a:r>
              <a:rPr lang="fr" sz="1200" b="1">
                <a:solidFill>
                  <a:schemeClr val="dk1"/>
                </a:solidFill>
                <a:latin typeface="Outfit"/>
                <a:ea typeface="Outfit"/>
                <a:cs typeface="Outfit"/>
                <a:sym typeface="Outfit"/>
              </a:rPr>
              <a:t>Pour les personnes dyslexiques</a:t>
            </a:r>
            <a:r>
              <a:rPr lang="fr" sz="1200">
                <a:solidFill>
                  <a:schemeClr val="dk1"/>
                </a:solidFill>
                <a:latin typeface="Outfit"/>
                <a:ea typeface="Outfit"/>
                <a:cs typeface="Outfit"/>
                <a:sym typeface="Outfit"/>
              </a:rPr>
              <a:t> : difficultée du point médian plus lié au fait qu’il soit nouveau.</a:t>
            </a:r>
            <a:endParaRPr sz="1200">
              <a:solidFill>
                <a:schemeClr val="dk1"/>
              </a:solidFill>
              <a:latin typeface="Outfit"/>
              <a:ea typeface="Outfit"/>
              <a:cs typeface="Outfit"/>
              <a:sym typeface="Outfit"/>
            </a:endParaRPr>
          </a:p>
        </p:txBody>
      </p:sp>
      <p:sp>
        <p:nvSpPr>
          <p:cNvPr id="359" name="Google Shape;359;p44"/>
          <p:cNvSpPr txBox="1">
            <a:spLocks noGrp="1"/>
          </p:cNvSpPr>
          <p:nvPr>
            <p:ph type="body" idx="2"/>
          </p:nvPr>
        </p:nvSpPr>
        <p:spPr>
          <a:xfrm>
            <a:off x="310500" y="4750000"/>
            <a:ext cx="5340600" cy="393600"/>
          </a:xfrm>
          <a:prstGeom prst="rect">
            <a:avLst/>
          </a:prstGeom>
        </p:spPr>
        <p:txBody>
          <a:bodyPr spcFirstLastPara="1" wrap="square" lIns="0" tIns="0" rIns="0" bIns="172800" anchor="t" anchorCtr="0">
            <a:noAutofit/>
          </a:bodyPr>
          <a:lstStyle/>
          <a:p>
            <a:pPr marL="0" lvl="0" indent="0" algn="l" rtl="0">
              <a:spcBef>
                <a:spcPts val="0"/>
              </a:spcBef>
              <a:spcAft>
                <a:spcPts val="0"/>
              </a:spcAft>
              <a:buNone/>
            </a:pPr>
            <a:r>
              <a:rPr lang="fr"/>
              <a:t> Écriture inclusive : le point d’hyphénation rend-il vraiment meilleure la lecture par les lecteurs d’écran ?</a:t>
            </a:r>
            <a:endParaRPr/>
          </a:p>
          <a:p>
            <a:pPr marL="0" lvl="0" indent="0" algn="l" rtl="0">
              <a:spcBef>
                <a:spcPts val="400"/>
              </a:spcBef>
              <a:spcAft>
                <a:spcPts val="400"/>
              </a:spcAft>
              <a:buNone/>
            </a:pPr>
            <a:r>
              <a:rPr lang="fr" u="sng">
                <a:solidFill>
                  <a:schemeClr val="hlink"/>
                </a:solidFill>
                <a:hlinkClick r:id="rId3"/>
              </a:rPr>
              <a:t>lalutineduweb.fr/ecriture-inclusive-point-hyphenation-accessibilite-lecteurs-ecran/</a:t>
            </a:r>
            <a:endParaRPr/>
          </a:p>
        </p:txBody>
      </p:sp>
      <p:cxnSp>
        <p:nvCxnSpPr>
          <p:cNvPr id="360" name="Google Shape;360;p44"/>
          <p:cNvCxnSpPr/>
          <p:nvPr/>
        </p:nvCxnSpPr>
        <p:spPr>
          <a:xfrm rot="10800000" flipH="1">
            <a:off x="97550" y="3050500"/>
            <a:ext cx="5516100" cy="9000"/>
          </a:xfrm>
          <a:prstGeom prst="straightConnector1">
            <a:avLst/>
          </a:prstGeom>
          <a:noFill/>
          <a:ln w="19050" cap="flat" cmpd="sng">
            <a:solidFill>
              <a:schemeClr val="lt2"/>
            </a:solidFill>
            <a:prstDash val="dash"/>
            <a:round/>
            <a:headEnd type="none" w="med" len="med"/>
            <a:tailEnd type="none" w="med" len="med"/>
          </a:ln>
        </p:spPr>
      </p:cxn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364"/>
        <p:cNvGrpSpPr/>
        <p:nvPr/>
      </p:nvGrpSpPr>
      <p:grpSpPr>
        <a:xfrm>
          <a:off x="0" y="0"/>
          <a:ext cx="0" cy="0"/>
          <a:chOff x="0" y="0"/>
          <a:chExt cx="0" cy="0"/>
        </a:xfrm>
      </p:grpSpPr>
      <p:sp>
        <p:nvSpPr>
          <p:cNvPr id="365" name="Google Shape;365;p45"/>
          <p:cNvSpPr txBox="1">
            <a:spLocks noGrp="1"/>
          </p:cNvSpPr>
          <p:nvPr>
            <p:ph type="title"/>
          </p:nvPr>
        </p:nvSpPr>
        <p:spPr>
          <a:xfrm>
            <a:off x="729000" y="1612800"/>
            <a:ext cx="7758600" cy="738900"/>
          </a:xfrm>
          <a:prstGeom prst="rect">
            <a:avLst/>
          </a:prstGeom>
        </p:spPr>
        <p:txBody>
          <a:bodyPr spcFirstLastPara="1" wrap="square" lIns="0" tIns="91425" rIns="0" bIns="91425" anchor="t" anchorCtr="0">
            <a:spAutoFit/>
          </a:bodyPr>
          <a:lstStyle/>
          <a:p>
            <a:pPr marL="0" lvl="0" indent="0" algn="l" rtl="0">
              <a:spcBef>
                <a:spcPts val="0"/>
              </a:spcBef>
              <a:spcAft>
                <a:spcPts val="0"/>
              </a:spcAft>
              <a:buNone/>
            </a:pPr>
            <a:r>
              <a:rPr lang="fr" sz="3600"/>
              <a:t>Les images</a:t>
            </a:r>
            <a:endParaRPr sz="3600"/>
          </a:p>
        </p:txBody>
      </p:sp>
      <p:sp>
        <p:nvSpPr>
          <p:cNvPr id="366" name="Google Shape;366;p45"/>
          <p:cNvSpPr txBox="1"/>
          <p:nvPr/>
        </p:nvSpPr>
        <p:spPr>
          <a:xfrm>
            <a:off x="706525" y="2628275"/>
            <a:ext cx="4719600" cy="1087800"/>
          </a:xfrm>
          <a:prstGeom prst="rect">
            <a:avLst/>
          </a:prstGeom>
          <a:noFill/>
          <a:ln>
            <a:noFill/>
          </a:ln>
        </p:spPr>
        <p:txBody>
          <a:bodyPr spcFirstLastPara="1" wrap="square" lIns="91425" tIns="91425" rIns="91425" bIns="91425" anchor="t" anchorCtr="0">
            <a:spAutoFit/>
          </a:bodyPr>
          <a:lstStyle/>
          <a:p>
            <a:pPr marL="457200" lvl="0" indent="-317500" algn="l" rtl="0">
              <a:spcBef>
                <a:spcPts val="0"/>
              </a:spcBef>
              <a:spcAft>
                <a:spcPts val="0"/>
              </a:spcAft>
              <a:buClr>
                <a:schemeClr val="accent6"/>
              </a:buClr>
              <a:buSzPts val="1400"/>
              <a:buFont typeface="Outfit"/>
              <a:buChar char="➔"/>
            </a:pPr>
            <a:r>
              <a:rPr lang="fr">
                <a:solidFill>
                  <a:schemeClr val="accent3"/>
                </a:solidFill>
                <a:latin typeface="Outfit"/>
                <a:ea typeface="Outfit"/>
                <a:cs typeface="Outfit"/>
                <a:sym typeface="Outfit"/>
              </a:rPr>
              <a:t>Alternatives</a:t>
            </a:r>
            <a:endParaRPr>
              <a:solidFill>
                <a:schemeClr val="accent3"/>
              </a:solidFill>
              <a:latin typeface="Outfit"/>
              <a:ea typeface="Outfit"/>
              <a:cs typeface="Outfit"/>
              <a:sym typeface="Outfit"/>
            </a:endParaRPr>
          </a:p>
          <a:p>
            <a:pPr marL="457200" lvl="0" indent="-317500" algn="l" rtl="0">
              <a:spcBef>
                <a:spcPts val="1000"/>
              </a:spcBef>
              <a:spcAft>
                <a:spcPts val="0"/>
              </a:spcAft>
              <a:buClr>
                <a:schemeClr val="accent6"/>
              </a:buClr>
              <a:buSzPts val="1400"/>
              <a:buFont typeface="Outfit"/>
              <a:buChar char="➔"/>
            </a:pPr>
            <a:r>
              <a:rPr lang="fr">
                <a:solidFill>
                  <a:schemeClr val="accent3"/>
                </a:solidFill>
                <a:latin typeface="Outfit"/>
                <a:ea typeface="Outfit"/>
                <a:cs typeface="Outfit"/>
                <a:sym typeface="Outfit"/>
              </a:rPr>
              <a:t>Contrastes</a:t>
            </a:r>
            <a:endParaRPr>
              <a:solidFill>
                <a:schemeClr val="accent3"/>
              </a:solidFill>
              <a:latin typeface="Outfit"/>
              <a:ea typeface="Outfit"/>
              <a:cs typeface="Outfit"/>
              <a:sym typeface="Outfit"/>
            </a:endParaRPr>
          </a:p>
          <a:p>
            <a:pPr marL="457200" lvl="0" indent="-317500" algn="l" rtl="0">
              <a:spcBef>
                <a:spcPts val="1000"/>
              </a:spcBef>
              <a:spcAft>
                <a:spcPts val="1000"/>
              </a:spcAft>
              <a:buClr>
                <a:schemeClr val="accent6"/>
              </a:buClr>
              <a:buSzPts val="1400"/>
              <a:buFont typeface="Outfit"/>
              <a:buChar char="➔"/>
            </a:pPr>
            <a:r>
              <a:rPr lang="fr">
                <a:solidFill>
                  <a:schemeClr val="accent3"/>
                </a:solidFill>
                <a:latin typeface="Outfit"/>
                <a:ea typeface="Outfit"/>
                <a:cs typeface="Outfit"/>
                <a:sym typeface="Outfit"/>
              </a:rPr>
              <a:t>Gifs animés</a:t>
            </a:r>
            <a:endParaRPr>
              <a:solidFill>
                <a:schemeClr val="accent3"/>
              </a:solidFill>
              <a:latin typeface="Outfit"/>
              <a:ea typeface="Outfit"/>
              <a:cs typeface="Outfit"/>
              <a:sym typeface="Outfit"/>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370"/>
        <p:cNvGrpSpPr/>
        <p:nvPr/>
      </p:nvGrpSpPr>
      <p:grpSpPr>
        <a:xfrm>
          <a:off x="0" y="0"/>
          <a:ext cx="0" cy="0"/>
          <a:chOff x="0" y="0"/>
          <a:chExt cx="0" cy="0"/>
        </a:xfrm>
      </p:grpSpPr>
      <p:sp>
        <p:nvSpPr>
          <p:cNvPr id="371" name="Google Shape;371;p46"/>
          <p:cNvSpPr txBox="1">
            <a:spLocks noGrp="1"/>
          </p:cNvSpPr>
          <p:nvPr>
            <p:ph type="title"/>
          </p:nvPr>
        </p:nvSpPr>
        <p:spPr>
          <a:xfrm>
            <a:off x="310500" y="310500"/>
            <a:ext cx="8523900" cy="323100"/>
          </a:xfrm>
          <a:prstGeom prst="rect">
            <a:avLst/>
          </a:prstGeom>
        </p:spPr>
        <p:txBody>
          <a:bodyPr spcFirstLastPara="1" wrap="square" lIns="0" tIns="0" rIns="0" bIns="0" anchor="t" anchorCtr="0">
            <a:spAutoFit/>
          </a:bodyPr>
          <a:lstStyle/>
          <a:p>
            <a:pPr marL="0" lvl="0" indent="0" algn="l" rtl="0">
              <a:spcBef>
                <a:spcPts val="0"/>
              </a:spcBef>
              <a:spcAft>
                <a:spcPts val="0"/>
              </a:spcAft>
              <a:buNone/>
            </a:pPr>
            <a:r>
              <a:rPr lang="fr"/>
              <a:t>Alternatives aux images</a:t>
            </a:r>
            <a:endParaRPr/>
          </a:p>
        </p:txBody>
      </p:sp>
      <p:sp>
        <p:nvSpPr>
          <p:cNvPr id="372" name="Google Shape;372;p46"/>
          <p:cNvSpPr txBox="1">
            <a:spLocks noGrp="1"/>
          </p:cNvSpPr>
          <p:nvPr>
            <p:ph type="body" idx="1"/>
          </p:nvPr>
        </p:nvSpPr>
        <p:spPr>
          <a:xfrm>
            <a:off x="310500" y="747900"/>
            <a:ext cx="8523900" cy="4075800"/>
          </a:xfrm>
          <a:prstGeom prst="rect">
            <a:avLst/>
          </a:prstGeom>
        </p:spPr>
        <p:txBody>
          <a:bodyPr spcFirstLastPara="1" wrap="square" lIns="0" tIns="0" rIns="0" bIns="0" anchor="t" anchorCtr="0">
            <a:normAutofit/>
          </a:bodyPr>
          <a:lstStyle/>
          <a:p>
            <a:pPr marL="0" lvl="0" indent="0" algn="l" rtl="0">
              <a:spcBef>
                <a:spcPts val="0"/>
              </a:spcBef>
              <a:spcAft>
                <a:spcPts val="1000"/>
              </a:spcAft>
              <a:buNone/>
            </a:pPr>
            <a:r>
              <a:rPr lang="fr"/>
              <a:t>🎯 Objectif : </a:t>
            </a:r>
            <a:r>
              <a:rPr lang="fr" b="1"/>
              <a:t>donner du contexte</a:t>
            </a:r>
            <a:r>
              <a:rPr lang="fr"/>
              <a:t> manquant aux personnes qui ne voient pas l’image.</a:t>
            </a:r>
            <a:endParaRPr/>
          </a:p>
        </p:txBody>
      </p:sp>
      <p:sp>
        <p:nvSpPr>
          <p:cNvPr id="373" name="Google Shape;373;p46"/>
          <p:cNvSpPr txBox="1"/>
          <p:nvPr/>
        </p:nvSpPr>
        <p:spPr>
          <a:xfrm>
            <a:off x="966625" y="4823700"/>
            <a:ext cx="5108100" cy="3387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endParaRPr sz="1000">
              <a:solidFill>
                <a:schemeClr val="lt2"/>
              </a:solidFill>
              <a:latin typeface="Outfit"/>
              <a:ea typeface="Outfit"/>
              <a:cs typeface="Outfit"/>
              <a:sym typeface="Outfit"/>
            </a:endParaRPr>
          </a:p>
        </p:txBody>
      </p:sp>
      <p:pic>
        <p:nvPicPr>
          <p:cNvPr id="374" name="Google Shape;374;p46"/>
          <p:cNvPicPr preferRelativeResize="0"/>
          <p:nvPr/>
        </p:nvPicPr>
        <p:blipFill rotWithShape="1">
          <a:blip r:embed="rId3">
            <a:alphaModFix/>
          </a:blip>
          <a:srcRect t="58033"/>
          <a:stretch/>
        </p:blipFill>
        <p:spPr>
          <a:xfrm>
            <a:off x="5091200" y="3224079"/>
            <a:ext cx="3519875" cy="1599625"/>
          </a:xfrm>
          <a:prstGeom prst="rect">
            <a:avLst/>
          </a:prstGeom>
          <a:noFill/>
          <a:ln>
            <a:noFill/>
          </a:ln>
        </p:spPr>
      </p:pic>
      <p:pic>
        <p:nvPicPr>
          <p:cNvPr id="375" name="Google Shape;375;p46"/>
          <p:cNvPicPr preferRelativeResize="0"/>
          <p:nvPr/>
        </p:nvPicPr>
        <p:blipFill rotWithShape="1">
          <a:blip r:embed="rId3">
            <a:alphaModFix/>
          </a:blip>
          <a:srcRect b="81146"/>
          <a:stretch/>
        </p:blipFill>
        <p:spPr>
          <a:xfrm>
            <a:off x="5091200" y="2505450"/>
            <a:ext cx="3519875" cy="718625"/>
          </a:xfrm>
          <a:prstGeom prst="rect">
            <a:avLst/>
          </a:prstGeom>
          <a:noFill/>
          <a:ln>
            <a:noFill/>
          </a:ln>
        </p:spPr>
      </p:pic>
      <p:pic>
        <p:nvPicPr>
          <p:cNvPr id="376" name="Google Shape;376;p46"/>
          <p:cNvPicPr preferRelativeResize="0"/>
          <p:nvPr/>
        </p:nvPicPr>
        <p:blipFill>
          <a:blip r:embed="rId4">
            <a:alphaModFix/>
          </a:blip>
          <a:stretch>
            <a:fillRect/>
          </a:stretch>
        </p:blipFill>
        <p:spPr>
          <a:xfrm>
            <a:off x="5091200" y="992920"/>
            <a:ext cx="3519875" cy="1883605"/>
          </a:xfrm>
          <a:prstGeom prst="rect">
            <a:avLst/>
          </a:prstGeom>
          <a:noFill/>
          <a:ln>
            <a:noFill/>
          </a:ln>
        </p:spPr>
      </p:pic>
      <p:pic>
        <p:nvPicPr>
          <p:cNvPr id="377" name="Google Shape;377;p46"/>
          <p:cNvPicPr preferRelativeResize="0"/>
          <p:nvPr/>
        </p:nvPicPr>
        <p:blipFill>
          <a:blip r:embed="rId5">
            <a:alphaModFix/>
          </a:blip>
          <a:stretch>
            <a:fillRect/>
          </a:stretch>
        </p:blipFill>
        <p:spPr>
          <a:xfrm>
            <a:off x="266150" y="1236050"/>
            <a:ext cx="3340591" cy="2140125"/>
          </a:xfrm>
          <a:prstGeom prst="rect">
            <a:avLst/>
          </a:prstGeom>
          <a:noFill/>
          <a:ln>
            <a:noFill/>
          </a:ln>
        </p:spPr>
      </p:pic>
      <p:pic>
        <p:nvPicPr>
          <p:cNvPr id="378" name="Google Shape;378;p46"/>
          <p:cNvPicPr preferRelativeResize="0"/>
          <p:nvPr/>
        </p:nvPicPr>
        <p:blipFill>
          <a:blip r:embed="rId6">
            <a:alphaModFix/>
          </a:blip>
          <a:stretch>
            <a:fillRect/>
          </a:stretch>
        </p:blipFill>
        <p:spPr>
          <a:xfrm>
            <a:off x="1756375" y="2729750"/>
            <a:ext cx="2581801" cy="2289576"/>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382"/>
        <p:cNvGrpSpPr/>
        <p:nvPr/>
      </p:nvGrpSpPr>
      <p:grpSpPr>
        <a:xfrm>
          <a:off x="0" y="0"/>
          <a:ext cx="0" cy="0"/>
          <a:chOff x="0" y="0"/>
          <a:chExt cx="0" cy="0"/>
        </a:xfrm>
      </p:grpSpPr>
      <p:sp>
        <p:nvSpPr>
          <p:cNvPr id="383" name="Google Shape;383;p47"/>
          <p:cNvSpPr txBox="1">
            <a:spLocks noGrp="1"/>
          </p:cNvSpPr>
          <p:nvPr>
            <p:ph type="title"/>
          </p:nvPr>
        </p:nvSpPr>
        <p:spPr>
          <a:xfrm>
            <a:off x="310500" y="310500"/>
            <a:ext cx="8523900" cy="323100"/>
          </a:xfrm>
          <a:prstGeom prst="rect">
            <a:avLst/>
          </a:prstGeom>
        </p:spPr>
        <p:txBody>
          <a:bodyPr spcFirstLastPara="1" wrap="square" lIns="0" tIns="0" rIns="0" bIns="0" anchor="t" anchorCtr="0">
            <a:spAutoFit/>
          </a:bodyPr>
          <a:lstStyle/>
          <a:p>
            <a:pPr marL="0" lvl="0" indent="0" algn="l" rtl="0">
              <a:spcBef>
                <a:spcPts val="0"/>
              </a:spcBef>
              <a:spcAft>
                <a:spcPts val="0"/>
              </a:spcAft>
              <a:buNone/>
            </a:pPr>
            <a:r>
              <a:rPr lang="fr"/>
              <a:t>Alternatives aux images</a:t>
            </a:r>
            <a:endParaRPr/>
          </a:p>
        </p:txBody>
      </p:sp>
      <p:sp>
        <p:nvSpPr>
          <p:cNvPr id="384" name="Google Shape;384;p47"/>
          <p:cNvSpPr txBox="1">
            <a:spLocks noGrp="1"/>
          </p:cNvSpPr>
          <p:nvPr>
            <p:ph type="body" idx="1"/>
          </p:nvPr>
        </p:nvSpPr>
        <p:spPr>
          <a:xfrm>
            <a:off x="310500" y="915450"/>
            <a:ext cx="3128100" cy="3526500"/>
          </a:xfrm>
          <a:prstGeom prst="rect">
            <a:avLst/>
          </a:prstGeom>
        </p:spPr>
        <p:txBody>
          <a:bodyPr spcFirstLastPara="1" wrap="square" lIns="0" tIns="0" rIns="0" bIns="0" anchor="t" anchorCtr="0">
            <a:noAutofit/>
          </a:bodyPr>
          <a:lstStyle/>
          <a:p>
            <a:pPr marL="0" lvl="0" indent="0" algn="l" rtl="0">
              <a:spcBef>
                <a:spcPts val="0"/>
              </a:spcBef>
              <a:spcAft>
                <a:spcPts val="0"/>
              </a:spcAft>
              <a:buNone/>
            </a:pPr>
            <a:r>
              <a:rPr lang="fr"/>
              <a:t>Comment bien rédiger une alternative ?</a:t>
            </a:r>
            <a:endParaRPr/>
          </a:p>
          <a:p>
            <a:pPr marL="457200" lvl="0" indent="-317500" algn="l" rtl="0">
              <a:spcBef>
                <a:spcPts val="1000"/>
              </a:spcBef>
              <a:spcAft>
                <a:spcPts val="0"/>
              </a:spcAft>
              <a:buClr>
                <a:schemeClr val="accent6"/>
              </a:buClr>
              <a:buSzPts val="1400"/>
              <a:buChar char="➔"/>
            </a:pPr>
            <a:r>
              <a:rPr lang="fr" b="1"/>
              <a:t>Visuel</a:t>
            </a:r>
            <a:r>
              <a:rPr lang="fr"/>
              <a:t> : décrire ce qui vous paraît important (il n’y a pas qu’une seule manière de faire !)</a:t>
            </a:r>
            <a:endParaRPr/>
          </a:p>
          <a:p>
            <a:pPr marL="457200" lvl="0" indent="-317500" algn="l" rtl="0">
              <a:spcBef>
                <a:spcPts val="1000"/>
              </a:spcBef>
              <a:spcAft>
                <a:spcPts val="0"/>
              </a:spcAft>
              <a:buClr>
                <a:schemeClr val="accent6"/>
              </a:buClr>
              <a:buSzPts val="1400"/>
              <a:buChar char="➔"/>
            </a:pPr>
            <a:r>
              <a:rPr lang="fr" b="1"/>
              <a:t>Avec du texte</a:t>
            </a:r>
            <a:r>
              <a:rPr lang="fr"/>
              <a:t> : intégrer le texte important dans la description</a:t>
            </a:r>
            <a:endParaRPr/>
          </a:p>
          <a:p>
            <a:pPr marL="457200" lvl="0" indent="-317500" algn="l" rtl="0">
              <a:spcBef>
                <a:spcPts val="1000"/>
              </a:spcBef>
              <a:spcAft>
                <a:spcPts val="0"/>
              </a:spcAft>
              <a:buClr>
                <a:schemeClr val="accent6"/>
              </a:buClr>
              <a:buSzPts val="1400"/>
              <a:buChar char="➔"/>
            </a:pPr>
            <a:r>
              <a:rPr lang="fr"/>
              <a:t>⚠️ </a:t>
            </a:r>
            <a:r>
              <a:rPr lang="fr" b="1"/>
              <a:t>Image décorative </a:t>
            </a:r>
            <a:r>
              <a:rPr lang="fr"/>
              <a:t>: prévenir avec la mention « image décorative » </a:t>
            </a:r>
            <a:r>
              <a:rPr lang="fr" sz="900">
                <a:solidFill>
                  <a:schemeClr val="lt2"/>
                </a:solidFill>
              </a:rPr>
              <a:t>(contrairement au web)</a:t>
            </a:r>
            <a:endParaRPr sz="900">
              <a:solidFill>
                <a:schemeClr val="lt2"/>
              </a:solidFill>
            </a:endParaRPr>
          </a:p>
          <a:p>
            <a:pPr marL="0" lvl="0" indent="0" algn="l" rtl="0">
              <a:spcBef>
                <a:spcPts val="1000"/>
              </a:spcBef>
              <a:spcAft>
                <a:spcPts val="1200"/>
              </a:spcAft>
              <a:buNone/>
            </a:pPr>
            <a:endParaRPr/>
          </a:p>
        </p:txBody>
      </p:sp>
      <p:sp>
        <p:nvSpPr>
          <p:cNvPr id="385" name="Google Shape;385;p47"/>
          <p:cNvSpPr txBox="1">
            <a:spLocks noGrp="1"/>
          </p:cNvSpPr>
          <p:nvPr>
            <p:ph type="body" idx="2"/>
          </p:nvPr>
        </p:nvSpPr>
        <p:spPr>
          <a:xfrm>
            <a:off x="310500" y="4750006"/>
            <a:ext cx="8523900" cy="393600"/>
          </a:xfrm>
          <a:prstGeom prst="rect">
            <a:avLst/>
          </a:prstGeom>
        </p:spPr>
        <p:txBody>
          <a:bodyPr spcFirstLastPara="1" wrap="square" lIns="0" tIns="0" rIns="0" bIns="172800" anchor="b" anchorCtr="0">
            <a:noAutofit/>
          </a:bodyPr>
          <a:lstStyle/>
          <a:p>
            <a:pPr marL="0" lvl="0" indent="0" algn="l" rtl="0">
              <a:spcBef>
                <a:spcPts val="0"/>
              </a:spcBef>
              <a:spcAft>
                <a:spcPts val="0"/>
              </a:spcAft>
              <a:buNone/>
            </a:pPr>
            <a:r>
              <a:rPr lang="fr" sz="1000"/>
              <a:t>Source : </a:t>
            </a:r>
            <a:r>
              <a:rPr lang="fr" sz="1000" u="sng">
                <a:solidFill>
                  <a:schemeClr val="hlink"/>
                </a:solidFill>
                <a:hlinkClick r:id="rId3"/>
              </a:rPr>
              <a:t>w3.org/WAI/tutorials/images/decision-tree/fr</a:t>
            </a:r>
            <a:endParaRPr/>
          </a:p>
        </p:txBody>
      </p:sp>
      <p:pic>
        <p:nvPicPr>
          <p:cNvPr id="386" name="Google Shape;386;p47" title="Capture d’écran 2025-04-01 à 12.21.07.png"/>
          <p:cNvPicPr preferRelativeResize="0"/>
          <p:nvPr/>
        </p:nvPicPr>
        <p:blipFill rotWithShape="1">
          <a:blip r:embed="rId4">
            <a:alphaModFix/>
          </a:blip>
          <a:srcRect t="7149"/>
          <a:stretch/>
        </p:blipFill>
        <p:spPr>
          <a:xfrm>
            <a:off x="4105923" y="722075"/>
            <a:ext cx="6812475" cy="3321225"/>
          </a:xfrm>
          <a:prstGeom prst="rect">
            <a:avLst/>
          </a:prstGeom>
          <a:noFill/>
          <a:ln w="228600" cap="flat" cmpd="sng">
            <a:solidFill>
              <a:srgbClr val="000000"/>
            </a:solidFill>
            <a:prstDash val="solid"/>
            <a:round/>
            <a:headEnd type="none" w="sm" len="sm"/>
            <a:tailEnd type="none" w="sm" len="sm"/>
          </a:ln>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390"/>
        <p:cNvGrpSpPr/>
        <p:nvPr/>
      </p:nvGrpSpPr>
      <p:grpSpPr>
        <a:xfrm>
          <a:off x="0" y="0"/>
          <a:ext cx="0" cy="0"/>
          <a:chOff x="0" y="0"/>
          <a:chExt cx="0" cy="0"/>
        </a:xfrm>
      </p:grpSpPr>
      <p:sp>
        <p:nvSpPr>
          <p:cNvPr id="391" name="Google Shape;391;p48"/>
          <p:cNvSpPr txBox="1">
            <a:spLocks noGrp="1"/>
          </p:cNvSpPr>
          <p:nvPr>
            <p:ph type="title"/>
          </p:nvPr>
        </p:nvSpPr>
        <p:spPr>
          <a:xfrm>
            <a:off x="310500" y="310500"/>
            <a:ext cx="8523900" cy="323100"/>
          </a:xfrm>
          <a:prstGeom prst="rect">
            <a:avLst/>
          </a:prstGeom>
        </p:spPr>
        <p:txBody>
          <a:bodyPr spcFirstLastPara="1" wrap="square" lIns="0" tIns="0" rIns="0" bIns="0" anchor="t" anchorCtr="0">
            <a:spAutoFit/>
          </a:bodyPr>
          <a:lstStyle/>
          <a:p>
            <a:pPr marL="0" lvl="0" indent="0" algn="l" rtl="0">
              <a:spcBef>
                <a:spcPts val="0"/>
              </a:spcBef>
              <a:spcAft>
                <a:spcPts val="0"/>
              </a:spcAft>
              <a:buNone/>
            </a:pPr>
            <a:r>
              <a:rPr lang="fr"/>
              <a:t>Alternatives aux images</a:t>
            </a:r>
            <a:endParaRPr/>
          </a:p>
        </p:txBody>
      </p:sp>
      <p:sp>
        <p:nvSpPr>
          <p:cNvPr id="392" name="Google Shape;392;p48"/>
          <p:cNvSpPr txBox="1">
            <a:spLocks noGrp="1"/>
          </p:cNvSpPr>
          <p:nvPr>
            <p:ph type="body" idx="1"/>
          </p:nvPr>
        </p:nvSpPr>
        <p:spPr>
          <a:xfrm>
            <a:off x="310500" y="747900"/>
            <a:ext cx="8523900" cy="4075800"/>
          </a:xfrm>
          <a:prstGeom prst="rect">
            <a:avLst/>
          </a:prstGeom>
        </p:spPr>
        <p:txBody>
          <a:bodyPr spcFirstLastPara="1" wrap="square" lIns="0" tIns="0" rIns="0" bIns="0" anchor="t" anchorCtr="0">
            <a:normAutofit/>
          </a:bodyPr>
          <a:lstStyle/>
          <a:p>
            <a:pPr marL="0" lvl="0" indent="0" algn="l" rtl="0">
              <a:spcBef>
                <a:spcPts val="0"/>
              </a:spcBef>
              <a:spcAft>
                <a:spcPts val="1200"/>
              </a:spcAft>
              <a:buNone/>
            </a:pPr>
            <a:r>
              <a:rPr lang="fr"/>
              <a:t>À chaque plateforme son moyen technique </a:t>
            </a:r>
            <a:endParaRPr/>
          </a:p>
        </p:txBody>
      </p:sp>
      <p:sp>
        <p:nvSpPr>
          <p:cNvPr id="393" name="Google Shape;393;p48"/>
          <p:cNvSpPr txBox="1">
            <a:spLocks noGrp="1"/>
          </p:cNvSpPr>
          <p:nvPr>
            <p:ph type="body" idx="2"/>
          </p:nvPr>
        </p:nvSpPr>
        <p:spPr>
          <a:xfrm>
            <a:off x="310500" y="4563750"/>
            <a:ext cx="1622700" cy="393600"/>
          </a:xfrm>
          <a:prstGeom prst="rect">
            <a:avLst/>
          </a:prstGeom>
        </p:spPr>
        <p:txBody>
          <a:bodyPr spcFirstLastPara="1" wrap="square" lIns="0" tIns="0" rIns="0" bIns="172800" anchor="ctr" anchorCtr="0">
            <a:noAutofit/>
          </a:bodyPr>
          <a:lstStyle/>
          <a:p>
            <a:pPr marL="0" lvl="0" indent="0" algn="l" rtl="0">
              <a:spcBef>
                <a:spcPts val="0"/>
              </a:spcBef>
              <a:spcAft>
                <a:spcPts val="0"/>
              </a:spcAft>
              <a:buNone/>
            </a:pPr>
            <a:r>
              <a:rPr lang="fr"/>
              <a:t>Linkedin</a:t>
            </a:r>
            <a:endParaRPr/>
          </a:p>
        </p:txBody>
      </p:sp>
      <p:pic>
        <p:nvPicPr>
          <p:cNvPr id="394" name="Google Shape;394;p48"/>
          <p:cNvPicPr preferRelativeResize="0"/>
          <p:nvPr/>
        </p:nvPicPr>
        <p:blipFill>
          <a:blip r:embed="rId3">
            <a:alphaModFix/>
          </a:blip>
          <a:stretch>
            <a:fillRect/>
          </a:stretch>
        </p:blipFill>
        <p:spPr>
          <a:xfrm>
            <a:off x="310499" y="1170600"/>
            <a:ext cx="5036027" cy="3334401"/>
          </a:xfrm>
          <a:prstGeom prst="rect">
            <a:avLst/>
          </a:prstGeom>
          <a:noFill/>
          <a:ln w="19050" cap="flat" cmpd="sng">
            <a:solidFill>
              <a:schemeClr val="lt2"/>
            </a:solidFill>
            <a:prstDash val="solid"/>
            <a:round/>
            <a:headEnd type="none" w="sm" len="sm"/>
            <a:tailEnd type="none" w="sm" len="sm"/>
          </a:ln>
        </p:spPr>
      </p:pic>
      <p:pic>
        <p:nvPicPr>
          <p:cNvPr id="395" name="Google Shape;395;p48"/>
          <p:cNvPicPr preferRelativeResize="0"/>
          <p:nvPr/>
        </p:nvPicPr>
        <p:blipFill>
          <a:blip r:embed="rId4">
            <a:alphaModFix/>
          </a:blip>
          <a:stretch>
            <a:fillRect/>
          </a:stretch>
        </p:blipFill>
        <p:spPr>
          <a:xfrm>
            <a:off x="5507102" y="190324"/>
            <a:ext cx="3594199" cy="1932225"/>
          </a:xfrm>
          <a:prstGeom prst="rect">
            <a:avLst/>
          </a:prstGeom>
          <a:noFill/>
          <a:ln w="19050" cap="flat" cmpd="sng">
            <a:solidFill>
              <a:schemeClr val="lt2"/>
            </a:solidFill>
            <a:prstDash val="solid"/>
            <a:round/>
            <a:headEnd type="none" w="sm" len="sm"/>
            <a:tailEnd type="none" w="sm" len="sm"/>
          </a:ln>
        </p:spPr>
      </p:pic>
      <p:sp>
        <p:nvSpPr>
          <p:cNvPr id="396" name="Google Shape;396;p48"/>
          <p:cNvSpPr txBox="1">
            <a:spLocks noGrp="1"/>
          </p:cNvSpPr>
          <p:nvPr>
            <p:ph type="body" idx="2"/>
          </p:nvPr>
        </p:nvSpPr>
        <p:spPr>
          <a:xfrm>
            <a:off x="5507100" y="2178150"/>
            <a:ext cx="1622700" cy="393600"/>
          </a:xfrm>
          <a:prstGeom prst="rect">
            <a:avLst/>
          </a:prstGeom>
        </p:spPr>
        <p:txBody>
          <a:bodyPr spcFirstLastPara="1" wrap="square" lIns="0" tIns="0" rIns="0" bIns="172800" anchor="ctr" anchorCtr="0">
            <a:noAutofit/>
          </a:bodyPr>
          <a:lstStyle/>
          <a:p>
            <a:pPr marL="0" lvl="0" indent="0" algn="l" rtl="0">
              <a:spcBef>
                <a:spcPts val="0"/>
              </a:spcBef>
              <a:spcAft>
                <a:spcPts val="0"/>
              </a:spcAft>
              <a:buNone/>
            </a:pPr>
            <a:r>
              <a:rPr lang="fr"/>
              <a:t>Mastodon</a:t>
            </a:r>
            <a:endParaRPr/>
          </a:p>
        </p:txBody>
      </p:sp>
      <p:pic>
        <p:nvPicPr>
          <p:cNvPr id="397" name="Google Shape;397;p48"/>
          <p:cNvPicPr preferRelativeResize="0"/>
          <p:nvPr/>
        </p:nvPicPr>
        <p:blipFill>
          <a:blip r:embed="rId5">
            <a:alphaModFix/>
          </a:blip>
          <a:stretch>
            <a:fillRect/>
          </a:stretch>
        </p:blipFill>
        <p:spPr>
          <a:xfrm>
            <a:off x="6643775" y="1755875"/>
            <a:ext cx="2457525" cy="3067825"/>
          </a:xfrm>
          <a:prstGeom prst="rect">
            <a:avLst/>
          </a:prstGeom>
          <a:noFill/>
          <a:ln w="19050" cap="flat" cmpd="sng">
            <a:solidFill>
              <a:schemeClr val="lt2"/>
            </a:solidFill>
            <a:prstDash val="solid"/>
            <a:round/>
            <a:headEnd type="none" w="sm" len="sm"/>
            <a:tailEnd type="none" w="sm" len="sm"/>
          </a:ln>
        </p:spPr>
      </p:pic>
      <p:sp>
        <p:nvSpPr>
          <p:cNvPr id="398" name="Google Shape;398;p48"/>
          <p:cNvSpPr txBox="1">
            <a:spLocks noGrp="1"/>
          </p:cNvSpPr>
          <p:nvPr>
            <p:ph type="body" idx="2"/>
          </p:nvPr>
        </p:nvSpPr>
        <p:spPr>
          <a:xfrm>
            <a:off x="6643775" y="4902300"/>
            <a:ext cx="1622700" cy="393600"/>
          </a:xfrm>
          <a:prstGeom prst="rect">
            <a:avLst/>
          </a:prstGeom>
        </p:spPr>
        <p:txBody>
          <a:bodyPr spcFirstLastPara="1" wrap="square" lIns="0" tIns="0" rIns="0" bIns="172800" anchor="ctr" anchorCtr="0">
            <a:noAutofit/>
          </a:bodyPr>
          <a:lstStyle/>
          <a:p>
            <a:pPr marL="0" lvl="0" indent="0" algn="l" rtl="0">
              <a:spcBef>
                <a:spcPts val="0"/>
              </a:spcBef>
              <a:spcAft>
                <a:spcPts val="0"/>
              </a:spcAft>
              <a:buNone/>
            </a:pPr>
            <a:r>
              <a:rPr lang="fr"/>
              <a:t>X/Twitter</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402"/>
        <p:cNvGrpSpPr/>
        <p:nvPr/>
      </p:nvGrpSpPr>
      <p:grpSpPr>
        <a:xfrm>
          <a:off x="0" y="0"/>
          <a:ext cx="0" cy="0"/>
          <a:chOff x="0" y="0"/>
          <a:chExt cx="0" cy="0"/>
        </a:xfrm>
      </p:grpSpPr>
      <p:sp>
        <p:nvSpPr>
          <p:cNvPr id="403" name="Google Shape;403;p49"/>
          <p:cNvSpPr txBox="1">
            <a:spLocks noGrp="1"/>
          </p:cNvSpPr>
          <p:nvPr>
            <p:ph type="title"/>
          </p:nvPr>
        </p:nvSpPr>
        <p:spPr>
          <a:xfrm>
            <a:off x="310500" y="310500"/>
            <a:ext cx="8523900" cy="323100"/>
          </a:xfrm>
          <a:prstGeom prst="rect">
            <a:avLst/>
          </a:prstGeom>
        </p:spPr>
        <p:txBody>
          <a:bodyPr spcFirstLastPara="1" wrap="square" lIns="0" tIns="0" rIns="0" bIns="0" anchor="t" anchorCtr="0">
            <a:spAutoFit/>
          </a:bodyPr>
          <a:lstStyle/>
          <a:p>
            <a:pPr marL="0" lvl="0" indent="0" algn="l" rtl="0">
              <a:spcBef>
                <a:spcPts val="0"/>
              </a:spcBef>
              <a:spcAft>
                <a:spcPts val="0"/>
              </a:spcAft>
              <a:buNone/>
            </a:pPr>
            <a:r>
              <a:rPr lang="fr"/>
              <a:t>Contrastes des images</a:t>
            </a:r>
            <a:endParaRPr/>
          </a:p>
        </p:txBody>
      </p:sp>
      <p:sp>
        <p:nvSpPr>
          <p:cNvPr id="404" name="Google Shape;404;p49"/>
          <p:cNvSpPr txBox="1">
            <a:spLocks noGrp="1"/>
          </p:cNvSpPr>
          <p:nvPr>
            <p:ph type="body" idx="1"/>
          </p:nvPr>
        </p:nvSpPr>
        <p:spPr>
          <a:xfrm>
            <a:off x="310500" y="747900"/>
            <a:ext cx="3396300" cy="3313800"/>
          </a:xfrm>
          <a:prstGeom prst="rect">
            <a:avLst/>
          </a:prstGeom>
        </p:spPr>
        <p:txBody>
          <a:bodyPr spcFirstLastPara="1" wrap="square" lIns="0" tIns="0" rIns="0" bIns="0" anchor="t" anchorCtr="0">
            <a:normAutofit/>
          </a:bodyPr>
          <a:lstStyle/>
          <a:p>
            <a:pPr marL="457200" lvl="0" indent="-317500" algn="l" rtl="0">
              <a:spcBef>
                <a:spcPts val="0"/>
              </a:spcBef>
              <a:spcAft>
                <a:spcPts val="0"/>
              </a:spcAft>
              <a:buClr>
                <a:schemeClr val="accent6"/>
              </a:buClr>
              <a:buSzPts val="1400"/>
              <a:buChar char="➔"/>
            </a:pPr>
            <a:r>
              <a:rPr lang="fr"/>
              <a:t>Respecter un contraste suffisant si le texte est sur une image ou une couleur de fond : </a:t>
            </a:r>
            <a:r>
              <a:rPr lang="fr" b="1"/>
              <a:t>au moins 4.5:1 </a:t>
            </a:r>
            <a:endParaRPr b="1">
              <a:solidFill>
                <a:srgbClr val="000000"/>
              </a:solidFill>
              <a:latin typeface="Arial"/>
              <a:ea typeface="Arial"/>
              <a:cs typeface="Arial"/>
              <a:sym typeface="Arial"/>
            </a:endParaRPr>
          </a:p>
          <a:p>
            <a:pPr marL="457200" lvl="0" indent="-317500" algn="l" rtl="0">
              <a:spcBef>
                <a:spcPts val="1000"/>
              </a:spcBef>
              <a:spcAft>
                <a:spcPts val="0"/>
              </a:spcAft>
              <a:buClr>
                <a:schemeClr val="accent6"/>
              </a:buClr>
              <a:buSzPts val="1400"/>
              <a:buChar char="➔"/>
            </a:pPr>
            <a:r>
              <a:rPr lang="fr"/>
              <a:t>Jouer avec les effets graphiques (overlay sur l’image, fond coloré sous le texte…)</a:t>
            </a:r>
            <a:endParaRPr/>
          </a:p>
        </p:txBody>
      </p:sp>
      <p:pic>
        <p:nvPicPr>
          <p:cNvPr id="405" name="Google Shape;405;p49"/>
          <p:cNvPicPr preferRelativeResize="0"/>
          <p:nvPr/>
        </p:nvPicPr>
        <p:blipFill>
          <a:blip r:embed="rId3">
            <a:alphaModFix/>
          </a:blip>
          <a:stretch>
            <a:fillRect/>
          </a:stretch>
        </p:blipFill>
        <p:spPr>
          <a:xfrm>
            <a:off x="4187650" y="747900"/>
            <a:ext cx="5741150" cy="3678025"/>
          </a:xfrm>
          <a:prstGeom prst="rect">
            <a:avLst/>
          </a:prstGeom>
          <a:noFill/>
          <a:ln>
            <a:noFill/>
          </a:ln>
        </p:spPr>
      </p:pic>
      <p:cxnSp>
        <p:nvCxnSpPr>
          <p:cNvPr id="406" name="Google Shape;406;p49"/>
          <p:cNvCxnSpPr/>
          <p:nvPr/>
        </p:nvCxnSpPr>
        <p:spPr>
          <a:xfrm rot="10800000" flipH="1">
            <a:off x="4097075" y="1590025"/>
            <a:ext cx="519600" cy="183600"/>
          </a:xfrm>
          <a:prstGeom prst="straightConnector1">
            <a:avLst/>
          </a:prstGeom>
          <a:noFill/>
          <a:ln w="28575" cap="flat" cmpd="sng">
            <a:solidFill>
              <a:srgbClr val="FF0000"/>
            </a:solidFill>
            <a:prstDash val="solid"/>
            <a:round/>
            <a:headEnd type="none" w="med" len="med"/>
            <a:tailEnd type="triangle" w="med" len="med"/>
          </a:ln>
        </p:spPr>
      </p:cxnSp>
      <p:cxnSp>
        <p:nvCxnSpPr>
          <p:cNvPr id="407" name="Google Shape;407;p49"/>
          <p:cNvCxnSpPr/>
          <p:nvPr/>
        </p:nvCxnSpPr>
        <p:spPr>
          <a:xfrm rot="10800000" flipH="1">
            <a:off x="4052725" y="2260250"/>
            <a:ext cx="1359300" cy="480000"/>
          </a:xfrm>
          <a:prstGeom prst="straightConnector1">
            <a:avLst/>
          </a:prstGeom>
          <a:noFill/>
          <a:ln w="28575" cap="flat" cmpd="sng">
            <a:solidFill>
              <a:srgbClr val="FF0000"/>
            </a:solidFill>
            <a:prstDash val="solid"/>
            <a:round/>
            <a:headEnd type="none" w="med" len="med"/>
            <a:tailEnd type="triangle" w="med" len="med"/>
          </a:ln>
        </p:spPr>
      </p:cxnSp>
      <p:pic>
        <p:nvPicPr>
          <p:cNvPr id="408" name="Google Shape;408;p49"/>
          <p:cNvPicPr preferRelativeResize="0"/>
          <p:nvPr/>
        </p:nvPicPr>
        <p:blipFill>
          <a:blip r:embed="rId4">
            <a:alphaModFix/>
          </a:blip>
          <a:stretch>
            <a:fillRect/>
          </a:stretch>
        </p:blipFill>
        <p:spPr>
          <a:xfrm>
            <a:off x="310500" y="3229051"/>
            <a:ext cx="3742351" cy="1196875"/>
          </a:xfrm>
          <a:prstGeom prst="rect">
            <a:avLst/>
          </a:prstGeom>
          <a:noFill/>
          <a:ln>
            <a:noFill/>
          </a:ln>
        </p:spPr>
      </p:pic>
      <p:sp>
        <p:nvSpPr>
          <p:cNvPr id="409" name="Google Shape;409;p49"/>
          <p:cNvSpPr txBox="1"/>
          <p:nvPr/>
        </p:nvSpPr>
        <p:spPr>
          <a:xfrm>
            <a:off x="321450" y="4349725"/>
            <a:ext cx="3000000" cy="3078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None/>
            </a:pPr>
            <a:r>
              <a:rPr lang="fr" sz="800" u="sng">
                <a:solidFill>
                  <a:schemeClr val="hlink"/>
                </a:solidFill>
                <a:latin typeface="Outfit"/>
                <a:ea typeface="Outfit"/>
                <a:cs typeface="Outfit"/>
                <a:sym typeface="Outfit"/>
                <a:hlinkClick r:id="rId5"/>
              </a:rPr>
              <a:t>Outil pour aider </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413"/>
        <p:cNvGrpSpPr/>
        <p:nvPr/>
      </p:nvGrpSpPr>
      <p:grpSpPr>
        <a:xfrm>
          <a:off x="0" y="0"/>
          <a:ext cx="0" cy="0"/>
          <a:chOff x="0" y="0"/>
          <a:chExt cx="0" cy="0"/>
        </a:xfrm>
      </p:grpSpPr>
      <p:sp>
        <p:nvSpPr>
          <p:cNvPr id="414" name="Google Shape;414;p50"/>
          <p:cNvSpPr txBox="1">
            <a:spLocks noGrp="1"/>
          </p:cNvSpPr>
          <p:nvPr>
            <p:ph type="title"/>
          </p:nvPr>
        </p:nvSpPr>
        <p:spPr>
          <a:xfrm>
            <a:off x="310500" y="310500"/>
            <a:ext cx="8523900" cy="323100"/>
          </a:xfrm>
          <a:prstGeom prst="rect">
            <a:avLst/>
          </a:prstGeom>
        </p:spPr>
        <p:txBody>
          <a:bodyPr spcFirstLastPara="1" wrap="square" lIns="0" tIns="0" rIns="0" bIns="0" anchor="t" anchorCtr="0">
            <a:spAutoFit/>
          </a:bodyPr>
          <a:lstStyle/>
          <a:p>
            <a:pPr marL="0" lvl="0" indent="0" algn="l" rtl="0">
              <a:spcBef>
                <a:spcPts val="0"/>
              </a:spcBef>
              <a:spcAft>
                <a:spcPts val="0"/>
              </a:spcAft>
              <a:buNone/>
            </a:pPr>
            <a:r>
              <a:rPr lang="fr"/>
              <a:t>Gifs animés</a:t>
            </a:r>
            <a:endParaRPr/>
          </a:p>
        </p:txBody>
      </p:sp>
      <p:sp>
        <p:nvSpPr>
          <p:cNvPr id="415" name="Google Shape;415;p50"/>
          <p:cNvSpPr txBox="1">
            <a:spLocks noGrp="1"/>
          </p:cNvSpPr>
          <p:nvPr>
            <p:ph type="body" idx="1"/>
          </p:nvPr>
        </p:nvSpPr>
        <p:spPr>
          <a:xfrm>
            <a:off x="310500" y="747900"/>
            <a:ext cx="3942300" cy="4075800"/>
          </a:xfrm>
          <a:prstGeom prst="rect">
            <a:avLst/>
          </a:prstGeom>
        </p:spPr>
        <p:txBody>
          <a:bodyPr spcFirstLastPara="1" wrap="square" lIns="0" tIns="0" rIns="0" bIns="0" anchor="t" anchorCtr="0">
            <a:normAutofit/>
          </a:bodyPr>
          <a:lstStyle/>
          <a:p>
            <a:pPr marL="0" lvl="0" indent="0" algn="l" rtl="0">
              <a:spcBef>
                <a:spcPts val="0"/>
              </a:spcBef>
              <a:spcAft>
                <a:spcPts val="0"/>
              </a:spcAft>
              <a:buNone/>
            </a:pPr>
            <a:r>
              <a:rPr lang="fr"/>
              <a:t>Difficulté de </a:t>
            </a:r>
            <a:r>
              <a:rPr lang="fr" b="1"/>
              <a:t>navigation</a:t>
            </a:r>
            <a:r>
              <a:rPr lang="fr"/>
              <a:t> pour les utilisateurs ayant des troubles de l’attention.</a:t>
            </a:r>
            <a:endParaRPr/>
          </a:p>
          <a:p>
            <a:pPr marL="0" lvl="0" indent="0" algn="l" rtl="0">
              <a:spcBef>
                <a:spcPts val="1200"/>
              </a:spcBef>
              <a:spcAft>
                <a:spcPts val="1200"/>
              </a:spcAft>
              <a:buNone/>
            </a:pPr>
            <a:r>
              <a:rPr lang="fr" i="1">
                <a:solidFill>
                  <a:schemeClr val="lt2"/>
                </a:solidFill>
              </a:rPr>
              <a:t>Actuellement, seul Twitter permet aux utilisateurs de mettre les GIF en pause.</a:t>
            </a:r>
            <a:endParaRPr i="1">
              <a:solidFill>
                <a:schemeClr val="lt2"/>
              </a:solidFill>
            </a:endParaRPr>
          </a:p>
        </p:txBody>
      </p:sp>
      <p:sp>
        <p:nvSpPr>
          <p:cNvPr id="416" name="Google Shape;416;p50"/>
          <p:cNvSpPr txBox="1">
            <a:spLocks noGrp="1"/>
          </p:cNvSpPr>
          <p:nvPr>
            <p:ph type="body" idx="2"/>
          </p:nvPr>
        </p:nvSpPr>
        <p:spPr>
          <a:xfrm>
            <a:off x="310500" y="4750006"/>
            <a:ext cx="8523900" cy="393600"/>
          </a:xfrm>
          <a:prstGeom prst="rect">
            <a:avLst/>
          </a:prstGeom>
        </p:spPr>
        <p:txBody>
          <a:bodyPr spcFirstLastPara="1" wrap="square" lIns="0" tIns="0" rIns="0" bIns="172800" anchor="b" anchorCtr="0">
            <a:noAutofit/>
          </a:bodyPr>
          <a:lstStyle/>
          <a:p>
            <a:pPr marL="0" lvl="0" indent="0" algn="l" rtl="0">
              <a:spcBef>
                <a:spcPts val="0"/>
              </a:spcBef>
              <a:spcAft>
                <a:spcPts val="400"/>
              </a:spcAft>
              <a:buNone/>
            </a:pPr>
            <a:r>
              <a:rPr lang="fr"/>
              <a:t>Étude de cas : Rédaction d’alternatives pour  1000 gifs animés fréquemment utilisés / </a:t>
            </a:r>
            <a:r>
              <a:rPr lang="fr" u="sng">
                <a:solidFill>
                  <a:schemeClr val="hlink"/>
                </a:solidFill>
                <a:hlinkClick r:id="rId3"/>
              </a:rPr>
              <a:t>https://www.scribelytribe.com/case-studies/giphy</a:t>
            </a:r>
            <a:endParaRPr/>
          </a:p>
        </p:txBody>
      </p:sp>
      <p:sp>
        <p:nvSpPr>
          <p:cNvPr id="417" name="Google Shape;417;p50"/>
          <p:cNvSpPr txBox="1">
            <a:spLocks noGrp="1"/>
          </p:cNvSpPr>
          <p:nvPr>
            <p:ph type="body" idx="1"/>
          </p:nvPr>
        </p:nvSpPr>
        <p:spPr>
          <a:xfrm>
            <a:off x="4882500" y="747900"/>
            <a:ext cx="3942300" cy="4075800"/>
          </a:xfrm>
          <a:prstGeom prst="rect">
            <a:avLst/>
          </a:prstGeom>
        </p:spPr>
        <p:txBody>
          <a:bodyPr spcFirstLastPara="1" wrap="square" lIns="0" tIns="0" rIns="0" bIns="0" anchor="t" anchorCtr="0">
            <a:normAutofit/>
          </a:bodyPr>
          <a:lstStyle/>
          <a:p>
            <a:pPr marL="0" lvl="0" indent="0" algn="l" rtl="0">
              <a:spcBef>
                <a:spcPts val="0"/>
              </a:spcBef>
              <a:spcAft>
                <a:spcPts val="0"/>
              </a:spcAft>
              <a:buNone/>
            </a:pPr>
            <a:r>
              <a:rPr lang="fr"/>
              <a:t>Difficulté de </a:t>
            </a:r>
            <a:r>
              <a:rPr lang="fr" b="1"/>
              <a:t>perception</a:t>
            </a:r>
            <a:r>
              <a:rPr lang="fr"/>
              <a:t> pour les personnes utilisant une synthèse vocale.</a:t>
            </a:r>
            <a:endParaRPr/>
          </a:p>
          <a:p>
            <a:pPr marL="0" lvl="0" indent="0" algn="l" rtl="0">
              <a:spcBef>
                <a:spcPts val="1200"/>
              </a:spcBef>
              <a:spcAft>
                <a:spcPts val="1200"/>
              </a:spcAft>
              <a:buNone/>
            </a:pPr>
            <a:r>
              <a:rPr lang="fr" i="1">
                <a:solidFill>
                  <a:schemeClr val="lt2"/>
                </a:solidFill>
              </a:rPr>
              <a:t>Actuellement, peu de réseaux permettent de renseigner des alternatives aux GIF. </a:t>
            </a:r>
            <a:endParaRPr i="1">
              <a:solidFill>
                <a:schemeClr val="lt2"/>
              </a:solidFill>
            </a:endParaRPr>
          </a:p>
        </p:txBody>
      </p:sp>
      <p:sp>
        <p:nvSpPr>
          <p:cNvPr id="418" name="Google Shape;418;p50"/>
          <p:cNvSpPr/>
          <p:nvPr/>
        </p:nvSpPr>
        <p:spPr>
          <a:xfrm>
            <a:off x="310500" y="3044425"/>
            <a:ext cx="8523900" cy="1302600"/>
          </a:xfrm>
          <a:prstGeom prst="rect">
            <a:avLst/>
          </a:prstGeom>
          <a:solidFill>
            <a:srgbClr val="FFF89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fr" b="1">
                <a:solidFill>
                  <a:schemeClr val="dk1"/>
                </a:solidFill>
                <a:latin typeface="Outfit"/>
                <a:ea typeface="Outfit"/>
                <a:cs typeface="Outfit"/>
                <a:sym typeface="Outfit"/>
              </a:rPr>
              <a:t>À retenir</a:t>
            </a:r>
            <a:endParaRPr b="1">
              <a:solidFill>
                <a:schemeClr val="dk1"/>
              </a:solidFill>
              <a:latin typeface="Outfit"/>
              <a:ea typeface="Outfit"/>
              <a:cs typeface="Outfit"/>
              <a:sym typeface="Outfit"/>
            </a:endParaRPr>
          </a:p>
          <a:p>
            <a:pPr marL="0" lvl="0" indent="0" algn="l" rtl="0">
              <a:spcBef>
                <a:spcPts val="1000"/>
              </a:spcBef>
              <a:spcAft>
                <a:spcPts val="1000"/>
              </a:spcAft>
              <a:buNone/>
            </a:pPr>
            <a:r>
              <a:rPr lang="fr">
                <a:solidFill>
                  <a:schemeClr val="dk1"/>
                </a:solidFill>
                <a:latin typeface="Outfit"/>
                <a:ea typeface="Outfit"/>
                <a:cs typeface="Outfit"/>
                <a:sym typeface="Outfit"/>
              </a:rPr>
              <a:t>Éviter les gifs animés !</a:t>
            </a:r>
            <a:endParaRPr>
              <a:solidFill>
                <a:schemeClr val="dk1"/>
              </a:solidFill>
              <a:latin typeface="Outfit"/>
              <a:ea typeface="Outfit"/>
              <a:cs typeface="Outfit"/>
              <a:sym typeface="Outfit"/>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1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1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422"/>
        <p:cNvGrpSpPr/>
        <p:nvPr/>
      </p:nvGrpSpPr>
      <p:grpSpPr>
        <a:xfrm>
          <a:off x="0" y="0"/>
          <a:ext cx="0" cy="0"/>
          <a:chOff x="0" y="0"/>
          <a:chExt cx="0" cy="0"/>
        </a:xfrm>
      </p:grpSpPr>
      <p:sp>
        <p:nvSpPr>
          <p:cNvPr id="423" name="Google Shape;423;p51"/>
          <p:cNvSpPr txBox="1">
            <a:spLocks noGrp="1"/>
          </p:cNvSpPr>
          <p:nvPr>
            <p:ph type="title"/>
          </p:nvPr>
        </p:nvSpPr>
        <p:spPr>
          <a:xfrm>
            <a:off x="729000" y="1612800"/>
            <a:ext cx="7758600" cy="738900"/>
          </a:xfrm>
          <a:prstGeom prst="rect">
            <a:avLst/>
          </a:prstGeom>
        </p:spPr>
        <p:txBody>
          <a:bodyPr spcFirstLastPara="1" wrap="square" lIns="0" tIns="91425" rIns="0" bIns="91425" anchor="t" anchorCtr="0">
            <a:spAutoFit/>
          </a:bodyPr>
          <a:lstStyle/>
          <a:p>
            <a:pPr marL="0" lvl="0" indent="0" algn="l" rtl="0">
              <a:spcBef>
                <a:spcPts val="0"/>
              </a:spcBef>
              <a:spcAft>
                <a:spcPts val="0"/>
              </a:spcAft>
              <a:buNone/>
            </a:pPr>
            <a:r>
              <a:rPr lang="fr" sz="3600"/>
              <a:t>Les vidéos, audios et podcasts</a:t>
            </a:r>
            <a:endParaRPr sz="3600"/>
          </a:p>
        </p:txBody>
      </p:sp>
      <p:sp>
        <p:nvSpPr>
          <p:cNvPr id="424" name="Google Shape;424;p51"/>
          <p:cNvSpPr txBox="1"/>
          <p:nvPr/>
        </p:nvSpPr>
        <p:spPr>
          <a:xfrm>
            <a:off x="706525" y="2628275"/>
            <a:ext cx="4719600" cy="744000"/>
          </a:xfrm>
          <a:prstGeom prst="rect">
            <a:avLst/>
          </a:prstGeom>
          <a:noFill/>
          <a:ln>
            <a:noFill/>
          </a:ln>
        </p:spPr>
        <p:txBody>
          <a:bodyPr spcFirstLastPara="1" wrap="square" lIns="91425" tIns="91425" rIns="91425" bIns="91425" anchor="t" anchorCtr="0">
            <a:spAutoFit/>
          </a:bodyPr>
          <a:lstStyle/>
          <a:p>
            <a:pPr marL="457200" lvl="0" indent="-317500" algn="l" rtl="0">
              <a:spcBef>
                <a:spcPts val="0"/>
              </a:spcBef>
              <a:spcAft>
                <a:spcPts val="0"/>
              </a:spcAft>
              <a:buClr>
                <a:srgbClr val="0063CB"/>
              </a:buClr>
              <a:buSzPts val="1400"/>
              <a:buFont typeface="Outfit"/>
              <a:buChar char="➔"/>
            </a:pPr>
            <a:r>
              <a:rPr lang="fr">
                <a:solidFill>
                  <a:schemeClr val="accent3"/>
                </a:solidFill>
                <a:latin typeface="Outfit"/>
                <a:ea typeface="Outfit"/>
                <a:cs typeface="Outfit"/>
                <a:sym typeface="Outfit"/>
              </a:rPr>
              <a:t>Transcriptions</a:t>
            </a:r>
            <a:endParaRPr>
              <a:solidFill>
                <a:schemeClr val="accent3"/>
              </a:solidFill>
              <a:latin typeface="Outfit"/>
              <a:ea typeface="Outfit"/>
              <a:cs typeface="Outfit"/>
              <a:sym typeface="Outfit"/>
            </a:endParaRPr>
          </a:p>
          <a:p>
            <a:pPr marL="457200" lvl="0" indent="-317500" algn="l" rtl="0">
              <a:spcBef>
                <a:spcPts val="1000"/>
              </a:spcBef>
              <a:spcAft>
                <a:spcPts val="1000"/>
              </a:spcAft>
              <a:buClr>
                <a:srgbClr val="0063CB"/>
              </a:buClr>
              <a:buSzPts val="1400"/>
              <a:buFont typeface="Outfit"/>
              <a:buChar char="➔"/>
            </a:pPr>
            <a:r>
              <a:rPr lang="fr">
                <a:solidFill>
                  <a:schemeClr val="accent3"/>
                </a:solidFill>
                <a:latin typeface="Outfit"/>
                <a:ea typeface="Outfit"/>
                <a:cs typeface="Outfit"/>
                <a:sym typeface="Outfit"/>
              </a:rPr>
              <a:t>Sous-titres</a:t>
            </a:r>
            <a:endParaRPr>
              <a:solidFill>
                <a:schemeClr val="accent3"/>
              </a:solidFill>
              <a:latin typeface="Outfit"/>
              <a:ea typeface="Outfit"/>
              <a:cs typeface="Outfit"/>
              <a:sym typeface="Outfit"/>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428"/>
        <p:cNvGrpSpPr/>
        <p:nvPr/>
      </p:nvGrpSpPr>
      <p:grpSpPr>
        <a:xfrm>
          <a:off x="0" y="0"/>
          <a:ext cx="0" cy="0"/>
          <a:chOff x="0" y="0"/>
          <a:chExt cx="0" cy="0"/>
        </a:xfrm>
      </p:grpSpPr>
      <p:sp>
        <p:nvSpPr>
          <p:cNvPr id="429" name="Google Shape;429;p52"/>
          <p:cNvSpPr txBox="1">
            <a:spLocks noGrp="1"/>
          </p:cNvSpPr>
          <p:nvPr>
            <p:ph type="title"/>
          </p:nvPr>
        </p:nvSpPr>
        <p:spPr>
          <a:xfrm>
            <a:off x="310500" y="310500"/>
            <a:ext cx="8523900" cy="323100"/>
          </a:xfrm>
          <a:prstGeom prst="rect">
            <a:avLst/>
          </a:prstGeom>
        </p:spPr>
        <p:txBody>
          <a:bodyPr spcFirstLastPara="1" wrap="square" lIns="0" tIns="0" rIns="0" bIns="0" anchor="t" anchorCtr="0">
            <a:spAutoFit/>
          </a:bodyPr>
          <a:lstStyle/>
          <a:p>
            <a:pPr marL="0" lvl="0" indent="0" algn="l" rtl="0">
              <a:spcBef>
                <a:spcPts val="0"/>
              </a:spcBef>
              <a:spcAft>
                <a:spcPts val="0"/>
              </a:spcAft>
              <a:buNone/>
            </a:pPr>
            <a:r>
              <a:rPr lang="fr"/>
              <a:t>Vidéos</a:t>
            </a:r>
            <a:endParaRPr/>
          </a:p>
        </p:txBody>
      </p:sp>
      <p:sp>
        <p:nvSpPr>
          <p:cNvPr id="430" name="Google Shape;430;p52"/>
          <p:cNvSpPr txBox="1">
            <a:spLocks noGrp="1"/>
          </p:cNvSpPr>
          <p:nvPr>
            <p:ph type="body" idx="1"/>
          </p:nvPr>
        </p:nvSpPr>
        <p:spPr>
          <a:xfrm>
            <a:off x="310500" y="747900"/>
            <a:ext cx="3779400" cy="4075800"/>
          </a:xfrm>
          <a:prstGeom prst="rect">
            <a:avLst/>
          </a:prstGeom>
        </p:spPr>
        <p:txBody>
          <a:bodyPr spcFirstLastPara="1" wrap="square" lIns="0" tIns="0" rIns="0" bIns="0" anchor="t" anchorCtr="0">
            <a:normAutofit/>
          </a:bodyPr>
          <a:lstStyle/>
          <a:p>
            <a:pPr marL="0" lvl="0" indent="0" algn="l" rtl="0">
              <a:spcBef>
                <a:spcPts val="0"/>
              </a:spcBef>
              <a:spcAft>
                <a:spcPts val="0"/>
              </a:spcAft>
              <a:buNone/>
            </a:pPr>
            <a:r>
              <a:rPr lang="fr"/>
              <a:t>🚨 Elles doivent être </a:t>
            </a:r>
            <a:r>
              <a:rPr lang="fr" b="1"/>
              <a:t>consultables sans le son</a:t>
            </a:r>
            <a:r>
              <a:rPr lang="fr"/>
              <a:t> : </a:t>
            </a:r>
            <a:endParaRPr/>
          </a:p>
          <a:p>
            <a:pPr marL="457200" lvl="0" indent="-317500" algn="l" rtl="0">
              <a:spcBef>
                <a:spcPts val="1200"/>
              </a:spcBef>
              <a:spcAft>
                <a:spcPts val="0"/>
              </a:spcAft>
              <a:buClr>
                <a:schemeClr val="accent6"/>
              </a:buClr>
              <a:buSzPts val="1400"/>
              <a:buChar char="➔"/>
            </a:pPr>
            <a:r>
              <a:rPr lang="fr"/>
              <a:t>pour être accessibles aux personnes sourdes et malentendantes</a:t>
            </a:r>
            <a:endParaRPr/>
          </a:p>
          <a:p>
            <a:pPr marL="457200" lvl="0" indent="-317500" algn="l" rtl="0">
              <a:spcBef>
                <a:spcPts val="1000"/>
              </a:spcBef>
              <a:spcAft>
                <a:spcPts val="0"/>
              </a:spcAft>
              <a:buClr>
                <a:schemeClr val="accent6"/>
              </a:buClr>
              <a:buSzPts val="1400"/>
              <a:buChar char="➔"/>
            </a:pPr>
            <a:r>
              <a:rPr lang="fr"/>
              <a:t>car une grande partie de votre public consultera vos comptes sur un mobile, souvent en mode silencieux. </a:t>
            </a:r>
            <a:endParaRPr/>
          </a:p>
        </p:txBody>
      </p:sp>
      <p:sp>
        <p:nvSpPr>
          <p:cNvPr id="431" name="Google Shape;431;p52"/>
          <p:cNvSpPr/>
          <p:nvPr/>
        </p:nvSpPr>
        <p:spPr>
          <a:xfrm>
            <a:off x="310500" y="3044425"/>
            <a:ext cx="3779400" cy="1302600"/>
          </a:xfrm>
          <a:prstGeom prst="rect">
            <a:avLst/>
          </a:prstGeom>
          <a:solidFill>
            <a:srgbClr val="FFF89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fr" b="1">
                <a:solidFill>
                  <a:schemeClr val="dk1"/>
                </a:solidFill>
                <a:latin typeface="Outfit"/>
                <a:ea typeface="Outfit"/>
                <a:cs typeface="Outfit"/>
                <a:sym typeface="Outfit"/>
              </a:rPr>
              <a:t>À retenir</a:t>
            </a:r>
            <a:endParaRPr b="1">
              <a:solidFill>
                <a:schemeClr val="dk1"/>
              </a:solidFill>
              <a:latin typeface="Outfit"/>
              <a:ea typeface="Outfit"/>
              <a:cs typeface="Outfit"/>
              <a:sym typeface="Outfit"/>
            </a:endParaRPr>
          </a:p>
          <a:p>
            <a:pPr marL="0" lvl="0" indent="0" algn="l" rtl="0">
              <a:spcBef>
                <a:spcPts val="1000"/>
              </a:spcBef>
              <a:spcAft>
                <a:spcPts val="1000"/>
              </a:spcAft>
              <a:buNone/>
            </a:pPr>
            <a:r>
              <a:rPr lang="fr">
                <a:solidFill>
                  <a:schemeClr val="dk1"/>
                </a:solidFill>
                <a:latin typeface="Outfit"/>
                <a:ea typeface="Outfit"/>
                <a:cs typeface="Outfit"/>
                <a:sym typeface="Outfit"/>
              </a:rPr>
              <a:t>Inclure des sous-titres (de taille suffisante) pour chacune de vos vidéos.</a:t>
            </a:r>
            <a:endParaRPr>
              <a:solidFill>
                <a:schemeClr val="dk1"/>
              </a:solidFill>
              <a:latin typeface="Outfit"/>
              <a:ea typeface="Outfit"/>
              <a:cs typeface="Outfit"/>
              <a:sym typeface="Outfit"/>
            </a:endParaRPr>
          </a:p>
        </p:txBody>
      </p:sp>
      <p:pic>
        <p:nvPicPr>
          <p:cNvPr id="432" name="Google Shape;432;p52"/>
          <p:cNvPicPr preferRelativeResize="0"/>
          <p:nvPr/>
        </p:nvPicPr>
        <p:blipFill>
          <a:blip r:embed="rId3">
            <a:alphaModFix/>
          </a:blip>
          <a:stretch>
            <a:fillRect/>
          </a:stretch>
        </p:blipFill>
        <p:spPr>
          <a:xfrm>
            <a:off x="4341210" y="605925"/>
            <a:ext cx="4696565" cy="3741100"/>
          </a:xfrm>
          <a:prstGeom prst="rect">
            <a:avLst/>
          </a:prstGeom>
          <a:noFill/>
          <a:ln>
            <a:noFill/>
          </a:ln>
        </p:spPr>
      </p:pic>
      <p:sp>
        <p:nvSpPr>
          <p:cNvPr id="433" name="Google Shape;433;p52"/>
          <p:cNvSpPr txBox="1">
            <a:spLocks noGrp="1"/>
          </p:cNvSpPr>
          <p:nvPr>
            <p:ph type="body" idx="2"/>
          </p:nvPr>
        </p:nvSpPr>
        <p:spPr>
          <a:xfrm>
            <a:off x="4341200" y="4411050"/>
            <a:ext cx="4696500" cy="253500"/>
          </a:xfrm>
          <a:prstGeom prst="rect">
            <a:avLst/>
          </a:prstGeom>
        </p:spPr>
        <p:txBody>
          <a:bodyPr spcFirstLastPara="1" wrap="square" lIns="0" tIns="0" rIns="0" bIns="172800" anchor="t" anchorCtr="0">
            <a:noAutofit/>
          </a:bodyPr>
          <a:lstStyle/>
          <a:p>
            <a:pPr marL="0" lvl="0" indent="0" algn="l" rtl="0">
              <a:spcBef>
                <a:spcPts val="0"/>
              </a:spcBef>
              <a:spcAft>
                <a:spcPts val="0"/>
              </a:spcAft>
              <a:buNone/>
            </a:pPr>
            <a:r>
              <a:rPr lang="fr"/>
              <a:t>Cette vidéo est sous-titrée. Une retranscription est même proposée dans le corps du post.</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437"/>
        <p:cNvGrpSpPr/>
        <p:nvPr/>
      </p:nvGrpSpPr>
      <p:grpSpPr>
        <a:xfrm>
          <a:off x="0" y="0"/>
          <a:ext cx="0" cy="0"/>
          <a:chOff x="0" y="0"/>
          <a:chExt cx="0" cy="0"/>
        </a:xfrm>
      </p:grpSpPr>
      <p:sp>
        <p:nvSpPr>
          <p:cNvPr id="438" name="Google Shape;438;p53"/>
          <p:cNvSpPr txBox="1">
            <a:spLocks noGrp="1"/>
          </p:cNvSpPr>
          <p:nvPr>
            <p:ph type="title"/>
          </p:nvPr>
        </p:nvSpPr>
        <p:spPr>
          <a:xfrm>
            <a:off x="310500" y="310500"/>
            <a:ext cx="8523900" cy="323100"/>
          </a:xfrm>
          <a:prstGeom prst="rect">
            <a:avLst/>
          </a:prstGeom>
        </p:spPr>
        <p:txBody>
          <a:bodyPr spcFirstLastPara="1" wrap="square" lIns="0" tIns="0" rIns="0" bIns="0" anchor="t" anchorCtr="0">
            <a:spAutoFit/>
          </a:bodyPr>
          <a:lstStyle/>
          <a:p>
            <a:pPr marL="0" lvl="0" indent="0" algn="l" rtl="0">
              <a:spcBef>
                <a:spcPts val="0"/>
              </a:spcBef>
              <a:spcAft>
                <a:spcPts val="0"/>
              </a:spcAft>
              <a:buNone/>
            </a:pPr>
            <a:r>
              <a:rPr lang="fr"/>
              <a:t>Podcasts</a:t>
            </a:r>
            <a:endParaRPr/>
          </a:p>
        </p:txBody>
      </p:sp>
      <p:sp>
        <p:nvSpPr>
          <p:cNvPr id="439" name="Google Shape;439;p53"/>
          <p:cNvSpPr txBox="1">
            <a:spLocks noGrp="1"/>
          </p:cNvSpPr>
          <p:nvPr>
            <p:ph type="body" idx="1"/>
          </p:nvPr>
        </p:nvSpPr>
        <p:spPr>
          <a:xfrm>
            <a:off x="310500" y="747900"/>
            <a:ext cx="3298800" cy="4075800"/>
          </a:xfrm>
          <a:prstGeom prst="rect">
            <a:avLst/>
          </a:prstGeom>
        </p:spPr>
        <p:txBody>
          <a:bodyPr spcFirstLastPara="1" wrap="square" lIns="0" tIns="0" rIns="0" bIns="0" anchor="t" anchorCtr="0">
            <a:normAutofit/>
          </a:bodyPr>
          <a:lstStyle/>
          <a:p>
            <a:pPr marL="0" lvl="0" indent="0" algn="l" rtl="0">
              <a:spcBef>
                <a:spcPts val="0"/>
              </a:spcBef>
              <a:spcAft>
                <a:spcPts val="0"/>
              </a:spcAft>
              <a:buNone/>
            </a:pPr>
            <a:r>
              <a:rPr lang="fr"/>
              <a:t> </a:t>
            </a:r>
            <a:endParaRPr/>
          </a:p>
          <a:p>
            <a:pPr marL="0" lvl="0" indent="0" algn="l" rtl="0">
              <a:spcBef>
                <a:spcPts val="1200"/>
              </a:spcBef>
              <a:spcAft>
                <a:spcPts val="0"/>
              </a:spcAft>
              <a:buNone/>
            </a:pPr>
            <a:r>
              <a:rPr lang="fr" b="1"/>
              <a:t>Proposez une transcription</a:t>
            </a:r>
            <a:endParaRPr b="1"/>
          </a:p>
          <a:p>
            <a:pPr marL="457200" lvl="0" indent="-317500" algn="l" rtl="0">
              <a:spcBef>
                <a:spcPts val="1000"/>
              </a:spcBef>
              <a:spcAft>
                <a:spcPts val="0"/>
              </a:spcAft>
              <a:buClr>
                <a:schemeClr val="accent6"/>
              </a:buClr>
              <a:buSzPts val="1400"/>
              <a:buChar char="➔"/>
            </a:pPr>
            <a:r>
              <a:rPr lang="fr"/>
              <a:t>hébergée sur votre site</a:t>
            </a:r>
            <a:endParaRPr/>
          </a:p>
          <a:p>
            <a:pPr marL="457200" lvl="0" indent="-317500" algn="l" rtl="0">
              <a:spcBef>
                <a:spcPts val="1000"/>
              </a:spcBef>
              <a:spcAft>
                <a:spcPts val="0"/>
              </a:spcAft>
              <a:buClr>
                <a:schemeClr val="accent6"/>
              </a:buClr>
              <a:buSzPts val="1400"/>
              <a:buChar char="➔"/>
            </a:pPr>
            <a:r>
              <a:rPr lang="fr"/>
              <a:t>via  votre flux RSS de podcasts</a:t>
            </a:r>
            <a:endParaRPr/>
          </a:p>
          <a:p>
            <a:pPr marL="457200" lvl="0" indent="0" algn="l" rtl="0">
              <a:spcBef>
                <a:spcPts val="1000"/>
              </a:spcBef>
              <a:spcAft>
                <a:spcPts val="0"/>
              </a:spcAft>
              <a:buNone/>
            </a:pPr>
            <a:r>
              <a:rPr lang="fr" sz="1000">
                <a:solidFill>
                  <a:schemeClr val="lt2"/>
                </a:solidFill>
              </a:rPr>
              <a:t>Pris en charge par Apple Podcast par exemple</a:t>
            </a:r>
            <a:endParaRPr sz="1000">
              <a:solidFill>
                <a:schemeClr val="lt2"/>
              </a:solidFill>
            </a:endParaRPr>
          </a:p>
          <a:p>
            <a:pPr marL="457200" lvl="0" indent="0" algn="l" rtl="0">
              <a:spcBef>
                <a:spcPts val="1200"/>
              </a:spcBef>
              <a:spcAft>
                <a:spcPts val="0"/>
              </a:spcAft>
              <a:buNone/>
            </a:pPr>
            <a:r>
              <a:rPr lang="fr" sz="1000">
                <a:solidFill>
                  <a:schemeClr val="lt2"/>
                </a:solidFill>
              </a:rPr>
              <a:t>Transcription automatique modifiable sur Ausha</a:t>
            </a:r>
            <a:endParaRPr sz="1000">
              <a:solidFill>
                <a:schemeClr val="lt2"/>
              </a:solidFill>
            </a:endParaRPr>
          </a:p>
          <a:p>
            <a:pPr marL="0" lvl="0" indent="0" algn="l" rtl="0">
              <a:spcBef>
                <a:spcPts val="1200"/>
              </a:spcBef>
              <a:spcAft>
                <a:spcPts val="1200"/>
              </a:spcAft>
              <a:buNone/>
            </a:pPr>
            <a:endParaRPr sz="1000">
              <a:solidFill>
                <a:schemeClr val="lt2"/>
              </a:solidFill>
            </a:endParaRPr>
          </a:p>
        </p:txBody>
      </p:sp>
      <p:sp>
        <p:nvSpPr>
          <p:cNvPr id="440" name="Google Shape;440;p53"/>
          <p:cNvSpPr txBox="1">
            <a:spLocks noGrp="1"/>
          </p:cNvSpPr>
          <p:nvPr>
            <p:ph type="body" idx="2"/>
          </p:nvPr>
        </p:nvSpPr>
        <p:spPr>
          <a:xfrm>
            <a:off x="3921313" y="4462625"/>
            <a:ext cx="1985700" cy="393600"/>
          </a:xfrm>
          <a:prstGeom prst="rect">
            <a:avLst/>
          </a:prstGeom>
        </p:spPr>
        <p:txBody>
          <a:bodyPr spcFirstLastPara="1" wrap="square" lIns="0" tIns="0" rIns="0" bIns="172800" anchor="b" anchorCtr="0">
            <a:noAutofit/>
          </a:bodyPr>
          <a:lstStyle/>
          <a:p>
            <a:pPr marL="0" lvl="0" indent="0" algn="l" rtl="0">
              <a:spcBef>
                <a:spcPts val="0"/>
              </a:spcBef>
              <a:spcAft>
                <a:spcPts val="400"/>
              </a:spcAft>
              <a:buNone/>
            </a:pPr>
            <a:r>
              <a:rPr lang="fr"/>
              <a:t>Exemple de transcription hébergée par le projet</a:t>
            </a:r>
            <a:endParaRPr/>
          </a:p>
        </p:txBody>
      </p:sp>
      <p:pic>
        <p:nvPicPr>
          <p:cNvPr id="441" name="Google Shape;441;p53"/>
          <p:cNvPicPr preferRelativeResize="0"/>
          <p:nvPr/>
        </p:nvPicPr>
        <p:blipFill>
          <a:blip r:embed="rId3">
            <a:alphaModFix/>
          </a:blip>
          <a:stretch>
            <a:fillRect/>
          </a:stretch>
        </p:blipFill>
        <p:spPr>
          <a:xfrm>
            <a:off x="3921325" y="511100"/>
            <a:ext cx="1985686" cy="3811604"/>
          </a:xfrm>
          <a:prstGeom prst="rect">
            <a:avLst/>
          </a:prstGeom>
          <a:noFill/>
          <a:ln>
            <a:noFill/>
          </a:ln>
        </p:spPr>
      </p:pic>
      <p:pic>
        <p:nvPicPr>
          <p:cNvPr id="442" name="Google Shape;442;p53"/>
          <p:cNvPicPr preferRelativeResize="0"/>
          <p:nvPr/>
        </p:nvPicPr>
        <p:blipFill>
          <a:blip r:embed="rId4">
            <a:alphaModFix/>
          </a:blip>
          <a:stretch>
            <a:fillRect/>
          </a:stretch>
        </p:blipFill>
        <p:spPr>
          <a:xfrm>
            <a:off x="6156963" y="511100"/>
            <a:ext cx="2369070" cy="4205100"/>
          </a:xfrm>
          <a:prstGeom prst="rect">
            <a:avLst/>
          </a:prstGeom>
          <a:noFill/>
          <a:ln>
            <a:noFill/>
          </a:ln>
        </p:spPr>
      </p:pic>
      <p:sp>
        <p:nvSpPr>
          <p:cNvPr id="443" name="Google Shape;443;p53"/>
          <p:cNvSpPr txBox="1">
            <a:spLocks noGrp="1"/>
          </p:cNvSpPr>
          <p:nvPr>
            <p:ph type="body" idx="2"/>
          </p:nvPr>
        </p:nvSpPr>
        <p:spPr>
          <a:xfrm>
            <a:off x="310500" y="4750006"/>
            <a:ext cx="8523900" cy="393600"/>
          </a:xfrm>
          <a:prstGeom prst="rect">
            <a:avLst/>
          </a:prstGeom>
        </p:spPr>
        <p:txBody>
          <a:bodyPr spcFirstLastPara="1" wrap="square" lIns="0" tIns="0" rIns="0" bIns="172800" anchor="b" anchorCtr="0">
            <a:noAutofit/>
          </a:bodyPr>
          <a:lstStyle/>
          <a:p>
            <a:pPr marL="0" lvl="0" indent="0" algn="l" rtl="0">
              <a:spcBef>
                <a:spcPts val="0"/>
              </a:spcBef>
              <a:spcAft>
                <a:spcPts val="400"/>
              </a:spcAft>
              <a:buNone/>
            </a:pPr>
            <a:r>
              <a:rPr lang="fr"/>
              <a:t>Source : Pourquoi et comment rendre accessible un podcast ? </a:t>
            </a:r>
            <a:r>
              <a:rPr lang="fr" u="sng">
                <a:solidFill>
                  <a:schemeClr val="hlink"/>
                </a:solidFill>
                <a:hlinkClick r:id="rId5"/>
              </a:rPr>
              <a:t>emmanuelle-aboaf.netlify.app/blog/article/pourquoi-et-comment-rendre-accessible-un-podcast</a:t>
            </a:r>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447"/>
        <p:cNvGrpSpPr/>
        <p:nvPr/>
      </p:nvGrpSpPr>
      <p:grpSpPr>
        <a:xfrm>
          <a:off x="0" y="0"/>
          <a:ext cx="0" cy="0"/>
          <a:chOff x="0" y="0"/>
          <a:chExt cx="0" cy="0"/>
        </a:xfrm>
      </p:grpSpPr>
      <p:sp>
        <p:nvSpPr>
          <p:cNvPr id="448" name="Google Shape;448;p54"/>
          <p:cNvSpPr txBox="1">
            <a:spLocks noGrp="1"/>
          </p:cNvSpPr>
          <p:nvPr>
            <p:ph type="title"/>
          </p:nvPr>
        </p:nvSpPr>
        <p:spPr>
          <a:xfrm>
            <a:off x="310500" y="310500"/>
            <a:ext cx="8523900" cy="323100"/>
          </a:xfrm>
          <a:prstGeom prst="rect">
            <a:avLst/>
          </a:prstGeom>
        </p:spPr>
        <p:txBody>
          <a:bodyPr spcFirstLastPara="1" wrap="square" lIns="0" tIns="0" rIns="0" bIns="0" anchor="t" anchorCtr="0">
            <a:spAutoFit/>
          </a:bodyPr>
          <a:lstStyle/>
          <a:p>
            <a:pPr marL="0" lvl="0" indent="0" algn="l" rtl="0">
              <a:spcBef>
                <a:spcPts val="0"/>
              </a:spcBef>
              <a:spcAft>
                <a:spcPts val="0"/>
              </a:spcAft>
              <a:buNone/>
            </a:pPr>
            <a:r>
              <a:rPr lang="fr"/>
              <a:t>À éviter : les sous-titres mots à mots</a:t>
            </a:r>
            <a:endParaRPr/>
          </a:p>
        </p:txBody>
      </p:sp>
      <p:sp>
        <p:nvSpPr>
          <p:cNvPr id="449" name="Google Shape;449;p54"/>
          <p:cNvSpPr txBox="1">
            <a:spLocks noGrp="1"/>
          </p:cNvSpPr>
          <p:nvPr>
            <p:ph type="body" idx="2"/>
          </p:nvPr>
        </p:nvSpPr>
        <p:spPr>
          <a:xfrm>
            <a:off x="310500" y="4750006"/>
            <a:ext cx="8523900" cy="393600"/>
          </a:xfrm>
          <a:prstGeom prst="rect">
            <a:avLst/>
          </a:prstGeom>
        </p:spPr>
        <p:txBody>
          <a:bodyPr spcFirstLastPara="1" wrap="square" lIns="0" tIns="0" rIns="0" bIns="172800" anchor="b" anchorCtr="0">
            <a:noAutofit/>
          </a:bodyPr>
          <a:lstStyle/>
          <a:p>
            <a:pPr marL="0" lvl="0" indent="0" algn="l" rtl="0">
              <a:spcBef>
                <a:spcPts val="0"/>
              </a:spcBef>
              <a:spcAft>
                <a:spcPts val="400"/>
              </a:spcAft>
              <a:buNone/>
            </a:pPr>
            <a:r>
              <a:rPr lang="fr"/>
              <a:t>Les sous-titres mots à mots passent trop rapidement pour pouvoir être lus par tout le monde. Ils peuvent aussi déclencher des crises d’épilepsie.</a:t>
            </a:r>
            <a:endParaRPr/>
          </a:p>
        </p:txBody>
      </p:sp>
      <p:pic>
        <p:nvPicPr>
          <p:cNvPr id="450" name="Google Shape;450;p54"/>
          <p:cNvPicPr preferRelativeResize="0"/>
          <p:nvPr/>
        </p:nvPicPr>
        <p:blipFill>
          <a:blip r:embed="rId3">
            <a:alphaModFix/>
          </a:blip>
          <a:stretch>
            <a:fillRect/>
          </a:stretch>
        </p:blipFill>
        <p:spPr>
          <a:xfrm>
            <a:off x="310500" y="875170"/>
            <a:ext cx="2077460" cy="3690673"/>
          </a:xfrm>
          <a:prstGeom prst="rect">
            <a:avLst/>
          </a:prstGeom>
          <a:noFill/>
          <a:ln>
            <a:noFill/>
          </a:ln>
        </p:spPr>
      </p:pic>
      <p:pic>
        <p:nvPicPr>
          <p:cNvPr id="451" name="Google Shape;451;p54"/>
          <p:cNvPicPr preferRelativeResize="0"/>
          <p:nvPr/>
        </p:nvPicPr>
        <p:blipFill>
          <a:blip r:embed="rId4">
            <a:alphaModFix/>
          </a:blip>
          <a:stretch>
            <a:fillRect/>
          </a:stretch>
        </p:blipFill>
        <p:spPr>
          <a:xfrm>
            <a:off x="4608132" y="875158"/>
            <a:ext cx="2077460" cy="3690673"/>
          </a:xfrm>
          <a:prstGeom prst="rect">
            <a:avLst/>
          </a:prstGeom>
          <a:noFill/>
          <a:ln>
            <a:noFill/>
          </a:ln>
        </p:spPr>
      </p:pic>
      <p:pic>
        <p:nvPicPr>
          <p:cNvPr id="452" name="Google Shape;452;p54"/>
          <p:cNvPicPr preferRelativeResize="0"/>
          <p:nvPr/>
        </p:nvPicPr>
        <p:blipFill>
          <a:blip r:embed="rId5">
            <a:alphaModFix/>
          </a:blip>
          <a:stretch>
            <a:fillRect/>
          </a:stretch>
        </p:blipFill>
        <p:spPr>
          <a:xfrm>
            <a:off x="6756940" y="875170"/>
            <a:ext cx="2077460" cy="3690673"/>
          </a:xfrm>
          <a:prstGeom prst="rect">
            <a:avLst/>
          </a:prstGeom>
          <a:noFill/>
          <a:ln>
            <a:noFill/>
          </a:ln>
        </p:spPr>
      </p:pic>
      <p:pic>
        <p:nvPicPr>
          <p:cNvPr id="453" name="Google Shape;453;p54"/>
          <p:cNvPicPr preferRelativeResize="0"/>
          <p:nvPr/>
        </p:nvPicPr>
        <p:blipFill>
          <a:blip r:embed="rId6">
            <a:alphaModFix/>
          </a:blip>
          <a:stretch>
            <a:fillRect/>
          </a:stretch>
        </p:blipFill>
        <p:spPr>
          <a:xfrm>
            <a:off x="2459321" y="875170"/>
            <a:ext cx="2077460" cy="3690673"/>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457"/>
        <p:cNvGrpSpPr/>
        <p:nvPr/>
      </p:nvGrpSpPr>
      <p:grpSpPr>
        <a:xfrm>
          <a:off x="0" y="0"/>
          <a:ext cx="0" cy="0"/>
          <a:chOff x="0" y="0"/>
          <a:chExt cx="0" cy="0"/>
        </a:xfrm>
      </p:grpSpPr>
      <p:sp>
        <p:nvSpPr>
          <p:cNvPr id="458" name="Google Shape;458;p55"/>
          <p:cNvSpPr txBox="1">
            <a:spLocks noGrp="1"/>
          </p:cNvSpPr>
          <p:nvPr>
            <p:ph type="title"/>
          </p:nvPr>
        </p:nvSpPr>
        <p:spPr>
          <a:xfrm>
            <a:off x="310500" y="310500"/>
            <a:ext cx="8523900" cy="323100"/>
          </a:xfrm>
          <a:prstGeom prst="rect">
            <a:avLst/>
          </a:prstGeom>
        </p:spPr>
        <p:txBody>
          <a:bodyPr spcFirstLastPara="1" wrap="square" lIns="0" tIns="0" rIns="0" bIns="0" anchor="t" anchorCtr="0">
            <a:spAutoFit/>
          </a:bodyPr>
          <a:lstStyle/>
          <a:p>
            <a:pPr marL="0" lvl="0" indent="0" algn="l" rtl="0">
              <a:spcBef>
                <a:spcPts val="0"/>
              </a:spcBef>
              <a:spcAft>
                <a:spcPts val="0"/>
              </a:spcAft>
              <a:buNone/>
            </a:pPr>
            <a:r>
              <a:rPr lang="fr"/>
              <a:t>À éviter : les sous-titres illisibles</a:t>
            </a:r>
            <a:endParaRPr/>
          </a:p>
        </p:txBody>
      </p:sp>
      <p:sp>
        <p:nvSpPr>
          <p:cNvPr id="459" name="Google Shape;459;p55"/>
          <p:cNvSpPr txBox="1">
            <a:spLocks noGrp="1"/>
          </p:cNvSpPr>
          <p:nvPr>
            <p:ph type="body" idx="2"/>
          </p:nvPr>
        </p:nvSpPr>
        <p:spPr>
          <a:xfrm>
            <a:off x="310500" y="3584150"/>
            <a:ext cx="1986300" cy="393600"/>
          </a:xfrm>
          <a:prstGeom prst="rect">
            <a:avLst/>
          </a:prstGeom>
        </p:spPr>
        <p:txBody>
          <a:bodyPr spcFirstLastPara="1" wrap="square" lIns="0" tIns="0" rIns="0" bIns="172800" anchor="b" anchorCtr="0">
            <a:noAutofit/>
          </a:bodyPr>
          <a:lstStyle/>
          <a:p>
            <a:pPr marL="0" lvl="0" indent="0" algn="l" rtl="0">
              <a:spcBef>
                <a:spcPts val="0"/>
              </a:spcBef>
              <a:spcAft>
                <a:spcPts val="400"/>
              </a:spcAft>
              <a:buNone/>
            </a:pPr>
            <a:r>
              <a:rPr lang="fr"/>
              <a:t>Nope</a:t>
            </a:r>
            <a:endParaRPr/>
          </a:p>
        </p:txBody>
      </p:sp>
      <p:pic>
        <p:nvPicPr>
          <p:cNvPr id="460" name="Google Shape;460;p55"/>
          <p:cNvPicPr preferRelativeResize="0"/>
          <p:nvPr/>
        </p:nvPicPr>
        <p:blipFill>
          <a:blip r:embed="rId3">
            <a:alphaModFix/>
          </a:blip>
          <a:stretch>
            <a:fillRect/>
          </a:stretch>
        </p:blipFill>
        <p:spPr>
          <a:xfrm>
            <a:off x="310499" y="1299350"/>
            <a:ext cx="2397725" cy="2284800"/>
          </a:xfrm>
          <a:prstGeom prst="rect">
            <a:avLst/>
          </a:prstGeom>
          <a:noFill/>
          <a:ln>
            <a:noFill/>
          </a:ln>
        </p:spPr>
      </p:pic>
      <p:pic>
        <p:nvPicPr>
          <p:cNvPr id="461" name="Google Shape;461;p55"/>
          <p:cNvPicPr preferRelativeResize="0"/>
          <p:nvPr/>
        </p:nvPicPr>
        <p:blipFill>
          <a:blip r:embed="rId4">
            <a:alphaModFix/>
          </a:blip>
          <a:stretch>
            <a:fillRect/>
          </a:stretch>
        </p:blipFill>
        <p:spPr>
          <a:xfrm>
            <a:off x="3300925" y="1216513"/>
            <a:ext cx="2441200" cy="2450482"/>
          </a:xfrm>
          <a:prstGeom prst="rect">
            <a:avLst/>
          </a:prstGeom>
          <a:noFill/>
          <a:ln>
            <a:noFill/>
          </a:ln>
        </p:spPr>
      </p:pic>
      <p:sp>
        <p:nvSpPr>
          <p:cNvPr id="462" name="Google Shape;462;p55"/>
          <p:cNvSpPr txBox="1">
            <a:spLocks noGrp="1"/>
          </p:cNvSpPr>
          <p:nvPr>
            <p:ph type="body" idx="2"/>
          </p:nvPr>
        </p:nvSpPr>
        <p:spPr>
          <a:xfrm>
            <a:off x="3300925" y="3667000"/>
            <a:ext cx="1986300" cy="393600"/>
          </a:xfrm>
          <a:prstGeom prst="rect">
            <a:avLst/>
          </a:prstGeom>
        </p:spPr>
        <p:txBody>
          <a:bodyPr spcFirstLastPara="1" wrap="square" lIns="0" tIns="0" rIns="0" bIns="172800" anchor="b" anchorCtr="0">
            <a:noAutofit/>
          </a:bodyPr>
          <a:lstStyle/>
          <a:p>
            <a:pPr marL="0" lvl="0" indent="0" algn="l" rtl="0">
              <a:spcBef>
                <a:spcPts val="0"/>
              </a:spcBef>
              <a:spcAft>
                <a:spcPts val="400"/>
              </a:spcAft>
              <a:buNone/>
            </a:pPr>
            <a:r>
              <a:rPr lang="fr"/>
              <a:t>Oui, avec un fond</a:t>
            </a:r>
            <a:endParaRPr/>
          </a:p>
        </p:txBody>
      </p:sp>
      <p:pic>
        <p:nvPicPr>
          <p:cNvPr id="463" name="Google Shape;463;p55"/>
          <p:cNvPicPr preferRelativeResize="0"/>
          <p:nvPr/>
        </p:nvPicPr>
        <p:blipFill>
          <a:blip r:embed="rId5">
            <a:alphaModFix/>
          </a:blip>
          <a:stretch>
            <a:fillRect/>
          </a:stretch>
        </p:blipFill>
        <p:spPr>
          <a:xfrm>
            <a:off x="6334825" y="261150"/>
            <a:ext cx="2367023" cy="4205102"/>
          </a:xfrm>
          <a:prstGeom prst="rect">
            <a:avLst/>
          </a:prstGeom>
          <a:noFill/>
          <a:ln>
            <a:noFill/>
          </a:ln>
        </p:spPr>
      </p:pic>
      <p:sp>
        <p:nvSpPr>
          <p:cNvPr id="464" name="Google Shape;464;p55"/>
          <p:cNvSpPr txBox="1">
            <a:spLocks noGrp="1"/>
          </p:cNvSpPr>
          <p:nvPr>
            <p:ph type="body" idx="2"/>
          </p:nvPr>
        </p:nvSpPr>
        <p:spPr>
          <a:xfrm>
            <a:off x="6334825" y="4466250"/>
            <a:ext cx="1986300" cy="393600"/>
          </a:xfrm>
          <a:prstGeom prst="rect">
            <a:avLst/>
          </a:prstGeom>
        </p:spPr>
        <p:txBody>
          <a:bodyPr spcFirstLastPara="1" wrap="square" lIns="0" tIns="0" rIns="0" bIns="172800" anchor="b" anchorCtr="0">
            <a:noAutofit/>
          </a:bodyPr>
          <a:lstStyle/>
          <a:p>
            <a:pPr marL="0" lvl="0" indent="0" algn="l" rtl="0">
              <a:spcBef>
                <a:spcPts val="0"/>
              </a:spcBef>
              <a:spcAft>
                <a:spcPts val="400"/>
              </a:spcAft>
              <a:buNone/>
            </a:pPr>
            <a:r>
              <a:rPr lang="fr"/>
              <a:t>Oui, avec une bordure</a:t>
            </a:r>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468"/>
        <p:cNvGrpSpPr/>
        <p:nvPr/>
      </p:nvGrpSpPr>
      <p:grpSpPr>
        <a:xfrm>
          <a:off x="0" y="0"/>
          <a:ext cx="0" cy="0"/>
          <a:chOff x="0" y="0"/>
          <a:chExt cx="0" cy="0"/>
        </a:xfrm>
      </p:grpSpPr>
      <p:sp>
        <p:nvSpPr>
          <p:cNvPr id="469" name="Google Shape;469;p56"/>
          <p:cNvSpPr txBox="1">
            <a:spLocks noGrp="1"/>
          </p:cNvSpPr>
          <p:nvPr>
            <p:ph type="title"/>
          </p:nvPr>
        </p:nvSpPr>
        <p:spPr>
          <a:xfrm>
            <a:off x="310500" y="310500"/>
            <a:ext cx="8523900" cy="323100"/>
          </a:xfrm>
          <a:prstGeom prst="rect">
            <a:avLst/>
          </a:prstGeom>
        </p:spPr>
        <p:txBody>
          <a:bodyPr spcFirstLastPara="1" wrap="square" lIns="0" tIns="0" rIns="0" bIns="0" anchor="t" anchorCtr="0">
            <a:spAutoFit/>
          </a:bodyPr>
          <a:lstStyle/>
          <a:p>
            <a:pPr marL="0" lvl="0" indent="0" algn="l" rtl="0">
              <a:spcBef>
                <a:spcPts val="0"/>
              </a:spcBef>
              <a:spcAft>
                <a:spcPts val="0"/>
              </a:spcAft>
              <a:buNone/>
            </a:pPr>
            <a:r>
              <a:rPr lang="fr"/>
              <a:t>Sous-titres : quelques ressources</a:t>
            </a:r>
            <a:endParaRPr/>
          </a:p>
        </p:txBody>
      </p:sp>
      <p:sp>
        <p:nvSpPr>
          <p:cNvPr id="470" name="Google Shape;470;p56"/>
          <p:cNvSpPr txBox="1">
            <a:spLocks noGrp="1"/>
          </p:cNvSpPr>
          <p:nvPr>
            <p:ph type="body" idx="1"/>
          </p:nvPr>
        </p:nvSpPr>
        <p:spPr>
          <a:xfrm>
            <a:off x="310500" y="747900"/>
            <a:ext cx="8523900" cy="4075800"/>
          </a:xfrm>
          <a:prstGeom prst="rect">
            <a:avLst/>
          </a:prstGeom>
        </p:spPr>
        <p:txBody>
          <a:bodyPr spcFirstLastPara="1" wrap="square" lIns="0" tIns="0" rIns="0" bIns="0" anchor="t" anchorCtr="0">
            <a:normAutofit/>
          </a:bodyPr>
          <a:lstStyle/>
          <a:p>
            <a:pPr marL="0" lvl="0" indent="0" algn="l" rtl="0">
              <a:spcBef>
                <a:spcPts val="0"/>
              </a:spcBef>
              <a:spcAft>
                <a:spcPts val="0"/>
              </a:spcAft>
              <a:buNone/>
            </a:pPr>
            <a:r>
              <a:rPr lang="fr"/>
              <a:t>Toutes les vidéos doivent avoir des sous-titres et si possible une transcription.</a:t>
            </a:r>
            <a:endParaRPr/>
          </a:p>
          <a:p>
            <a:pPr marL="457200" lvl="0" indent="-317500" algn="l" rtl="0">
              <a:spcBef>
                <a:spcPts val="1200"/>
              </a:spcBef>
              <a:spcAft>
                <a:spcPts val="0"/>
              </a:spcAft>
              <a:buClr>
                <a:schemeClr val="accent6"/>
              </a:buClr>
              <a:buSzPts val="1400"/>
              <a:buChar char="➔"/>
            </a:pPr>
            <a:r>
              <a:rPr lang="fr"/>
              <a:t>YouTube permet de générer automatiquement des sous-titres. Vous pouvez télécharger le .srt via YouTube.</a:t>
            </a:r>
            <a:endParaRPr/>
          </a:p>
          <a:p>
            <a:pPr marL="457200" lvl="0" indent="-317500" algn="l" rtl="0">
              <a:spcBef>
                <a:spcPts val="1000"/>
              </a:spcBef>
              <a:spcAft>
                <a:spcPts val="0"/>
              </a:spcAft>
              <a:buClr>
                <a:schemeClr val="accent6"/>
              </a:buClr>
              <a:buSzPts val="1400"/>
              <a:buChar char="➔"/>
            </a:pPr>
            <a:r>
              <a:rPr lang="fr"/>
              <a:t>Pour les réseaux sociaux ne générant pas de sous-titres automatiques, il existe des outils comme MixCaptions (AppStore) ou AutoCap (GooglePlay).</a:t>
            </a:r>
            <a:endParaRPr/>
          </a:p>
          <a:p>
            <a:pPr marL="0" lvl="0" indent="0" algn="l" rtl="0">
              <a:spcBef>
                <a:spcPts val="1200"/>
              </a:spcBef>
              <a:spcAft>
                <a:spcPts val="0"/>
              </a:spcAft>
              <a:buNone/>
            </a:pPr>
            <a:r>
              <a:rPr lang="fr" i="1">
                <a:solidFill>
                  <a:schemeClr val="lt2"/>
                </a:solidFill>
              </a:rPr>
              <a:t>⚠️ Il faut toujours vérifier / corriger les sous-titres automatiques. </a:t>
            </a:r>
            <a:endParaRPr i="1">
              <a:solidFill>
                <a:schemeClr val="lt2"/>
              </a:solidFill>
            </a:endParaRPr>
          </a:p>
          <a:p>
            <a:pPr marL="0" lvl="0" indent="0" algn="l" rtl="0">
              <a:spcBef>
                <a:spcPts val="1200"/>
              </a:spcBef>
              <a:spcAft>
                <a:spcPts val="0"/>
              </a:spcAft>
              <a:buNone/>
            </a:pPr>
            <a:endParaRPr/>
          </a:p>
          <a:p>
            <a:pPr marL="457200" lvl="0" indent="-317500" algn="l" rtl="0">
              <a:spcBef>
                <a:spcPts val="1000"/>
              </a:spcBef>
              <a:spcAft>
                <a:spcPts val="0"/>
              </a:spcAft>
              <a:buClr>
                <a:schemeClr val="accent6"/>
              </a:buClr>
              <a:buSzPts val="1400"/>
              <a:buChar char="➔"/>
            </a:pPr>
            <a:r>
              <a:rPr lang="fr"/>
              <a:t>D’autres ressources chez Emmanuelle Aboaf</a:t>
            </a:r>
            <a:endParaRPr/>
          </a:p>
          <a:p>
            <a:pPr marL="914400" lvl="1" indent="-304800" algn="l" rtl="0">
              <a:spcBef>
                <a:spcPts val="1000"/>
              </a:spcBef>
              <a:spcAft>
                <a:spcPts val="0"/>
              </a:spcAft>
              <a:buSzPts val="1200"/>
              <a:buChar char="◆"/>
            </a:pPr>
            <a:r>
              <a:rPr lang="fr" u="sng">
                <a:solidFill>
                  <a:schemeClr val="hlink"/>
                </a:solidFill>
                <a:hlinkClick r:id="rId3"/>
              </a:rPr>
              <a:t>Comment continuer à bien sous-titrer vos vidéos ?</a:t>
            </a:r>
            <a:endParaRPr/>
          </a:p>
          <a:p>
            <a:pPr marL="914400" lvl="1" indent="-304800" algn="l" rtl="0">
              <a:spcBef>
                <a:spcPts val="1000"/>
              </a:spcBef>
              <a:spcAft>
                <a:spcPts val="1000"/>
              </a:spcAft>
              <a:buSzPts val="1200"/>
              <a:buChar char="◆"/>
            </a:pPr>
            <a:r>
              <a:rPr lang="fr" u="sng">
                <a:solidFill>
                  <a:schemeClr val="hlink"/>
                </a:solidFill>
                <a:hlinkClick r:id="rId4"/>
              </a:rPr>
              <a:t>Comment sous-titrer vos vidéos et vos podcasts et avec quels outils ?</a:t>
            </a:r>
            <a:endParaRPr i="1">
              <a:solidFill>
                <a:schemeClr val="lt2"/>
              </a:solidFill>
            </a:endParaRPr>
          </a:p>
        </p:txBody>
      </p:sp>
      <p:sp>
        <p:nvSpPr>
          <p:cNvPr id="471" name="Google Shape;471;p56"/>
          <p:cNvSpPr txBox="1">
            <a:spLocks noGrp="1"/>
          </p:cNvSpPr>
          <p:nvPr>
            <p:ph type="body" idx="2"/>
          </p:nvPr>
        </p:nvSpPr>
        <p:spPr>
          <a:xfrm>
            <a:off x="310500" y="4750006"/>
            <a:ext cx="8523900" cy="393600"/>
          </a:xfrm>
          <a:prstGeom prst="rect">
            <a:avLst/>
          </a:prstGeom>
        </p:spPr>
        <p:txBody>
          <a:bodyPr spcFirstLastPara="1" wrap="square" lIns="0" tIns="0" rIns="0" bIns="172800" anchor="b" anchorCtr="0">
            <a:noAutofit/>
          </a:bodyPr>
          <a:lstStyle/>
          <a:p>
            <a:pPr marL="0" lvl="0" indent="0" algn="l" rtl="0">
              <a:spcBef>
                <a:spcPts val="0"/>
              </a:spcBef>
              <a:spcAft>
                <a:spcPts val="400"/>
              </a:spcAft>
              <a:buNone/>
            </a:pPr>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475"/>
        <p:cNvGrpSpPr/>
        <p:nvPr/>
      </p:nvGrpSpPr>
      <p:grpSpPr>
        <a:xfrm>
          <a:off x="0" y="0"/>
          <a:ext cx="0" cy="0"/>
          <a:chOff x="0" y="0"/>
          <a:chExt cx="0" cy="0"/>
        </a:xfrm>
      </p:grpSpPr>
      <p:sp>
        <p:nvSpPr>
          <p:cNvPr id="476" name="Google Shape;476;p57"/>
          <p:cNvSpPr txBox="1">
            <a:spLocks noGrp="1"/>
          </p:cNvSpPr>
          <p:nvPr>
            <p:ph type="title"/>
          </p:nvPr>
        </p:nvSpPr>
        <p:spPr>
          <a:xfrm>
            <a:off x="729000" y="1612800"/>
            <a:ext cx="7758600" cy="738900"/>
          </a:xfrm>
          <a:prstGeom prst="rect">
            <a:avLst/>
          </a:prstGeom>
        </p:spPr>
        <p:txBody>
          <a:bodyPr spcFirstLastPara="1" wrap="square" lIns="0" tIns="91425" rIns="0" bIns="91425" anchor="t" anchorCtr="0">
            <a:spAutoFit/>
          </a:bodyPr>
          <a:lstStyle/>
          <a:p>
            <a:pPr marL="0" lvl="0" indent="0" algn="l" rtl="0">
              <a:spcBef>
                <a:spcPts val="0"/>
              </a:spcBef>
              <a:spcAft>
                <a:spcPts val="0"/>
              </a:spcAft>
              <a:buNone/>
            </a:pPr>
            <a:r>
              <a:rPr lang="fr" sz="3600"/>
              <a:t>En résumé</a:t>
            </a:r>
            <a:endParaRPr sz="360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480"/>
        <p:cNvGrpSpPr/>
        <p:nvPr/>
      </p:nvGrpSpPr>
      <p:grpSpPr>
        <a:xfrm>
          <a:off x="0" y="0"/>
          <a:ext cx="0" cy="0"/>
          <a:chOff x="0" y="0"/>
          <a:chExt cx="0" cy="0"/>
        </a:xfrm>
      </p:grpSpPr>
      <p:sp>
        <p:nvSpPr>
          <p:cNvPr id="481" name="Google Shape;481;p58"/>
          <p:cNvSpPr txBox="1">
            <a:spLocks noGrp="1"/>
          </p:cNvSpPr>
          <p:nvPr>
            <p:ph type="title"/>
          </p:nvPr>
        </p:nvSpPr>
        <p:spPr>
          <a:xfrm>
            <a:off x="311700" y="445025"/>
            <a:ext cx="8520600" cy="323100"/>
          </a:xfrm>
          <a:prstGeom prst="rect">
            <a:avLst/>
          </a:prstGeom>
        </p:spPr>
        <p:txBody>
          <a:bodyPr spcFirstLastPara="1" wrap="square" lIns="0" tIns="0" rIns="0" bIns="0" anchor="t" anchorCtr="0">
            <a:spAutoFit/>
          </a:bodyPr>
          <a:lstStyle/>
          <a:p>
            <a:pPr marL="0" lvl="0" indent="0" algn="l" rtl="0">
              <a:spcBef>
                <a:spcPts val="0"/>
              </a:spcBef>
              <a:spcAft>
                <a:spcPts val="0"/>
              </a:spcAft>
              <a:buNone/>
            </a:pPr>
            <a:r>
              <a:rPr lang="fr"/>
              <a:t>Ce qu’il faut retenir</a:t>
            </a:r>
            <a:endParaRPr/>
          </a:p>
        </p:txBody>
      </p:sp>
      <p:sp>
        <p:nvSpPr>
          <p:cNvPr id="482" name="Google Shape;482;p58"/>
          <p:cNvSpPr txBox="1">
            <a:spLocks noGrp="1"/>
          </p:cNvSpPr>
          <p:nvPr>
            <p:ph type="body" idx="1"/>
          </p:nvPr>
        </p:nvSpPr>
        <p:spPr>
          <a:xfrm>
            <a:off x="311700" y="1152475"/>
            <a:ext cx="7705200" cy="3416400"/>
          </a:xfrm>
          <a:prstGeom prst="rect">
            <a:avLst/>
          </a:prstGeom>
        </p:spPr>
        <p:txBody>
          <a:bodyPr spcFirstLastPara="1" wrap="square" lIns="0" tIns="0" rIns="0" bIns="0" anchor="t" anchorCtr="0">
            <a:normAutofit/>
          </a:bodyPr>
          <a:lstStyle/>
          <a:p>
            <a:pPr marL="457200" lvl="0" indent="-317500" algn="l" rtl="0">
              <a:lnSpc>
                <a:spcPct val="100000"/>
              </a:lnSpc>
              <a:spcBef>
                <a:spcPts val="0"/>
              </a:spcBef>
              <a:spcAft>
                <a:spcPts val="0"/>
              </a:spcAft>
              <a:buClr>
                <a:schemeClr val="accent6"/>
              </a:buClr>
              <a:buSzPts val="1400"/>
              <a:buChar char="➔"/>
            </a:pPr>
            <a:r>
              <a:rPr lang="fr" b="1"/>
              <a:t>Apprendre à utiliser vos plateformes de réseaux sociaux</a:t>
            </a:r>
            <a:endParaRPr b="1"/>
          </a:p>
          <a:p>
            <a:pPr marL="0" lvl="0" indent="457200" algn="l" rtl="0">
              <a:spcBef>
                <a:spcPts val="1000"/>
              </a:spcBef>
              <a:spcAft>
                <a:spcPts val="0"/>
              </a:spcAft>
              <a:buNone/>
            </a:pPr>
            <a:r>
              <a:rPr lang="fr">
                <a:solidFill>
                  <a:schemeClr val="lt2"/>
                </a:solidFill>
              </a:rPr>
              <a:t>Linkedin, Mastodon, X/Twitter… </a:t>
            </a:r>
            <a:endParaRPr>
              <a:solidFill>
                <a:schemeClr val="lt2"/>
              </a:solidFill>
            </a:endParaRPr>
          </a:p>
          <a:p>
            <a:pPr marL="0" lvl="0" indent="457200" algn="l" rtl="0">
              <a:spcBef>
                <a:spcPts val="0"/>
              </a:spcBef>
              <a:spcAft>
                <a:spcPts val="0"/>
              </a:spcAft>
              <a:buNone/>
            </a:pPr>
            <a:r>
              <a:rPr lang="fr">
                <a:solidFill>
                  <a:schemeClr val="lt2"/>
                </a:solidFill>
              </a:rPr>
              <a:t>Voir par exemple access42.net/images-accessibles-reseaux-sociaux</a:t>
            </a:r>
            <a:endParaRPr>
              <a:solidFill>
                <a:schemeClr val="lt2"/>
              </a:solidFill>
            </a:endParaRPr>
          </a:p>
          <a:p>
            <a:pPr marL="457200" lvl="0" indent="-317500" algn="l" rtl="0">
              <a:lnSpc>
                <a:spcPct val="115000"/>
              </a:lnSpc>
              <a:spcBef>
                <a:spcPts val="1000"/>
              </a:spcBef>
              <a:spcAft>
                <a:spcPts val="0"/>
              </a:spcAft>
              <a:buClr>
                <a:schemeClr val="accent6"/>
              </a:buClr>
              <a:buSzPts val="1400"/>
              <a:buChar char="➔"/>
            </a:pPr>
            <a:r>
              <a:rPr lang="fr" b="1"/>
              <a:t>Mettre en place des bonnes pratiques de communication</a:t>
            </a:r>
            <a:endParaRPr b="1"/>
          </a:p>
          <a:p>
            <a:pPr marL="0" lvl="0" indent="457200" algn="l" rtl="0">
              <a:spcBef>
                <a:spcPts val="0"/>
              </a:spcBef>
              <a:spcAft>
                <a:spcPts val="0"/>
              </a:spcAft>
              <a:buNone/>
            </a:pPr>
            <a:r>
              <a:rPr lang="fr">
                <a:solidFill>
                  <a:schemeClr val="lt2"/>
                </a:solidFill>
              </a:rPr>
              <a:t>Limiter les émojis</a:t>
            </a:r>
            <a:endParaRPr>
              <a:solidFill>
                <a:schemeClr val="lt2"/>
              </a:solidFill>
            </a:endParaRPr>
          </a:p>
          <a:p>
            <a:pPr marL="0" lvl="0" indent="457200" algn="l" rtl="0">
              <a:spcBef>
                <a:spcPts val="0"/>
              </a:spcBef>
              <a:spcAft>
                <a:spcPts val="0"/>
              </a:spcAft>
              <a:buNone/>
            </a:pPr>
            <a:r>
              <a:rPr lang="fr">
                <a:solidFill>
                  <a:schemeClr val="lt2"/>
                </a:solidFill>
              </a:rPr>
              <a:t>Bannir les faux caractères…</a:t>
            </a:r>
            <a:endParaRPr>
              <a:solidFill>
                <a:schemeClr val="lt2"/>
              </a:solidFill>
            </a:endParaRPr>
          </a:p>
          <a:p>
            <a:pPr marL="457200" lvl="0" indent="-317500" algn="l" rtl="0">
              <a:spcBef>
                <a:spcPts val="1000"/>
              </a:spcBef>
              <a:spcAft>
                <a:spcPts val="0"/>
              </a:spcAft>
              <a:buClr>
                <a:schemeClr val="accent6"/>
              </a:buClr>
              <a:buSzPts val="1400"/>
              <a:buChar char="➔"/>
            </a:pPr>
            <a:r>
              <a:rPr lang="fr" b="1"/>
              <a:t>Mettre en place des process</a:t>
            </a:r>
            <a:endParaRPr b="1"/>
          </a:p>
          <a:p>
            <a:pPr marL="0" lvl="0" indent="457200" algn="l" rtl="0">
              <a:spcBef>
                <a:spcPts val="0"/>
              </a:spcBef>
              <a:spcAft>
                <a:spcPts val="0"/>
              </a:spcAft>
              <a:buNone/>
            </a:pPr>
            <a:r>
              <a:rPr lang="fr">
                <a:solidFill>
                  <a:schemeClr val="lt2"/>
                </a:solidFill>
              </a:rPr>
              <a:t>Si vidéo, penser aussi aux sous-titres</a:t>
            </a:r>
            <a:endParaRPr>
              <a:solidFill>
                <a:schemeClr val="lt2"/>
              </a:solidFill>
            </a:endParaRPr>
          </a:p>
          <a:p>
            <a:pPr marL="0" lvl="0" indent="457200" algn="l" rtl="0">
              <a:spcBef>
                <a:spcPts val="0"/>
              </a:spcBef>
              <a:spcAft>
                <a:spcPts val="1200"/>
              </a:spcAft>
              <a:buNone/>
            </a:pPr>
            <a:r>
              <a:rPr lang="fr">
                <a:solidFill>
                  <a:schemeClr val="lt2"/>
                </a:solidFill>
              </a:rPr>
              <a:t>Si vidéo/podcast, penser aux transcriptions</a:t>
            </a:r>
            <a:endParaRPr>
              <a:solidFill>
                <a:schemeClr val="lt2"/>
              </a:solidFill>
            </a:endParaRPr>
          </a:p>
        </p:txBody>
      </p:sp>
    </p:spTree>
  </p:cSld>
  <p:clrMapOvr>
    <a:masterClrMapping/>
  </p:clrMapOvr>
</p:sld>
</file>

<file path=ppt/theme/theme1.xml><?xml version="1.0" encoding="utf-8"?>
<a:theme xmlns:a="http://schemas.openxmlformats.org/drawingml/2006/main" name="IncluBeta">
  <a:themeElements>
    <a:clrScheme name="Streamline">
      <a:dk1>
        <a:srgbClr val="0E2356"/>
      </a:dk1>
      <a:lt1>
        <a:srgbClr val="ECEDF3"/>
      </a:lt1>
      <a:dk2>
        <a:srgbClr val="E1000F"/>
      </a:dk2>
      <a:lt2>
        <a:srgbClr val="6A7693"/>
      </a:lt2>
      <a:accent1>
        <a:srgbClr val="B7BDCC"/>
      </a:accent1>
      <a:accent2>
        <a:srgbClr val="2BC82B"/>
      </a:accent2>
      <a:accent3>
        <a:srgbClr val="DDF3F7"/>
      </a:accent3>
      <a:accent4>
        <a:srgbClr val="FFF466"/>
      </a:accent4>
      <a:accent5>
        <a:srgbClr val="FFED00"/>
      </a:accent5>
      <a:accent6>
        <a:srgbClr val="0063CB"/>
      </a:accent6>
      <a:hlink>
        <a:srgbClr val="1C3678"/>
      </a:hlink>
      <a:folHlink>
        <a:srgbClr val="1C3678"/>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1405</Words>
  <Application>Microsoft Macintosh PowerPoint</Application>
  <PresentationFormat>Affichage à l'écran (16:9)</PresentationFormat>
  <Paragraphs>166</Paragraphs>
  <Slides>26</Slides>
  <Notes>26</Notes>
  <HiddenSlides>0</HiddenSlides>
  <MMClips>0</MMClips>
  <ScaleCrop>false</ScaleCrop>
  <HeadingPairs>
    <vt:vector size="6" baseType="variant">
      <vt:variant>
        <vt:lpstr>Polices utilisées</vt:lpstr>
      </vt:variant>
      <vt:variant>
        <vt:i4>12</vt:i4>
      </vt:variant>
      <vt:variant>
        <vt:lpstr>Thème</vt:lpstr>
      </vt:variant>
      <vt:variant>
        <vt:i4>1</vt:i4>
      </vt:variant>
      <vt:variant>
        <vt:lpstr>Titres des diapositives</vt:lpstr>
      </vt:variant>
      <vt:variant>
        <vt:i4>26</vt:i4>
      </vt:variant>
    </vt:vector>
  </HeadingPairs>
  <TitlesOfParts>
    <vt:vector size="39" baseType="lpstr">
      <vt:lpstr>Lato</vt:lpstr>
      <vt:lpstr>Source Sans Pro</vt:lpstr>
      <vt:lpstr>Outfit ExtraLight</vt:lpstr>
      <vt:lpstr>Open Sans</vt:lpstr>
      <vt:lpstr>Outfit</vt:lpstr>
      <vt:lpstr>Century Gothic</vt:lpstr>
      <vt:lpstr>Outfit Light</vt:lpstr>
      <vt:lpstr>Lora SemiBold</vt:lpstr>
      <vt:lpstr>Arial</vt:lpstr>
      <vt:lpstr>Helvetica Neue</vt:lpstr>
      <vt:lpstr>Courier New</vt:lpstr>
      <vt:lpstr>Helvetica Neue Light</vt:lpstr>
      <vt:lpstr>IncluBeta</vt:lpstr>
      <vt:lpstr>Communiquer sur les réseaux</vt:lpstr>
      <vt:lpstr>De quoi va-t-on parler ?</vt:lpstr>
      <vt:lpstr>Un peu de contexte</vt:lpstr>
      <vt:lpstr>Les textes</vt:lpstr>
      <vt:lpstr>Emojis</vt:lpstr>
      <vt:lpstr>Emojis</vt:lpstr>
      <vt:lpstr>Emojis</vt:lpstr>
      <vt:lpstr>Hashtags</vt:lpstr>
      <vt:lpstr>Caractères spéciaux</vt:lpstr>
      <vt:lpstr>Caractères spéciaux</vt:lpstr>
      <vt:lpstr>Écriture inclusive</vt:lpstr>
      <vt:lpstr>Écriture inclusive</vt:lpstr>
      <vt:lpstr>Les images</vt:lpstr>
      <vt:lpstr>Alternatives aux images</vt:lpstr>
      <vt:lpstr>Alternatives aux images</vt:lpstr>
      <vt:lpstr>Alternatives aux images</vt:lpstr>
      <vt:lpstr>Contrastes des images</vt:lpstr>
      <vt:lpstr>Gifs animés</vt:lpstr>
      <vt:lpstr>Les vidéos, audios et podcasts</vt:lpstr>
      <vt:lpstr>Vidéos</vt:lpstr>
      <vt:lpstr>Podcasts</vt:lpstr>
      <vt:lpstr>À éviter : les sous-titres mots à mots</vt:lpstr>
      <vt:lpstr>À éviter : les sous-titres illisibles</vt:lpstr>
      <vt:lpstr>Sous-titres : quelques ressources</vt:lpstr>
      <vt:lpstr>En résumé</vt:lpstr>
      <vt:lpstr>Ce qu’il faut retenir</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alex</cp:lastModifiedBy>
  <cp:revision>1</cp:revision>
  <dcterms:modified xsi:type="dcterms:W3CDTF">2026-04-22T14:35:03Z</dcterms:modified>
</cp:coreProperties>
</file>