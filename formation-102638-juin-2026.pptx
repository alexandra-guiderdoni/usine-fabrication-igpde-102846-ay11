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12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 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d'accessibilité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/>
            </a:r>
            <a:r>
              <a:rPr sz="1400" b="1" i="0" lang="fr-FR">
                <a:solidFill>
                  <a:srgbClr val="161616"/>
                </a:solidFill>
                <a:latin typeface="Marianne"/>
              </a:rPr>
              <a:t>Structure :</a:t>
            </a:r>
            <a:r>
              <a:rPr sz="1400" i="0" lang="fr-FR">
                <a:solidFill>
                  <a:srgbClr val="161616"/>
                </a:solidFill>
                <a:latin typeface="Marianne"/>
              </a:rPr>
              <a:t> titres en gras sans styles, tableau sans en-tête, fausses listes
Couleurs : mention Urgent en rouge sans autre indication, note en gris à contraste insuffisant
Contenus : graphique et organigramme sans alt adapté, icône redondante, lien cliquez ici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7210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6354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7210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Marianne),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4401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12 erreurs de Structure, Couleurs et Contenus.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4401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457700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549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960620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457700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31318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25374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: le gras n'est pas reconnu par les lecteurs d'écran - appliquer le style Titre 1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Couleurs : l'information ne doit pas reposer sur la couleur seule - ajouter les étiquettes Conforme / Non conforme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Contenus : un lien doit être compréhensible hors contexte - renommer en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sans déclaration, la synthèse vocale prononce avec le mauvais accent - Révision &gt; Langue &gt; Définir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