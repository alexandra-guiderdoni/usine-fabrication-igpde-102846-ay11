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thèmes.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thème.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Trouvez toutes les erreurs d'accessibilité.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(10 min) : afficher la liste des 12 erreurs.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6 (contraste gris #767676, ratio 4,48:1) avec le Colour Contrast Analyser.</a:t>
            </a:r>
          </a:p>
          <a:p>
            <a:r>
              <a:rPr lang="fr-FR"/>
              <a:t>Question de transfert : « Sur votre dernier document, laquelle de ces erreurs avez-vous probablement faite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finalisation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trouvé toutes les erreurs.</a:t>
            </a:r>
          </a:p>
          <a:p>
            <a:r>
              <a:rPr lang="fr-FR"/>
              <a:t>Révéler que le document en contenait 2 de plus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thèmes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Structure, Contenus et Finalisation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 minutes de réflexion individuelle avant de passer à la slide suivante.</a:t>
            </a:r>
          </a:p>
          <a:p>
            <a:r>
              <a:rPr lang="fr-FR"/>
              <a:t>Ne pas aider - la difficulté fait partie de l'apprentissage.</a:t>
            </a:r>
          </a:p>
          <a:p>
            <a:r>
              <a:rPr lang="fr-FR"/>
              <a:t>Demander à main levée combien trouvent 3 erreurs, 4, les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Corriger en groupe, thème par thème.</a:t>
            </a:r>
          </a:p>
          <a:p>
            <a:r>
              <a:rPr lang="fr-FR"/>
              <a:t>Commenter les erreurs manquées.</a:t>
            </a:r>
          </a:p>
          <a:p>
            <a:r>
              <a:rPr lang="fr-FR"/>
              <a:t>Si quelqu'un trouve les 5 : féliciter et demander combien de temps il a mis.</a:t>
            </a:r>
          </a:p>
          <a:p>
            <a:r>
              <a:rPr lang="fr-FR"/>
              <a:t>Si moins de 3 : identifier quel thème est moins bien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Ce travail de récupération active consolide la mémoire à long terme plus efficacement que relire le support.</a:t>
            </a:r>
          </a:p>
          <a:p>
            <a:r>
              <a:rPr lang="fr-FR"/>
              <a:t>Quand tout le monde a écrit : comparer avec la réponse.</a:t>
            </a:r>
          </a:p>
          <a:p>
            <a:r>
              <a:rPr lang="fr-FR"/>
              <a:t>L'écart entre ce qu'on croit savoir et ce qu'on sait vraiment est très instructif.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checklist est l'outil quotidien.</a:t>
            </a:r>
          </a:p>
          <a:p>
            <a:r>
              <a:rPr lang="fr-FR"/>
              <a:t>La plastifier ou la garder en favoris. 5 minutes avant d'envoyer un document : parcourir de haut en bas.</a:t>
            </a:r>
          </a:p>
          <a:p>
            <a:r>
              <a:rPr lang="fr-FR"/>
              <a:t>Ne pas tout faire d'un coup au début : commencer par les 3 premiers critères de chaque colonne.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Titres, liens, tableaux, formulaires, langue, ordre de lecture...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implique tous les producteurs de contenu : rédacteurs, communicants, designers...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Définition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RGAA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Déclaration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Synthèse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lert-warning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21" name="DSFR-alert-warning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Parmi 30 destinataires : 4 ou 5 ont un handicap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thèmes,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thème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Thème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Texte, texte, texte, texte...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bloc plat - aucun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2 : Budget / Titre 3 : Prévisions 2025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766767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85820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269687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766767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94376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8581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97296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94376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Quelles erreurs d'accessibilité trouvez-vous ?
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Structure : titres en gras sans styles, tableau sans en-tête, fausses listes
Couleurs : mention Urgent en rouge sans autre indication, note en gris à contraste insuffisant
Contenus : graphique et organigramme sans alt adapté, icône redondante, lien cliquez ici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7210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6354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25 minutes en binôme : trouvez les erreurs,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7210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30682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718304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minuscules d'abord, puis Police &gt; Modifier la casse &gt; MAJUSCULES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Police sans serif (Arial, Calibri), 12 pt minimum, interligne 1,15. Ne pas justifier le 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4401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document de Sami contenait 12 erreurs de Structure, Couleurs et Contenus.
Mais il en contenait 2 de plus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4401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457700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549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4960620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457700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important. Commencez par ce qui prend 30 secondes.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trouvez les 5 erreurs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document Word contient les éléments suivants. Identifiez les 5 erreurs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4408"/>
            <a:ext cx="11155680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5584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 :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67328"/>
            <a:ext cx="10908792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Introduction mis en gras Arial 16 (sans style)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de résultats avec des lignes en rouge et en vert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cliquez ici pour le formulaire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langue du document non définie dans les propriétés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propriétés du document Titre et Auteur non renseignées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4408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Réponses au quiz final : trouvez les 5 erreurs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thèmes, 5 corrections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: appliquer le style Titre 1 sur Introduction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Couleurs : ajouter les étiquettes texte Conforme et Non conforme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Contenus : renommer le lien Accéder au formulaire de demande RH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Révision &gt; Langue &gt; Définir la langue : Français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Fichier &gt; Informations &gt;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Métacognition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Avant de regarder la réponse, notez sans relire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301752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les lecteurs d'écran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9476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sur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Si vous avez répondu...</a:t>
            </a:r>
          </a:p>
        </p:txBody>
      </p:sp>
      <p:sp>
        <p:nvSpPr>
          <p:cNvPr id="17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 - Ctrl+F onglet Titres - et vérifier le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retenu l'essentiel. Sinon : relire Structure et Contenus.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Métacognition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Demain à 9 h, vos 3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138302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138302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138302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vos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8" name="DSFR-checklist"/>
          <p:cNvSpPr txBox="1"/>
          <p:nvPr/>
        </p:nvSpPr>
        <p:spPr>
          <a:xfrm>
            <a:off x="475488" y="2103120"/>
            <a:ext cx="5463540" cy="48006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avec Puces/Numérotation (pas de tirets manuels)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</p:txBody>
      </p:sp>
      <p:sp>
        <p:nvSpPr>
          <p:cNvPr id="9" name="DSFR-checklist"/>
          <p:cNvSpPr txBox="1"/>
          <p:nvPr/>
        </p:nvSpPr>
        <p:spPr>
          <a:xfrm>
            <a:off x="6240779" y="2103120"/>
            <a:ext cx="5463540" cy="43891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 sur images significatives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filigrane)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Auteur, Objet)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21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3-4/5 : relisez le thème correspondant aux erreurs</a:t>
            </a:r>
          </a:p>
        </p:txBody>
      </p:sp>
      <p:sp>
        <p:nvSpPr>
          <p:cNvPr id="23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Appliquez la checklist de haut en bas</a:t>
            </a:r>
          </a:p>
        </p:txBody>
      </p:sp>
      <p:sp>
        <p:nvSpPr>
          <p:cNvPr id="27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9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c'est automatique : les réflexes sont installés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d’évitement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21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Enjeux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334256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42569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4837176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1 - Texte alternatif : décrire chaque image en 1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2 - Émojis : 1 ou 2 maximum, en fin de message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3 - Hashtags : CamelCase et regroupés en fin de post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334256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3758184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3849624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261104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réduits à 1, placé en fin de phrase - le message tient sans eux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numérotée - navigation facile pour tous les utilisateurs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3758184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Vue synthétique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Jamais de faux gras ou faux italique (InstaFont...)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2 -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Retirez tous les émojis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message est-il toujours clair et complet ? Si oui : bon signe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2 -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3 -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4 - Texte 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InstaFont, LingoJam...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4 - Texte 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 de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