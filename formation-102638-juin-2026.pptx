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Identifiez les critères d'accessibilité qui posent problème.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critères repérables à ce stade.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lequel de ces critères avez-vous probablement oublié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sur la règle d'or : partir d'un Word déjà accessible, puis exporter avec les balises de structure activées.</a:t>
            </a:r>
          </a:p>
          <a:p>
            <a:r>
              <a:rPr lang="fr-FR"/>
              <a:t>Le PDF balisé conserve le plan, les titres, les listes, les tableaux et l'ordre de lecture.</a:t>
            </a:r>
          </a:p>
          <a:p>
            <a:r>
              <a:rPr lang="fr-FR"/>
              <a:t>Sans balises, le lecteur d'écran ne distingue plus correctement la structure du document final.</a:t>
            </a:r>
          </a:p>
          <a:p>
            <a:r>
              <a:rPr lang="fr-FR"/>
              <a:t>Sur Mac, utiliser Fichier &gt; Enregistrer sous &gt; PDF puis choisir l'option Idéal pour la distribution électronique et l'accessibilité.</a:t>
            </a:r>
          </a:p>
          <a:p>
            <a:r>
              <a:rPr lang="fr-FR"/>
              <a:t>Word Online ne doit pas être présenté comme la voie de référence pour produire le PDF final : si le PDF est destiné à être diffusé officiellement, préférer Word bureau et tester le PDF généré avec un vérificateur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repéré toutes les catégories visibles à ce stade.</a:t>
            </a:r>
          </a:p>
          <a:p>
            <a:r>
              <a:rPr lang="fr-FR"/>
              <a:t>Révéler les 2 derniers critères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89204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49834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394959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89204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bloc plat, sans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d'écran ne peut pas aller de titre en titre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L'utilisateur doit écouter tout le document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2 : Budget / Titre 3 : Prévisions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rapide, comme une table des matières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81728"/>
            <a:ext cx="11155680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18888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276088"/>
            <a:ext cx="10863072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Appliquer : Accueil &gt; Styles &gt; Titre 1, Titre 2 ou Titre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: Ctrl+F &gt; onglet Titres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81728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57800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49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60720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57800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Quels critères posent problème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en gras, fausses listes, faux sommaire, tableaux sans en-tête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repérez les problèmes,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60520"/>
            <a:ext cx="5390388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663440"/>
            <a:ext cx="5143500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minuscules d'abord, puis Police &gt; Modifier la casse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41605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6469379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Lisibilité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6469379" y="466344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Police sans serif : Arial ou Marianne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pt minimum, interligne 1,15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justifier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605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41605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177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091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064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177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Exporter Word vers PDF sans perdre l'accessibilité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Word accessible peut devenir un PDF inaccessible si l'export est mal fait.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l'accessibilité dans Word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Fichier &gt; Enregistrer sous &gt; PDF &gt; Options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Cocher les options d'accessibilité avant d'enregistrer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6148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Options à cocher dans Word bureau Windows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10204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Propriétés du document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Balises de structure pour l'accessibilité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des signets à l'aide des titres ou en-têtes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convertir le texte en image bitmap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6148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Vous avez déjà travaillé la plupart des erreurs de Structure, Couleurs, Contenus et Lisibilité.
Il restait 2 erreurs des thèmes Langue et Finalisation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 mais commencez par ce qui est le plus facile.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403433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34399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Structure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gras n'est pas reconnu par les lecteurs d'écran - appliquer le style Titre 1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Couleurs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l'information ne doit pas reposer sur la couleur seule - ajouter les étiquettes Conforme / Non conforme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Contenus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un lien doit être compréhensible hors contexte - renommer en Accéder au formulaire de demande RH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Langue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sans déclaration, la synthèse vocale prononce avec le mauvais accent - Révision &gt; Langue &gt; Définir : Français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Finalisation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343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58114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6725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08406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58114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76372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06781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479291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736592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280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239512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76372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736592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874519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9659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75788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296722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378708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6918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7210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874519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75788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6918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8308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74519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0847"/>
            <a:ext cx="5390388" cy="296539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2287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83787"/>
            <a:ext cx="5143500" cy="22110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millions de personnes en situation de handicap en France (INSEE 2021)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Utilisateurs en contexte défavorable : faible luminosité, connexion lente, bruit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et outils d'IA qui analysent vos contenus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0847"/>
            <a:ext cx="5390388" cy="25749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3212287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623767"/>
            <a:ext cx="5143500" cy="19805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1 - Texte alternatif : décrire chaque image en 1 phrase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2 - Émojis : 1 ou 2 maximum, en fin de message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3 - Hashtags : CamelCase et regroupés en fin de post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8308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0847"/>
            <a:ext cx="73152" cy="296539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0847"/>
            <a:ext cx="73152" cy="25749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4231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2024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0116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42316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809744"/>
            <a:ext cx="11155680" cy="139400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901183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5312664"/>
            <a:ext cx="10908792" cy="79964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réduits à 1, placé en fin de phrase - le message tient sans eux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Structure numérotée - navigation facile pour tous les utilisateurs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2024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809744"/>
            <a:ext cx="73152" cy="139400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51460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19659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36576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48970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58114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499262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48970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73736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182880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270205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433572"/>
            <a:ext cx="3541775" cy="11429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49724"/>
            <a:ext cx="11155680" cy="142280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411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52644"/>
            <a:ext cx="10908792" cy="82844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Retirez tous les émojis du texte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message est-il toujours clair et complet ? Si oui : bon signe</a:t>
            </a:r>
          </a:p>
          <a:p>
            <a:pPr algn="l">
              <a:lnSpc>
                <a:spcPct val="12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7373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003804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49724"/>
            <a:ext cx="73152" cy="142280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51460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01168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031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514600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18464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27608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01168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18464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55448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057400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5544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16459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0574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92624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84064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55448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5544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92624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10312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0020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103120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60020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16916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103120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0020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60020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: 1 ou 2,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=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Alt text vide =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Faux gras InstaFont lu comme gras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2120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3035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2120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91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