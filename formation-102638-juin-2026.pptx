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afficher la liste des 16 erreurs.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erreurs.</a:t>
            </a:r>
          </a:p>
          <a:p>
            <a:r>
              <a:rPr lang="fr-FR"/>
              <a:t>Révéler que le document en contenait 2 de plus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Titres, liens, tableaux, formulaires, langue, ordre de lecture 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 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14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Texte, texte, texte, texte 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5720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0749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5720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40919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33604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Quelles erreurs d'accessibilité trouvez-vous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40919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33604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/>
            </a:r>
            <a:r>
              <a:rPr sz="1400" b="1" i="0" lang="fr-FR">
                <a:solidFill>
                  <a:srgbClr val="161616"/>
                </a:solidFill>
                <a:latin typeface="Marianne"/>
              </a:rPr>
              <a:t>Structure :</a:t>
            </a:r>
            <a:r>
              <a:rPr sz="1400" i="0" lang="fr-FR">
                <a:solidFill>
                  <a:srgbClr val="161616"/>
                </a:solidFill>
                <a:latin typeface="Marianne"/>
              </a:rPr>
              <a:t> titres en gras sans styles, tableau sans en-tête, fausses listes
Couleurs : mention Urgent en rouge sans autre indication, note en gris à contraste insuffisant
Contenus : graphique et organigramme sans alt adapté, icône redondante, lien cliquez ici
Lisibilité : texte justifié, paragraphes vides, majuscules, filigrane invisible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5778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6692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919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40919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5778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30682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718304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Marianne),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6802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document de Sami contenait 16 erreurs de Structure, Couleurs, Contenus et Lisibilité.
Mais il en contenait 2 de plus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6802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698187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78962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201107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698187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important. Commencez par ce qui prend 30 secondes.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Le titre Introduction est en gras Arial 16 au lieu d'un style de titre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Un tableau de suivi utilise uniquement des lignes rouges et vertes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Un lien est rédigé : cliquez ici pour le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4. La langue principale du document n'est pas définie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5. Les propriétés du fichier (Titre et Auteur) sont vides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31318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25374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: le gras n'est pas reconnu par les lecteurs d'écran - appliquer le style Titre 1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Couleurs : l'information ne doit pas reposer sur la couleur seule - ajouter les étiquettes Conforme / Non conforme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Contenus : un lien doit être compréhensible hors contexte - renommer en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sans déclaration, la synthèse vocale prononce avec le mauvais accent - Révision &gt; Langue &gt; Définir : Français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3-4/5 : relisez le thème correspondant aux erreurs</a:t>
            </a:r>
          </a:p>
        </p:txBody>
      </p:sp>
      <p:sp>
        <p:nvSpPr>
          <p:cNvPr id="16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0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Jamais de faux gras ou faux italique (InstaFont 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 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InstaFont, LingoJam 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