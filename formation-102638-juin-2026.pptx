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erreurs repérables à ce stade.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sur la règle d'or : partir d'un Word déjà accessible, puis exporter avec les balises de structure activées.</a:t>
            </a:r>
          </a:p>
          <a:p>
            <a:r>
              <a:rPr lang="fr-FR"/>
              <a:t>Le PDF balisé conserve le plan, les titres, les listes, les tableaux et l'ordre de lecture.</a:t>
            </a:r>
          </a:p>
          <a:p>
            <a:r>
              <a:rPr lang="fr-FR"/>
              <a:t>Sans balises, le lecteur d'écran ne distingue plus correctement la structure du document final.</a:t>
            </a:r>
          </a:p>
          <a:p>
            <a:r>
              <a:rPr lang="fr-FR"/>
              <a:t>Sur Mac, utiliser Fichier &gt; Enregistrer sous &gt; PDF puis choisir l'option Idéal pour la distribution électronique et l'accessibilité.</a:t>
            </a:r>
          </a:p>
          <a:p>
            <a:r>
              <a:rPr lang="fr-FR"/>
              <a:t>Word Online ne doit pas être présenté comme la voie de référence pour produire le PDF final : si le PDF est destiné à être diffusé officiellement, préférer Word bureau et tester le PDF généré avec un vérificateur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 visibles à ce stade.</a:t>
            </a:r>
          </a:p>
          <a:p>
            <a:r>
              <a:rPr lang="fr-FR"/>
              <a:t>Révéler les 2 dernières erreurs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u="sng" lang="fr-FR">
                <a:solidFill>
                  <a:srgbClr val="000091"/>
                </a:solidFill>
                <a:latin typeface="Marianne"/>
                <a:hlinkClick r:id="rId3"/>
              </a:rPr>
              <a:t>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France.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RGAA.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89204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49834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394959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89204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bloc plat, sans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d'écran ne peut pas aller de titre en titre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L'utilisateur doit écouter tout le document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83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2971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429000"/>
            <a:ext cx="5097779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2 : Budget / Titre 3 : Prévisions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rapide, comme une table des matières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81728"/>
            <a:ext cx="11155680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18888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276088"/>
            <a:ext cx="10863072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Appliquer : Accueil &gt; Styles &gt; Titre 1, Titre 2 ou Titre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: Ctrl+F &gt; onglet Titres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83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81728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57800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49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60720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57800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Titres en gras, fausses listes, faux sommaire, tableau fusionné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60520"/>
            <a:ext cx="5390388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663440"/>
            <a:ext cx="5143500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Solution : minuscules d'abord, puis Police &gt; Modifier la casse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41605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6469379" y="425195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Lisibilité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6469379" y="4663440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Police sans serif : Arial ou Marianne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pt minimum, interligne 1,15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justifier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605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41605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177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091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064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177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Exporter Word vers PDF sans perdre l'accessibilité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Word accessible peut devenir un PDF inaccessible si l'export est mal fait.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l'accessibilité dans Word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Fichier &gt; Enregistrer sous &gt; PDF &gt; Options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632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94759"/>
            <a:ext cx="3541775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Cocher les options d'accessibilité avant d'enregistrer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6148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Options à cocher dans Word bureau Windows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10204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Propriétés du document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Balises de structure pour l'accessibilité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Créer des signets à l'aide des titres ou en-têtes</a:t>
            </a:r>
          </a:p>
          <a:p>
            <a:pPr algn="l">
              <a:lnSpc>
                <a:spcPct val="11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pas convertir le texte en image bitmap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6499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6148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Vous avez déjà travaillé la plupart des erreurs de Structure, Couleurs, Contenus et Lisibilité.
Il restait 2 erreurs des thèmes Langue et Finalisation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 mais commencez par ce qui est le plus facile.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403433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34399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Structure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gras n'est pas reconnu par les lecteurs d'écran - appliquer le style Titre 1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Couleurs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l'information ne doit pas reposer sur la couleur seule - ajouter les étiquettes Conforme / Non conforme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Contenus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un lien doit être compréhensible hors contexte - renommer en Accéder au formulaire de demande RH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Langue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sans déclaration, la synthèse vocale prononce avec le mauvais accent - Révision &gt; Langue &gt; Définir : Français</a:t>
            </a:r>
          </a:p>
          <a:p>
            <a:pPr algn="l">
              <a:lnSpc>
                <a:spcPct val="172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Finalisation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343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b="0" lang="fr-FR">
                <a:solidFill>
                  <a:srgbClr val="161616"/>
                </a:solidFill>
                <a:latin typeface="Marianne"/>
              </a:rPr>
              <a:t>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91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