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erreurs repérables à ce stade.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 visibles à ce stade.</a:t>
            </a:r>
          </a:p>
          <a:p>
            <a:r>
              <a:rPr lang="fr-FR"/>
              <a:t>Révéler les 2 dernières erreurs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en gras, fausses listes, faux sommaire, tableau fusionné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60520"/>
            <a:ext cx="5390388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663440"/>
            <a:ext cx="5143500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minuscules d'abord, puis Police &gt; Modifier la casse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41605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6469379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Lisibilité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6469379" y="466344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Police sans serif : Arial ou Marianne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pt minimum, interligne 1,15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justifier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605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41605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Vous avez déjà travaillé la plupart des erreurs de Structure, Couleurs, Contenus et Lisibilité.
Il restait 2 erreurs des thèmes Langue et Finalisation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418795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359359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8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Structure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gras n'est pas reconnu par les lecteurs d'écran - appliquer le style Titre 1</a:t>
            </a:r>
          </a:p>
          <a:p>
            <a:pPr algn="l">
              <a:lnSpc>
                <a:spcPct val="18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Couleurs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l'information ne doit pas reposer sur la couleur seule - ajouter les étiquettes Conforme / Non conforme</a:t>
            </a:r>
          </a:p>
          <a:p>
            <a:pPr algn="l">
              <a:lnSpc>
                <a:spcPct val="18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Contenus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un lien doit être compréhensible hors contexte - renommer en Accéder au formulaire de demande RH</a:t>
            </a:r>
          </a:p>
          <a:p>
            <a:pPr algn="l">
              <a:lnSpc>
                <a:spcPct val="18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Langue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sans déclaration, la synthèse vocale prononce avec le mauvais accent - Révision &gt; Langue &gt; Définir : Français</a:t>
            </a:r>
          </a:p>
          <a:p>
            <a:pPr algn="l">
              <a:lnSpc>
                <a:spcPct val="18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Finalisation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18795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