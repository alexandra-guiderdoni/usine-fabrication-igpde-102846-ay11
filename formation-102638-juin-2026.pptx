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afficher la liste des 19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erreurs.</a:t>
            </a:r>
          </a:p>
          <a:p>
            <a:r>
              <a:rPr lang="fr-FR"/>
              <a:t>Révéler que le document en contenait 2 de plus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France.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RGAA.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 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560320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Quelles erreurs trouvez-vous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560320"/>
            <a:ext cx="5097779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en gras, fausses listes, faux sommaire, tableau fusionné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 Urgent en rouge, note en gris insuffisant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Graphique et organigramme sans alt, icône redondante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en image, lien cliquez ici, filigrane invisible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justifié, paragraphes vides, majuscules tapées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2349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263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2349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Marianne),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6802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document de Sami contenait 19 erreurs de Structure, Couleurs, Contenus et Lisibilité.
Mais il en contenait 2 de plus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6802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98187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8962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201107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98187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important. Commencez par ce qui prend 30 secondes.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31318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25374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: le gras n'est pas reconnu par les lecteurs d'écran - appliquer le style Titre 1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Couleurs : l'information ne doit pas reposer sur la couleur seule - ajouter les étiquettes Conforme / Non conforme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Contenus : un lien doit être compréhensible hors contexte - renommer en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sans déclaration, la synthèse vocale prononce avec le mauvais accent - Révision &gt; Langue &gt; Définir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