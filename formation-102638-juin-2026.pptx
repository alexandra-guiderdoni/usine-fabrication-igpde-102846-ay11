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piliers.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pilier.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(10 min) : afficher la liste des 10 erreurs.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6 (contraste 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pilier 5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Sophie a tout faux, mais aucune de ses erreurs n'est due à de la mauvaise volonté - juste des habitudes.</a:t>
            </a:r>
          </a:p>
          <a:p>
            <a:r>
              <a:rPr lang="fr-FR"/>
              <a:t>Tout le monde a fait au moins 3 de ces erreurs dans sa carrière.</a:t>
            </a:r>
          </a:p>
          <a:p>
            <a:r>
              <a:rPr lang="fr-FR"/>
              <a:t>Le temps de 8 minutes est mesuré - pas estimé.</a:t>
            </a:r>
          </a:p>
          <a:p>
            <a:r>
              <a:rPr lang="fr-FR"/>
              <a:t>Proposer aux stagiaires de corriger un vrai document en 8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quadrant haut-gauche est le meilleur investissement. 4 actions qui couvrent les piliers 1, 3 et 5 - les plus impactants.</a:t>
            </a:r>
          </a:p>
          <a:p>
            <a:r>
              <a:rPr lang="fr-FR"/>
              <a:t>Retravailler un document entier est décourageant : commencer par les nouveaux documents.</a:t>
            </a:r>
          </a:p>
          <a:p>
            <a:r>
              <a:rPr lang="fr-FR"/>
              <a:t>Le contraste sur des centaines de pages = piège : traiter à la source (templates, charte graphique).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 minutes de réflexion individuelle avant de passer à la slide suivante.</a:t>
            </a:r>
          </a:p>
          <a:p>
            <a:r>
              <a:rPr lang="fr-FR"/>
              <a:t>Ne pas aider - la difficulté fait partie de l'apprentissage.</a:t>
            </a:r>
          </a:p>
          <a:p>
            <a:r>
              <a:rPr lang="fr-FR"/>
              <a:t>Demander à main levée combien trouvent 3 erreurs, 4, les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Corriger en groupe, pilier par pilier.</a:t>
            </a:r>
          </a:p>
          <a:p>
            <a:r>
              <a:rPr lang="fr-FR"/>
              <a:t>Commenter les erreurs manquées.</a:t>
            </a:r>
          </a:p>
          <a:p>
            <a:r>
              <a:rPr lang="fr-FR"/>
              <a:t>Si quelqu'un trouve les 5 : féliciter et demander combien de temps il a mis.</a:t>
            </a:r>
          </a:p>
          <a:p>
            <a:r>
              <a:rPr lang="fr-FR"/>
              <a:t>Si moins de 3 : identifier quel pilier est moins bien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Ce travail de récupération active consolide la mémoire à long terme plus efficacement que relire le support.</a:t>
            </a:r>
          </a:p>
          <a:p>
            <a:r>
              <a:rPr lang="fr-FR"/>
              <a:t>Quand tout le monde a écrit : comparer avec la réponse.</a:t>
            </a:r>
          </a:p>
          <a:p>
            <a:r>
              <a:rPr lang="fr-FR"/>
              <a:t>L'écart entre ce qu'on croit savoir et ce qu'on sait vraiment est très instructif.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checklist est l'outil quotidien.</a:t>
            </a:r>
          </a:p>
          <a:p>
            <a:r>
              <a:rPr lang="fr-FR"/>
              <a:t>La plastifier ou la garder en favoris. 5 minutes avant d'envoyer un document : parcourir de haut en bas.</a:t>
            </a:r>
          </a:p>
          <a:p>
            <a:r>
              <a:rPr lang="fr-FR"/>
              <a:t>Ne pas tout faire d'un coup au début : commencer par les 3 premiers critères de chaque colonne.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Titres, liens, tableaux, formulaires, langue, ordre de lecture...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Définition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RGAA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Déclaration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Synthèse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21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piliers,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pilier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Pilier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Texte, texte, texte, texte...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766767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85820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269687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766767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1 - 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2 - 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2 - 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3 - 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3 - 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Quelles erreurs d'accessibilité trouvez-vous ?
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Structure : titres en gras sans styles, tableau sans en-tête balisée
Couleurs : mention Urgent en rouge sans autre indication, note en gris à contraste insuffisant
Contenus : graphique et organigramme sans alt adapté, icône redondante, lien cliquez ici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7210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6354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25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7210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4 - 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30682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718304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Calibri),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4 - 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5 - 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Pilier 5 - 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Étude de cas : le compte rendu de Sophie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Étude de cas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Sophie, assistante de direction, doit publier son compte rendu de réunion.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Quels piliers sont concernés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Quelles corrections, dans quel ordre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en gras et tableaux sans en-tête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action en rouge sans étiquette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alt, lien cliquez ici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propriétés Titre et Auteur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286707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37814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piliers, 5 corrections, 8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4789627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P1 - Styles Titre 1/2/3 et Ligne d'en-tête dans chaque tableau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P2 - Ajouter : Alerte avant le texte écrit en rouge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P3 - Texte alt sur l'image et renommer le lien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P4 - Sélectionner le passage &gt; Révision &gt; Langue &gt; Définir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P5 -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Étude de cas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286707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029200"/>
                <a:gridCol w="455371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Effort faible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Effort élevé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Impact fort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+ Texte alt + Nom de fichier + Vérificateur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Retravailler un document existant entier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Impact faible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Propriétés (Titre, Auteur)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Corriger le contraste sur des centaines de pages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356616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highlight"/>
          <p:cNvSpPr txBox="1"/>
          <p:nvPr/>
        </p:nvSpPr>
        <p:spPr>
          <a:xfrm>
            <a:off x="749808" y="365760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Commencer par là : impact fort, effort faible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 sur chaque image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43484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166359"/>
            <a:ext cx="2580894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Vérifier les propriétés du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356616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473659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document Word contient les éléments suivants. Identifiez les 5 erreurs d'accessibilité (1 par pilier).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4408"/>
            <a:ext cx="11155680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5584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 :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67328"/>
            <a:ext cx="10908792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Introduction mis en gras Arial 16 (sans style) [P1]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de résultats avec des lignes en rouge et en vert [P2]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cliquez ici pour le formulaire [P3]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langue du document non définie dans les propriétés Word [P4]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propriétés du document Titre et Auteur non renseignées [P5]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4408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Réponses au quiz final : trouvez les 5 erreurs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piliers, 5 corrections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P1 - Appliquer le style Titre 1 sur Introduction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P2 - Ajouter les étiquettes texte : Conforme et Non conforme dans les cellules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P3 - Renommer le lien :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P4 - Révision &gt; Langue &gt; Définir la langue de vérification : Français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P5 - Fichier &gt; Informations &gt; Propriétés :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Métacognition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Avant de regarder la réponse, notez sans relire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301752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les lecteurs d'écran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9476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sur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Si vous avez répondu...</a:t>
            </a:r>
          </a:p>
        </p:txBody>
      </p:sp>
      <p:sp>
        <p:nvSpPr>
          <p:cNvPr id="17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 - Ctrl+F onglet Titres - et vérifier le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retenu l'essentiel. Sinon : relire les piliers 1 et 3.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Métacognition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Demain à 9 h, vos 3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138302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vos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8" name="DSFR-checklist"/>
          <p:cNvSpPr txBox="1"/>
          <p:nvPr/>
        </p:nvSpPr>
        <p:spPr>
          <a:xfrm>
            <a:off x="475488" y="2103120"/>
            <a:ext cx="5463540" cy="48006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avec Puces/Numérotation (pas de tirets manuels)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</p:txBody>
      </p:sp>
      <p:sp>
        <p:nvSpPr>
          <p:cNvPr id="9" name="DSFR-checklist"/>
          <p:cNvSpPr txBox="1"/>
          <p:nvPr/>
        </p:nvSpPr>
        <p:spPr>
          <a:xfrm>
            <a:off x="6240779" y="2103120"/>
            <a:ext cx="5463540" cy="43891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 sur images significatives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filigrane)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Auteur, Objet)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21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3-4/5 : relisez le pilier correspondant aux erreurs</a:t>
            </a:r>
          </a:p>
        </p:txBody>
      </p:sp>
      <p:sp>
        <p:nvSpPr>
          <p:cNvPr id="23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7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9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d’évitement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Enjeux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Accroche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Vue synthétique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Jamais de faux gras ou faux italique (InstaFont...)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1 - Texte alternatif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2 -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3 -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InstaFont, LingoJam...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Geste 4 - Texte natif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 de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