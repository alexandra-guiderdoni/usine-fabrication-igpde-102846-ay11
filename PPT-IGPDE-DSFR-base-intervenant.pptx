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18"/>
  </p:notesMasterIdLst>
  <p:handoutMasterIdLst>
    <p:handoutMasterId r:id="rId19"/>
  </p:handoutMasterIdLst>
  <p:sldIdLst/>
  <p:sldSz cx="12191969" cy="68580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mple" id="{1B2C009F-958F-4730-953E-C3BCDF6DEDF4}">
          <p14:sldIdLst>
            <p14:sldId id="342"/>
            <p14:sldId id="335"/>
            <p14:sldId id="336"/>
            <p14:sldId id="337"/>
            <p14:sldId id="348"/>
            <p14:sldId id="344"/>
            <p14:sldId id="347"/>
          </p14:sldIdLst>
        </p14:section>
        <p14:section name="IGPDE" id="{0B896E98-F45E-4768-8620-EDDF394BE181}">
          <p14:sldIdLst>
            <p14:sldId id="332"/>
            <p14:sldId id="331"/>
            <p14:sldId id="327"/>
            <p14:sldId id="340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4" autoAdjust="0"/>
    <p:restoredTop sz="96224" autoAdjust="0"/>
  </p:normalViewPr>
  <p:slideViewPr>
    <p:cSldViewPr showGuides="1">
      <p:cViewPr varScale="1">
        <p:scale>
          <a:sx n="135" d="100"/>
          <a:sy n="135" d="100"/>
        </p:scale>
        <p:origin x="120" y="114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25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2" d="100"/>
        <a:sy n="172" d="100"/>
      </p:scale>
      <p:origin x="0" y="-3540"/>
    </p:cViewPr>
  </p:sorterViewPr>
  <p:notesViewPr>
    <p:cSldViewPr showGuides="1">
      <p:cViewPr varScale="1">
        <p:scale>
          <a:sx n="83" d="100"/>
          <a:sy n="83" d="100"/>
        </p:scale>
        <p:origin x="313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2658-7BE8-4FC5-8F36-ABC54AD38E15}" type="datetimeFigureOut">
              <a:rPr lang="fr-FR" smtClean="0"/>
              <a:t>06/09/2024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3471C-61B7-441C-A48C-C1E234DDF5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93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06/09/2024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59997" y="5226516"/>
            <a:ext cx="4319989" cy="1199997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Institut de la Gestion publique </a:t>
            </a:r>
            <a:br>
              <a:rPr lang="fr-FR" dirty="0"/>
            </a:br>
            <a:r>
              <a:rPr lang="fr-FR" dirty="0"/>
              <a:t>et du Développement économique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7983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9" y="260647"/>
            <a:ext cx="4579487" cy="414909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299" y="776635"/>
            <a:ext cx="3132658" cy="31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386" userDrawn="1">
          <p15:clr>
            <a:srgbClr val="FBAE40"/>
          </p15:clr>
        </p15:guide>
        <p15:guide id="4" pos="443" userDrawn="1">
          <p15:clr>
            <a:srgbClr val="FBAE40"/>
          </p15:clr>
        </p15:guide>
        <p15:guide id="5" orient="horz" pos="3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39999" cy="239999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8" y="3128053"/>
            <a:ext cx="11231971" cy="276959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27" y="212775"/>
            <a:ext cx="2143038" cy="194163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67" y="465665"/>
            <a:ext cx="1464915" cy="1464915"/>
          </a:xfrm>
          <a:prstGeom prst="rect">
            <a:avLst/>
          </a:prstGeom>
        </p:spPr>
      </p:pic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1877CCD8-58D1-4121-82F0-FFD6288F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6" y="2522617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5988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77" y="2524793"/>
            <a:ext cx="3359991" cy="337439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3997"/>
            <a:ext cx="12191969" cy="5875185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983997"/>
            <a:ext cx="11231971" cy="5395186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7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5988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1979" y="2447993"/>
            <a:ext cx="335999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7" y="1199997"/>
            <a:ext cx="11231971" cy="959997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>
          <a:xfrm>
            <a:off x="479998" y="6377984"/>
            <a:ext cx="7871980" cy="479998"/>
          </a:xfrm>
        </p:spPr>
        <p:txBody>
          <a:bodyPr/>
          <a:lstStyle/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6" y="2447993"/>
            <a:ext cx="11231971" cy="34319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5988" y="239999"/>
            <a:ext cx="7295981" cy="479998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7" y="1199997"/>
            <a:ext cx="11231971" cy="9599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7" y="2447993"/>
            <a:ext cx="11231971" cy="34319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1974" y="6377984"/>
            <a:ext cx="1559996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79998" y="6377984"/>
            <a:ext cx="7871980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Institut de la Gestion publique et du Développement économique / titre du diaporama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1979" y="6377984"/>
            <a:ext cx="1799995" cy="4799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79998" y="6379184"/>
            <a:ext cx="11231971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" y="147038"/>
            <a:ext cx="737074" cy="6678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61" y="243271"/>
            <a:ext cx="477928" cy="4779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200</TotalTime>
  <Words>1065</Words>
  <Application>Microsoft Office PowerPoint</Application>
  <PresentationFormat>Affichage à l'écran (16:9)</PresentationFormat>
  <Paragraphs>157</Paragraphs>
  <Slides>16</Slides>
  <Notes>1</Notes>
  <HiddenSlides>3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GOUVERNEMENT</vt:lpstr>
      <vt:lpstr>XXXXX Libelle de la formation</vt:lpstr>
      <vt:lpstr>Présentation PowerPoint</vt:lpstr>
      <vt:lpstr>Le programme</vt:lpstr>
      <vt:lpstr>Présentation PowerPoint</vt:lpstr>
      <vt:lpstr>Sommaire</vt:lpstr>
      <vt:lpstr>Introduction aux réseaux informatiques</vt:lpstr>
      <vt:lpstr>Introduction </vt:lpstr>
      <vt:lpstr>Présentation PowerPoint</vt:lpstr>
      <vt:lpstr>Présentation PowerPoint</vt:lpstr>
      <vt:lpstr>Sommaire</vt:lpstr>
      <vt:lpstr>Titre de partie</vt:lpstr>
      <vt:lpstr>Lorem ipsum dolor  sit amet consectetur</vt:lpstr>
      <vt:lpstr>Lorem ipsum dolor  sit amet consectetur</vt:lpstr>
      <vt:lpstr>Réduire / Augmenter le niveau de liste</vt:lpstr>
      <vt:lpstr>Titre</vt:lpstr>
      <vt:lpstr>Copier / coller les textes</vt:lpstr>
    </vt:vector>
  </TitlesOfParts>
  <Manager>Client</Manager>
  <Company>Secrétariat Général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IGPDE-DSFR - Demonstration</dc:title>
  <dc:subject>Demo composants DSFR sur template IGPDE</dc:subject>
  <dc:creator>Alex Guiderdoni</dc:creator>
  <cp:lastModifiedBy>COUPLAN Carine</cp:lastModifiedBy>
  <cp:revision>15</cp:revision>
  <dcterms:created xsi:type="dcterms:W3CDTF">2020-03-06T09:47:41Z</dcterms:created>
  <dcterms:modified xsi:type="dcterms:W3CDTF">2024-09-06T15:21:48Z</dcterms:modified>
  <dc:language>fr-FR</dc:language>
</cp:coreProperties>
</file>