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/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" roundtripDataSignature="AMtx7mhsRmcZNa4HiRE9VvkD4POlaOh/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ge de garde">
  <p:cSld name="Page de gar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04245" y="836712"/>
            <a:ext cx="3887755" cy="6021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9"/>
          <p:cNvSpPr/>
          <p:nvPr/>
        </p:nvSpPr>
        <p:spPr>
          <a:xfrm>
            <a:off x="3902996" y="1604797"/>
            <a:ext cx="7104789" cy="4416491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9"/>
          <p:cNvSpPr txBox="1"/>
          <p:nvPr>
            <p:ph idx="1" type="body"/>
          </p:nvPr>
        </p:nvSpPr>
        <p:spPr>
          <a:xfrm>
            <a:off x="4104394" y="4002668"/>
            <a:ext cx="39855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A37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7A3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431799" y="2587890"/>
            <a:ext cx="7872445" cy="1414777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6C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00006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ies">
  <p:cSld name="3 partie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" name="Google Shape;20;p20"/>
          <p:cNvSpPr/>
          <p:nvPr>
            <p:ph type="title"/>
          </p:nvPr>
        </p:nvSpPr>
        <p:spPr>
          <a:xfrm>
            <a:off x="431801" y="1028734"/>
            <a:ext cx="11233151" cy="71998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20"/>
          <p:cNvSpPr txBox="1"/>
          <p:nvPr/>
        </p:nvSpPr>
        <p:spPr>
          <a:xfrm>
            <a:off x="9391373" y="355210"/>
            <a:ext cx="2800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du numérique</a:t>
            </a:r>
            <a:endParaRPr/>
          </a:p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421846" y="2643188"/>
            <a:ext cx="3240000" cy="347883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4428594" y="2643188"/>
            <a:ext cx="3240000" cy="347883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3" type="body"/>
          </p:nvPr>
        </p:nvSpPr>
        <p:spPr>
          <a:xfrm>
            <a:off x="8435342" y="2643188"/>
            <a:ext cx="3240000" cy="347883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4" type="body"/>
          </p:nvPr>
        </p:nvSpPr>
        <p:spPr>
          <a:xfrm>
            <a:off x="431372" y="1989346"/>
            <a:ext cx="11243196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1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sous-titre" showMasterSp="0">
  <p:cSld name="Titre et sous-titr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1"/>
          <p:cNvCxnSpPr/>
          <p:nvPr/>
        </p:nvCxnSpPr>
        <p:spPr>
          <a:xfrm>
            <a:off x="431800" y="6379200"/>
            <a:ext cx="11232819" cy="0"/>
          </a:xfrm>
          <a:prstGeom prst="straightConnector1">
            <a:avLst/>
          </a:prstGeom>
          <a:noFill/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202005_SG" id="29" name="Google Shape;2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8270" y="279083"/>
            <a:ext cx="2594743" cy="103562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1"/>
          <p:cNvSpPr txBox="1"/>
          <p:nvPr/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-F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1"/>
          <p:cNvSpPr txBox="1"/>
          <p:nvPr/>
        </p:nvSpPr>
        <p:spPr>
          <a:xfrm>
            <a:off x="9391373" y="355210"/>
            <a:ext cx="2800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du numérique</a:t>
            </a:r>
            <a:endParaRPr/>
          </a:p>
        </p:txBody>
      </p:sp>
      <p:sp>
        <p:nvSpPr>
          <p:cNvPr id="32" name="Google Shape;32;p21"/>
          <p:cNvSpPr/>
          <p:nvPr/>
        </p:nvSpPr>
        <p:spPr>
          <a:xfrm>
            <a:off x="466173" y="1585913"/>
            <a:ext cx="11049552" cy="462092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2A2A74"/>
              </a:gs>
              <a:gs pos="50000">
                <a:srgbClr val="3C3CA9"/>
              </a:gs>
              <a:gs pos="100000">
                <a:srgbClr val="4949C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type="title"/>
          </p:nvPr>
        </p:nvSpPr>
        <p:spPr>
          <a:xfrm>
            <a:off x="466174" y="3121189"/>
            <a:ext cx="11049552" cy="1484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466172" y="5144802"/>
            <a:ext cx="1104955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ctr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ctr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1"/>
          <p:cNvSpPr txBox="1"/>
          <p:nvPr/>
        </p:nvSpPr>
        <p:spPr>
          <a:xfrm>
            <a:off x="423785" y="6392884"/>
            <a:ext cx="3170315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COI DU 26 SEPTEMBRE 2025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431372" y="4293149"/>
            <a:ext cx="11224054" cy="1929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9" name="Google Shape;39;p22"/>
          <p:cNvSpPr/>
          <p:nvPr>
            <p:ph type="title"/>
          </p:nvPr>
        </p:nvSpPr>
        <p:spPr>
          <a:xfrm>
            <a:off x="431801" y="1028734"/>
            <a:ext cx="11233151" cy="71998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22"/>
          <p:cNvSpPr txBox="1"/>
          <p:nvPr/>
        </p:nvSpPr>
        <p:spPr>
          <a:xfrm>
            <a:off x="9391373" y="355210"/>
            <a:ext cx="2800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du numérique</a:t>
            </a:r>
            <a:endParaRPr/>
          </a:p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21847" y="2643188"/>
            <a:ext cx="2149475" cy="14398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2"/>
          <p:cNvSpPr txBox="1"/>
          <p:nvPr>
            <p:ph idx="3" type="body"/>
          </p:nvPr>
        </p:nvSpPr>
        <p:spPr>
          <a:xfrm>
            <a:off x="2695254" y="2643188"/>
            <a:ext cx="2149475" cy="14398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4" type="body"/>
          </p:nvPr>
        </p:nvSpPr>
        <p:spPr>
          <a:xfrm>
            <a:off x="4968661" y="2643188"/>
            <a:ext cx="2149475" cy="14398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5" type="body"/>
          </p:nvPr>
        </p:nvSpPr>
        <p:spPr>
          <a:xfrm>
            <a:off x="7242068" y="2643188"/>
            <a:ext cx="2149475" cy="14398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22"/>
          <p:cNvSpPr txBox="1"/>
          <p:nvPr>
            <p:ph idx="6" type="body"/>
          </p:nvPr>
        </p:nvSpPr>
        <p:spPr>
          <a:xfrm>
            <a:off x="9515476" y="2643188"/>
            <a:ext cx="2149475" cy="14398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22"/>
          <p:cNvSpPr txBox="1"/>
          <p:nvPr>
            <p:ph idx="7" type="body"/>
          </p:nvPr>
        </p:nvSpPr>
        <p:spPr>
          <a:xfrm>
            <a:off x="431372" y="1989346"/>
            <a:ext cx="11243196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1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position personnalisée">
  <p:cSld name="1_Disposition personnalisé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9" name="Google Shape;49;p23"/>
          <p:cNvSpPr txBox="1"/>
          <p:nvPr>
            <p:ph idx="1" type="body"/>
          </p:nvPr>
        </p:nvSpPr>
        <p:spPr>
          <a:xfrm>
            <a:off x="431372" y="1989346"/>
            <a:ext cx="11243196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1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3"/>
          <p:cNvSpPr/>
          <p:nvPr>
            <p:ph type="title"/>
          </p:nvPr>
        </p:nvSpPr>
        <p:spPr>
          <a:xfrm>
            <a:off x="431801" y="1028734"/>
            <a:ext cx="11233151" cy="71998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23"/>
          <p:cNvSpPr txBox="1"/>
          <p:nvPr/>
        </p:nvSpPr>
        <p:spPr>
          <a:xfrm>
            <a:off x="9391373" y="355210"/>
            <a:ext cx="2800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du numérique</a:t>
            </a:r>
            <a:endParaRPr/>
          </a:p>
        </p:txBody>
      </p:sp>
      <p:sp>
        <p:nvSpPr>
          <p:cNvPr id="52" name="Google Shape;52;p23"/>
          <p:cNvSpPr txBox="1"/>
          <p:nvPr>
            <p:ph idx="2" type="body"/>
          </p:nvPr>
        </p:nvSpPr>
        <p:spPr>
          <a:xfrm>
            <a:off x="431372" y="2643188"/>
            <a:ext cx="11224054" cy="357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itre">
  <p:cSld name="Chapitr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479999" y="984000"/>
            <a:ext cx="11232000" cy="5395200"/>
          </a:xfrm>
          <a:prstGeom prst="rect">
            <a:avLst/>
          </a:prstGeom>
          <a:noFill/>
          <a:ln cap="flat" cmpd="sng" w="10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33"/>
              <a:buFont typeface="Arial"/>
              <a:buAutoNum type="arabicPeriod"/>
              <a:defRPr b="1" i="0" sz="4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24"/>
          <p:cNvSpPr/>
          <p:nvPr/>
        </p:nvSpPr>
        <p:spPr>
          <a:xfrm>
            <a:off x="466173" y="1585913"/>
            <a:ext cx="11049552" cy="223895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2A2A74"/>
              </a:gs>
              <a:gs pos="50000">
                <a:srgbClr val="3C3CA9"/>
              </a:gs>
              <a:gs pos="100000">
                <a:srgbClr val="4949C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4"/>
          <p:cNvSpPr txBox="1"/>
          <p:nvPr/>
        </p:nvSpPr>
        <p:spPr>
          <a:xfrm>
            <a:off x="466174" y="1585912"/>
            <a:ext cx="11049552" cy="22565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fr-FR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Modifiez le style du titre</a:t>
            </a:r>
            <a:endParaRPr/>
          </a:p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479998" y="4070194"/>
            <a:ext cx="11035725" cy="1665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ctr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ctr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⮚"/>
              <a:defRPr b="1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8" name="Google Shape;58;p24"/>
          <p:cNvCxnSpPr/>
          <p:nvPr/>
        </p:nvCxnSpPr>
        <p:spPr>
          <a:xfrm>
            <a:off x="431800" y="6379200"/>
            <a:ext cx="11232819" cy="0"/>
          </a:xfrm>
          <a:prstGeom prst="straightConnector1">
            <a:avLst/>
          </a:prstGeom>
          <a:noFill/>
          <a:ln cap="flat" cmpd="sng" w="10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0" name="Google Shape;60;p24"/>
          <p:cNvSpPr txBox="1"/>
          <p:nvPr/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fr-FR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position personnalisée">
  <p:cSld name="3_Disposition personnalisé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1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" name="Google Shape;63;p25"/>
          <p:cNvSpPr txBox="1"/>
          <p:nvPr>
            <p:ph idx="1" type="body"/>
          </p:nvPr>
        </p:nvSpPr>
        <p:spPr>
          <a:xfrm>
            <a:off x="431372" y="1989346"/>
            <a:ext cx="11243196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  <a:defRPr b="1" i="0" sz="18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3245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Noto Sans Symbols"/>
              <a:buChar char="▪"/>
              <a:defRPr b="0" i="0" sz="13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6354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67"/>
              <a:buFont typeface="Arial"/>
              <a:buChar char="•"/>
              <a:defRPr b="0" i="0" sz="10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7845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933"/>
              <a:buFont typeface="Noto Sans Symbols"/>
              <a:buChar char="▪"/>
              <a:defRPr b="0" i="0" sz="9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5"/>
          <p:cNvSpPr/>
          <p:nvPr>
            <p:ph type="title"/>
          </p:nvPr>
        </p:nvSpPr>
        <p:spPr>
          <a:xfrm>
            <a:off x="431801" y="1028734"/>
            <a:ext cx="11233151" cy="719988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33"/>
              <a:buFont typeface="Arial"/>
              <a:buNone/>
              <a:defRPr b="1" i="0" sz="333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5" name="Google Shape;65;p25"/>
          <p:cNvSpPr txBox="1"/>
          <p:nvPr/>
        </p:nvSpPr>
        <p:spPr>
          <a:xfrm>
            <a:off x="9391373" y="355210"/>
            <a:ext cx="2800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du numérique</a:t>
            </a:r>
            <a:endParaRPr/>
          </a:p>
        </p:txBody>
      </p:sp>
      <p:sp>
        <p:nvSpPr>
          <p:cNvPr id="66" name="Google Shape;66;p25"/>
          <p:cNvSpPr txBox="1"/>
          <p:nvPr>
            <p:ph idx="2" type="body"/>
          </p:nvPr>
        </p:nvSpPr>
        <p:spPr>
          <a:xfrm>
            <a:off x="431372" y="2643188"/>
            <a:ext cx="6593896" cy="357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5"/>
          <p:cNvSpPr txBox="1"/>
          <p:nvPr>
            <p:ph idx="3" type="body"/>
          </p:nvPr>
        </p:nvSpPr>
        <p:spPr>
          <a:xfrm>
            <a:off x="7493620" y="2643188"/>
            <a:ext cx="4180948" cy="357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▪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None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9864951" y="6378000"/>
            <a:ext cx="1800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202005_SG" id="11" name="Google Shape;11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74580" y="116547"/>
            <a:ext cx="217170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8"/>
          <p:cNvSpPr txBox="1"/>
          <p:nvPr/>
        </p:nvSpPr>
        <p:spPr>
          <a:xfrm>
            <a:off x="423785" y="6392884"/>
            <a:ext cx="3170315" cy="460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COI DU 26 SEPTEMBRE 2025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04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xmlns:r="http://schemas.openxmlformats.org/officeDocument/2006/relationships" name="PREMIER MINISTR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2022-10-26T07:13:52Z</dcterms:created>
  <dc:creator>BLOTIERE Celia</dc:creator>
</cp:coreProperties>
</file>