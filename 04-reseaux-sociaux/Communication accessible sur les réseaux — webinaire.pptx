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Outfit ExtraLight"/>
      <p:regular r:id="rId36"/>
      <p:bold r:id="rId37"/>
    </p:embeddedFont>
    <p:embeddedFont>
      <p:font typeface="Lato"/>
      <p:regular r:id="rId38"/>
      <p:bold r:id="rId39"/>
      <p:italic r:id="rId40"/>
      <p:boldItalic r:id="rId41"/>
    </p:embeddedFont>
    <p:embeddedFont>
      <p:font typeface="Outfit Light"/>
      <p:regular r:id="rId42"/>
      <p:bold r:id="rId43"/>
    </p:embeddedFont>
    <p:embeddedFont>
      <p:font typeface="Lora SemiBold"/>
      <p:regular r:id="rId44"/>
      <p:bold r:id="rId45"/>
      <p:italic r:id="rId46"/>
      <p:boldItalic r:id="rId47"/>
    </p:embeddedFont>
    <p:embeddedFont>
      <p:font typeface="Outfit"/>
      <p:regular r:id="rId48"/>
      <p:bold r:id="rId49"/>
    </p:embeddedFont>
    <p:embeddedFont>
      <p:font typeface="Helvetica Neue"/>
      <p:regular r:id="rId50"/>
      <p:bold r:id="rId51"/>
      <p:italic r:id="rId52"/>
      <p:boldItalic r:id="rId53"/>
    </p:embeddedFont>
    <p:embeddedFont>
      <p:font typeface="Helvetica Neue Light"/>
      <p:regular r:id="rId54"/>
      <p:bold r:id="rId55"/>
      <p:italic r:id="rId56"/>
      <p:boldItalic r:id="rId57"/>
    </p:embeddedFont>
    <p:embeddedFont>
      <p:font typeface="Century Gothic"/>
      <p:regular r:id="rId58"/>
      <p:bold r:id="rId59"/>
      <p:italic r:id="rId60"/>
      <p:boldItalic r:id="rId61"/>
    </p:embeddedFont>
    <p:embeddedFont>
      <p:font typeface="Open Sans"/>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42" Type="http://schemas.openxmlformats.org/officeDocument/2006/relationships/font" Target="fonts/OutfitLight-regular.fntdata"/><Relationship Id="rId41" Type="http://schemas.openxmlformats.org/officeDocument/2006/relationships/font" Target="fonts/Lato-boldItalic.fntdata"/><Relationship Id="rId44" Type="http://schemas.openxmlformats.org/officeDocument/2006/relationships/font" Target="fonts/LoraSemiBold-regular.fntdata"/><Relationship Id="rId43" Type="http://schemas.openxmlformats.org/officeDocument/2006/relationships/font" Target="fonts/OutfitLight-bold.fntdata"/><Relationship Id="rId46" Type="http://schemas.openxmlformats.org/officeDocument/2006/relationships/font" Target="fonts/LoraSemiBold-italic.fntdata"/><Relationship Id="rId45" Type="http://schemas.openxmlformats.org/officeDocument/2006/relationships/font" Target="fonts/Lora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utfit-regular.fntdata"/><Relationship Id="rId47" Type="http://schemas.openxmlformats.org/officeDocument/2006/relationships/font" Target="fonts/LoraSemiBold-boldItalic.fntdata"/><Relationship Id="rId49" Type="http://schemas.openxmlformats.org/officeDocument/2006/relationships/font" Target="fonts/Outfi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OutfitExtraLight-bold.fntdata"/><Relationship Id="rId36" Type="http://schemas.openxmlformats.org/officeDocument/2006/relationships/font" Target="fonts/OutfitExtraLight-regular.fntdata"/><Relationship Id="rId39" Type="http://schemas.openxmlformats.org/officeDocument/2006/relationships/font" Target="fonts/Lato-bold.fntdata"/><Relationship Id="rId38" Type="http://schemas.openxmlformats.org/officeDocument/2006/relationships/font" Target="fonts/Lato-regular.fntdata"/><Relationship Id="rId62" Type="http://schemas.openxmlformats.org/officeDocument/2006/relationships/font" Target="fonts/OpenSans-regular.fntdata"/><Relationship Id="rId61" Type="http://schemas.openxmlformats.org/officeDocument/2006/relationships/font" Target="fonts/CenturyGothic-boldItalic.fntdata"/><Relationship Id="rId20" Type="http://schemas.openxmlformats.org/officeDocument/2006/relationships/slide" Target="slides/slide15.xml"/><Relationship Id="rId64" Type="http://schemas.openxmlformats.org/officeDocument/2006/relationships/font" Target="fonts/OpenSans-italic.fntdata"/><Relationship Id="rId63" Type="http://schemas.openxmlformats.org/officeDocument/2006/relationships/font" Target="fonts/OpenSans-bold.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OpenSans-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CenturyGothic-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HelveticaNeue-bold.fntdata"/><Relationship Id="rId50" Type="http://schemas.openxmlformats.org/officeDocument/2006/relationships/font" Target="fonts/HelveticaNeue-regular.fntdata"/><Relationship Id="rId53" Type="http://schemas.openxmlformats.org/officeDocument/2006/relationships/font" Target="fonts/HelveticaNeue-boldItalic.fntdata"/><Relationship Id="rId52" Type="http://schemas.openxmlformats.org/officeDocument/2006/relationships/font" Target="fonts/HelveticaNeue-italic.fntdata"/><Relationship Id="rId11" Type="http://schemas.openxmlformats.org/officeDocument/2006/relationships/slide" Target="slides/slide6.xml"/><Relationship Id="rId55" Type="http://schemas.openxmlformats.org/officeDocument/2006/relationships/font" Target="fonts/HelveticaNeueLight-bold.fntdata"/><Relationship Id="rId10" Type="http://schemas.openxmlformats.org/officeDocument/2006/relationships/slide" Target="slides/slide5.xml"/><Relationship Id="rId54" Type="http://schemas.openxmlformats.org/officeDocument/2006/relationships/font" Target="fonts/HelveticaNeueLight-regular.fntdata"/><Relationship Id="rId13" Type="http://schemas.openxmlformats.org/officeDocument/2006/relationships/slide" Target="slides/slide8.xml"/><Relationship Id="rId57" Type="http://schemas.openxmlformats.org/officeDocument/2006/relationships/font" Target="fonts/HelveticaNeueLight-boldItalic.fntdata"/><Relationship Id="rId12" Type="http://schemas.openxmlformats.org/officeDocument/2006/relationships/slide" Target="slides/slide7.xml"/><Relationship Id="rId56" Type="http://schemas.openxmlformats.org/officeDocument/2006/relationships/font" Target="fonts/HelveticaNeueLight-italic.fntdata"/><Relationship Id="rId15" Type="http://schemas.openxmlformats.org/officeDocument/2006/relationships/slide" Target="slides/slide10.xml"/><Relationship Id="rId59" Type="http://schemas.openxmlformats.org/officeDocument/2006/relationships/font" Target="fonts/CenturyGothic-bold.fntdata"/><Relationship Id="rId14" Type="http://schemas.openxmlformats.org/officeDocument/2006/relationships/slide" Target="slides/slide9.xml"/><Relationship Id="rId58" Type="http://schemas.openxmlformats.org/officeDocument/2006/relationships/font" Target="fonts/CenturyGothic-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4749198270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4749198270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68af307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868af307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562eb8cd9b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562eb8cd9b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562eb8cd9b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562eb8cd9b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562eb8cd9b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562eb8cd9b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562eb8cd9b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562eb8cd9b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562eb8cd9b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562eb8cd9b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4749198270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4749198270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562eb8cd9b_0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562eb8cd9b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4749198270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4749198270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562eb8cd9b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562eb8cd9b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4749198270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4749198270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9407586e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9407586e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562eb8cd9b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562eb8cd9b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4749198270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4749198270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562eb8cd9b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562eb8cd9b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4749198270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4749198270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562eb8cd9b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562eb8cd9b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https://www.tpgi.com/color-contrast-checker/</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562eb8cd9b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562eb8cd9b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562eb8cd9b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562eb8cd9b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562eb8cd9b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562eb8cd9b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4749198270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4749198270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4749198270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4749198270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4749198270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4749198270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562eb8cd9b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562eb8cd9b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09b3b22fd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09b3b22fd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09b3b22fd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09b3b22fd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09b3b22fd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09b3b22fd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ec3cea5dd4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ec3cea5dd4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63CB"/>
        </a:solidFill>
      </p:bgPr>
    </p:bg>
    <p:spTree>
      <p:nvGrpSpPr>
        <p:cNvPr id="10" name="Shape 10"/>
        <p:cNvGrpSpPr/>
        <p:nvPr/>
      </p:nvGrpSpPr>
      <p:grpSpPr>
        <a:xfrm>
          <a:off x="0" y="0"/>
          <a:ext cx="0" cy="0"/>
          <a:chOff x="0" y="0"/>
          <a:chExt cx="0" cy="0"/>
        </a:xfrm>
      </p:grpSpPr>
      <p:pic>
        <p:nvPicPr>
          <p:cNvPr id="11" name="Google Shape;11;p2"/>
          <p:cNvPicPr preferRelativeResize="0"/>
          <p:nvPr/>
        </p:nvPicPr>
        <p:blipFill>
          <a:blip r:embed="rId2">
            <a:alphaModFix/>
          </a:blip>
          <a:stretch>
            <a:fillRect/>
          </a:stretch>
        </p:blipFill>
        <p:spPr>
          <a:xfrm>
            <a:off x="3000313" y="2060113"/>
            <a:ext cx="6143625" cy="3171825"/>
          </a:xfrm>
          <a:prstGeom prst="rect">
            <a:avLst/>
          </a:prstGeom>
          <a:noFill/>
          <a:ln>
            <a:noFill/>
          </a:ln>
        </p:spPr>
      </p:pic>
      <p:sp>
        <p:nvSpPr>
          <p:cNvPr id="12" name="Google Shape;12;p2"/>
          <p:cNvSpPr txBox="1"/>
          <p:nvPr>
            <p:ph type="ctrTitle"/>
          </p:nvPr>
        </p:nvSpPr>
        <p:spPr>
          <a:xfrm>
            <a:off x="729000" y="1323000"/>
            <a:ext cx="6552900" cy="1665900"/>
          </a:xfrm>
          <a:prstGeom prst="rect">
            <a:avLst/>
          </a:prstGeom>
        </p:spPr>
        <p:txBody>
          <a:bodyPr anchorCtr="0" anchor="ctr" bIns="0" lIns="0" spcFirstLastPara="1" rIns="0" wrap="square" tIns="0">
            <a:noAutofit/>
          </a:bodyPr>
          <a:lstStyle>
            <a:lvl1pPr lvl="0" rtl="0">
              <a:spcBef>
                <a:spcPts val="0"/>
              </a:spcBef>
              <a:spcAft>
                <a:spcPts val="0"/>
              </a:spcAft>
              <a:buClr>
                <a:srgbClr val="FFFFFF"/>
              </a:buClr>
              <a:buSzPts val="4400"/>
              <a:buNone/>
              <a:defRPr sz="4400">
                <a:solidFill>
                  <a:srgbClr val="FFFFFF"/>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p:txBody>
      </p:sp>
      <p:sp>
        <p:nvSpPr>
          <p:cNvPr id="13" name="Google Shape;13;p2"/>
          <p:cNvSpPr txBox="1"/>
          <p:nvPr>
            <p:ph idx="1" type="subTitle"/>
          </p:nvPr>
        </p:nvSpPr>
        <p:spPr>
          <a:xfrm>
            <a:off x="729000" y="3717900"/>
            <a:ext cx="6552900" cy="378000"/>
          </a:xfrm>
          <a:prstGeom prst="rect">
            <a:avLst/>
          </a:prstGeom>
        </p:spPr>
        <p:txBody>
          <a:bodyPr anchorCtr="0" anchor="ctr" bIns="0" lIns="450000" spcFirstLastPara="1" rIns="0" wrap="square" tIns="0">
            <a:noAutofit/>
          </a:bodyPr>
          <a:lstStyle>
            <a:lvl1pPr lvl="0" rtl="0">
              <a:lnSpc>
                <a:spcPct val="100000"/>
              </a:lnSpc>
              <a:spcBef>
                <a:spcPts val="0"/>
              </a:spcBef>
              <a:spcAft>
                <a:spcPts val="0"/>
              </a:spcAft>
              <a:buClr>
                <a:schemeClr val="lt1"/>
              </a:buClr>
              <a:buSzPts val="1200"/>
              <a:buFont typeface="Outfit"/>
              <a:buNone/>
              <a:defRPr sz="1200">
                <a:solidFill>
                  <a:schemeClr val="lt1"/>
                </a:solidFill>
                <a:latin typeface="Outfit"/>
                <a:ea typeface="Outfit"/>
                <a:cs typeface="Outfit"/>
                <a:sym typeface="Outfit"/>
              </a:defRPr>
            </a:lvl1pPr>
            <a:lvl2pPr lvl="1"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2pPr>
            <a:lvl3pPr lvl="2"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3pPr>
            <a:lvl4pPr lvl="3"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4pPr>
            <a:lvl5pPr lvl="4"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5pPr>
            <a:lvl6pPr lvl="5"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6pPr>
            <a:lvl7pPr lvl="6"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7pPr>
            <a:lvl8pPr lvl="7"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8pPr>
            <a:lvl9pPr lvl="8"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9pPr>
          </a:lstStyle>
          <a:p/>
        </p:txBody>
      </p:sp>
      <p:pic>
        <p:nvPicPr>
          <p:cNvPr id="14" name="Google Shape;14;p2"/>
          <p:cNvPicPr preferRelativeResize="0"/>
          <p:nvPr/>
        </p:nvPicPr>
        <p:blipFill>
          <a:blip r:embed="rId3">
            <a:alphaModFix/>
          </a:blip>
          <a:stretch>
            <a:fillRect/>
          </a:stretch>
        </p:blipFill>
        <p:spPr>
          <a:xfrm>
            <a:off x="729000" y="3717900"/>
            <a:ext cx="382624" cy="3781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E2356"/>
        </a:solidFill>
      </p:bgPr>
    </p:bg>
    <p:spTree>
      <p:nvGrpSpPr>
        <p:cNvPr id="15" name="Shape 15"/>
        <p:cNvGrpSpPr/>
        <p:nvPr/>
      </p:nvGrpSpPr>
      <p:grpSpPr>
        <a:xfrm>
          <a:off x="0" y="0"/>
          <a:ext cx="0" cy="0"/>
          <a:chOff x="0" y="0"/>
          <a:chExt cx="0" cy="0"/>
        </a:xfrm>
      </p:grpSpPr>
      <p:sp>
        <p:nvSpPr>
          <p:cNvPr id="16" name="Google Shape;16;p3"/>
          <p:cNvSpPr txBox="1"/>
          <p:nvPr>
            <p:ph idx="12" type="sldNum"/>
          </p:nvPr>
        </p:nvSpPr>
        <p:spPr>
          <a:xfrm>
            <a:off x="8469900" y="4749982"/>
            <a:ext cx="675000" cy="393600"/>
          </a:xfrm>
          <a:prstGeom prst="rect">
            <a:avLst/>
          </a:prstGeom>
        </p:spPr>
        <p:txBody>
          <a:bodyPr anchorCtr="0" anchor="b" bIns="172800" lIns="135000" spcFirstLastPara="1" rIns="310500" wrap="square" tIns="135000">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fr"/>
              <a:t>‹#›</a:t>
            </a:fld>
            <a:endParaRPr/>
          </a:p>
        </p:txBody>
      </p:sp>
      <p:cxnSp>
        <p:nvCxnSpPr>
          <p:cNvPr id="17" name="Google Shape;17;p3"/>
          <p:cNvCxnSpPr/>
          <p:nvPr/>
        </p:nvCxnSpPr>
        <p:spPr>
          <a:xfrm>
            <a:off x="729000" y="1612250"/>
            <a:ext cx="2081700" cy="0"/>
          </a:xfrm>
          <a:prstGeom prst="straightConnector1">
            <a:avLst/>
          </a:prstGeom>
          <a:noFill/>
          <a:ln cap="flat" cmpd="sng" w="38100">
            <a:solidFill>
              <a:srgbClr val="FFFFFF"/>
            </a:solidFill>
            <a:prstDash val="solid"/>
            <a:round/>
            <a:headEnd len="med" w="med" type="none"/>
            <a:tailEnd len="med" w="med" type="none"/>
          </a:ln>
        </p:spPr>
      </p:cxnSp>
      <p:sp>
        <p:nvSpPr>
          <p:cNvPr id="18" name="Google Shape;18;p3"/>
          <p:cNvSpPr txBox="1"/>
          <p:nvPr>
            <p:ph type="title"/>
          </p:nvPr>
        </p:nvSpPr>
        <p:spPr>
          <a:xfrm>
            <a:off x="729000" y="1612800"/>
            <a:ext cx="6552000" cy="1518600"/>
          </a:xfrm>
          <a:prstGeom prst="rect">
            <a:avLst/>
          </a:prstGeom>
        </p:spPr>
        <p:txBody>
          <a:bodyPr anchorCtr="0" anchor="t" bIns="91425" lIns="0" spcFirstLastPara="1" rIns="0" wrap="square" tIns="91425">
            <a:spAutoFit/>
          </a:bodyPr>
          <a:lstStyle>
            <a:lvl1pPr lvl="0" rtl="0">
              <a:spcBef>
                <a:spcPts val="0"/>
              </a:spcBef>
              <a:spcAft>
                <a:spcPts val="0"/>
              </a:spcAft>
              <a:buClr>
                <a:srgbClr val="FFFFFF"/>
              </a:buClr>
              <a:buSzPts val="4800"/>
              <a:buFont typeface="Outfit"/>
              <a:buNone/>
              <a:defRPr sz="4800">
                <a:solidFill>
                  <a:srgbClr val="FFFFFF"/>
                </a:solidFill>
                <a:latin typeface="Outfit"/>
                <a:ea typeface="Outfit"/>
                <a:cs typeface="Outfit"/>
                <a:sym typeface="Outfit"/>
              </a:defRPr>
            </a:lvl1pPr>
            <a:lvl2pPr lvl="1" rtl="0">
              <a:spcBef>
                <a:spcPts val="0"/>
              </a:spcBef>
              <a:spcAft>
                <a:spcPts val="0"/>
              </a:spcAft>
              <a:buClr>
                <a:srgbClr val="FFFFFF"/>
              </a:buClr>
              <a:buSzPts val="3600"/>
              <a:buNone/>
              <a:defRPr sz="3600">
                <a:solidFill>
                  <a:srgbClr val="FFFFFF"/>
                </a:solidFill>
              </a:defRPr>
            </a:lvl2pPr>
            <a:lvl3pPr lvl="2" rtl="0">
              <a:spcBef>
                <a:spcPts val="0"/>
              </a:spcBef>
              <a:spcAft>
                <a:spcPts val="0"/>
              </a:spcAft>
              <a:buClr>
                <a:srgbClr val="FFFFFF"/>
              </a:buClr>
              <a:buSzPts val="3600"/>
              <a:buNone/>
              <a:defRPr sz="3600">
                <a:solidFill>
                  <a:srgbClr val="FFFFFF"/>
                </a:solidFill>
              </a:defRPr>
            </a:lvl3pPr>
            <a:lvl4pPr lvl="3" rtl="0">
              <a:spcBef>
                <a:spcPts val="0"/>
              </a:spcBef>
              <a:spcAft>
                <a:spcPts val="0"/>
              </a:spcAft>
              <a:buClr>
                <a:srgbClr val="FFFFFF"/>
              </a:buClr>
              <a:buSzPts val="3600"/>
              <a:buNone/>
              <a:defRPr sz="3600">
                <a:solidFill>
                  <a:srgbClr val="FFFFFF"/>
                </a:solidFill>
              </a:defRPr>
            </a:lvl4pPr>
            <a:lvl5pPr lvl="4" rtl="0">
              <a:spcBef>
                <a:spcPts val="0"/>
              </a:spcBef>
              <a:spcAft>
                <a:spcPts val="0"/>
              </a:spcAft>
              <a:buClr>
                <a:srgbClr val="FFFFFF"/>
              </a:buClr>
              <a:buSzPts val="3600"/>
              <a:buNone/>
              <a:defRPr sz="3600">
                <a:solidFill>
                  <a:srgbClr val="FFFFFF"/>
                </a:solidFill>
              </a:defRPr>
            </a:lvl5pPr>
            <a:lvl6pPr lvl="5" rtl="0">
              <a:spcBef>
                <a:spcPts val="0"/>
              </a:spcBef>
              <a:spcAft>
                <a:spcPts val="0"/>
              </a:spcAft>
              <a:buClr>
                <a:srgbClr val="FFFFFF"/>
              </a:buClr>
              <a:buSzPts val="3600"/>
              <a:buNone/>
              <a:defRPr sz="3600">
                <a:solidFill>
                  <a:srgbClr val="FFFFFF"/>
                </a:solidFill>
              </a:defRPr>
            </a:lvl6pPr>
            <a:lvl7pPr lvl="6" rtl="0">
              <a:spcBef>
                <a:spcPts val="0"/>
              </a:spcBef>
              <a:spcAft>
                <a:spcPts val="0"/>
              </a:spcAft>
              <a:buClr>
                <a:srgbClr val="FFFFFF"/>
              </a:buClr>
              <a:buSzPts val="3600"/>
              <a:buNone/>
              <a:defRPr sz="3600">
                <a:solidFill>
                  <a:srgbClr val="FFFFFF"/>
                </a:solidFill>
              </a:defRPr>
            </a:lvl7pPr>
            <a:lvl8pPr lvl="7" rtl="0">
              <a:spcBef>
                <a:spcPts val="0"/>
              </a:spcBef>
              <a:spcAft>
                <a:spcPts val="0"/>
              </a:spcAft>
              <a:buClr>
                <a:srgbClr val="FFFFFF"/>
              </a:buClr>
              <a:buSzPts val="3600"/>
              <a:buNone/>
              <a:defRPr sz="3600">
                <a:solidFill>
                  <a:srgbClr val="FFFFFF"/>
                </a:solidFill>
              </a:defRPr>
            </a:lvl8pPr>
            <a:lvl9pPr lvl="8" rtl="0">
              <a:spcBef>
                <a:spcPts val="0"/>
              </a:spcBef>
              <a:spcAft>
                <a:spcPts val="0"/>
              </a:spcAft>
              <a:buClr>
                <a:srgbClr val="FFFFFF"/>
              </a:buClr>
              <a:buSzPts val="3600"/>
              <a:buNone/>
              <a:defRPr sz="3600">
                <a:solidFill>
                  <a:srgbClr val="FFFFFF"/>
                </a:solidFill>
              </a:defRPr>
            </a:lvl9pPr>
          </a:lstStyle>
          <a:p/>
        </p:txBody>
      </p:sp>
      <p:sp>
        <p:nvSpPr>
          <p:cNvPr id="19" name="Google Shape;19;p3"/>
          <p:cNvSpPr txBox="1"/>
          <p:nvPr>
            <p:ph idx="1" type="subTitle"/>
          </p:nvPr>
        </p:nvSpPr>
        <p:spPr>
          <a:xfrm>
            <a:off x="729000" y="856800"/>
            <a:ext cx="4950000" cy="763200"/>
          </a:xfrm>
          <a:prstGeom prst="rect">
            <a:avLst/>
          </a:prstGeom>
          <a:noFill/>
          <a:ln>
            <a:noFill/>
          </a:ln>
        </p:spPr>
        <p:txBody>
          <a:bodyPr anchorCtr="0" anchor="b" bIns="90000" lIns="0" spcFirstLastPara="1" rIns="90000" wrap="square" tIns="90000">
            <a:noAutofit/>
          </a:bodyPr>
          <a:lstStyle>
            <a:lvl1pPr lvl="0" marR="0" rtl="0" algn="l">
              <a:lnSpc>
                <a:spcPct val="100000"/>
              </a:lnSpc>
              <a:spcBef>
                <a:spcPts val="0"/>
              </a:spcBef>
              <a:spcAft>
                <a:spcPts val="0"/>
              </a:spcAft>
              <a:buClr>
                <a:srgbClr val="FFFFFF"/>
              </a:buClr>
              <a:buSzPts val="4800"/>
              <a:buFont typeface="Outfit"/>
              <a:buNone/>
              <a:defRPr b="1" sz="4800">
                <a:solidFill>
                  <a:srgbClr val="FFFFFF"/>
                </a:solidFill>
                <a:latin typeface="Outfit"/>
                <a:ea typeface="Outfit"/>
                <a:cs typeface="Outfit"/>
                <a:sym typeface="Outfit"/>
              </a:defRPr>
            </a:lvl1pPr>
            <a:lvl2pPr lvl="1" rtl="0" algn="l">
              <a:lnSpc>
                <a:spcPct val="100000"/>
              </a:lnSpc>
              <a:spcBef>
                <a:spcPts val="0"/>
              </a:spcBef>
              <a:spcAft>
                <a:spcPts val="0"/>
              </a:spcAft>
              <a:buClr>
                <a:srgbClr val="FFFFFF"/>
              </a:buClr>
              <a:buSzPts val="1100"/>
              <a:buFont typeface="Outfit"/>
              <a:buChar char="○"/>
              <a:defRPr>
                <a:solidFill>
                  <a:srgbClr val="FFFFFF"/>
                </a:solidFill>
                <a:latin typeface="Outfit"/>
                <a:ea typeface="Outfit"/>
                <a:cs typeface="Outfit"/>
                <a:sym typeface="Outfit"/>
              </a:defRPr>
            </a:lvl2pPr>
            <a:lvl3pPr lvl="2" rtl="0" algn="l">
              <a:lnSpc>
                <a:spcPct val="100000"/>
              </a:lnSpc>
              <a:spcBef>
                <a:spcPts val="0"/>
              </a:spcBef>
              <a:spcAft>
                <a:spcPts val="0"/>
              </a:spcAft>
              <a:buClr>
                <a:srgbClr val="FFFFFF"/>
              </a:buClr>
              <a:buSzPts val="1000"/>
              <a:buFont typeface="Outfit"/>
              <a:buChar char="■"/>
              <a:defRPr>
                <a:solidFill>
                  <a:srgbClr val="FFFFFF"/>
                </a:solidFill>
                <a:latin typeface="Outfit"/>
                <a:ea typeface="Outfit"/>
                <a:cs typeface="Outfit"/>
                <a:sym typeface="Outfit"/>
              </a:defRPr>
            </a:lvl3pPr>
            <a:lvl4pPr lvl="3" rtl="0" algn="l">
              <a:lnSpc>
                <a:spcPct val="100000"/>
              </a:lnSpc>
              <a:spcBef>
                <a:spcPts val="0"/>
              </a:spcBef>
              <a:spcAft>
                <a:spcPts val="0"/>
              </a:spcAft>
              <a:buClr>
                <a:srgbClr val="FFFFFF"/>
              </a:buClr>
              <a:buSzPts val="900"/>
              <a:buFont typeface="Outfit"/>
              <a:buChar char="●"/>
              <a:defRPr>
                <a:solidFill>
                  <a:srgbClr val="FFFFFF"/>
                </a:solidFill>
                <a:latin typeface="Outfit"/>
                <a:ea typeface="Outfit"/>
                <a:cs typeface="Outfit"/>
                <a:sym typeface="Outfit"/>
              </a:defRPr>
            </a:lvl4pPr>
            <a:lvl5pPr lvl="4" rtl="0" algn="l">
              <a:lnSpc>
                <a:spcPct val="100000"/>
              </a:lnSpc>
              <a:spcBef>
                <a:spcPts val="0"/>
              </a:spcBef>
              <a:spcAft>
                <a:spcPts val="0"/>
              </a:spcAft>
              <a:buClr>
                <a:srgbClr val="FFFFFF"/>
              </a:buClr>
              <a:buSzPts val="800"/>
              <a:buFont typeface="Outfit"/>
              <a:buChar char="○"/>
              <a:defRPr>
                <a:solidFill>
                  <a:srgbClr val="FFFFFF"/>
                </a:solidFill>
                <a:latin typeface="Outfit"/>
                <a:ea typeface="Outfit"/>
                <a:cs typeface="Outfit"/>
                <a:sym typeface="Outfit"/>
              </a:defRPr>
            </a:lvl5pPr>
            <a:lvl6pPr lvl="5" rtl="0" algn="l">
              <a:lnSpc>
                <a:spcPct val="100000"/>
              </a:lnSpc>
              <a:spcBef>
                <a:spcPts val="0"/>
              </a:spcBef>
              <a:spcAft>
                <a:spcPts val="0"/>
              </a:spcAft>
              <a:buClr>
                <a:srgbClr val="FFFFFF"/>
              </a:buClr>
              <a:buSzPts val="700"/>
              <a:buFont typeface="Outfit"/>
              <a:buChar char="■"/>
              <a:defRPr>
                <a:solidFill>
                  <a:srgbClr val="FFFFFF"/>
                </a:solidFill>
                <a:latin typeface="Outfit"/>
                <a:ea typeface="Outfit"/>
                <a:cs typeface="Outfit"/>
                <a:sym typeface="Outfit"/>
              </a:defRPr>
            </a:lvl6pPr>
            <a:lvl7pPr lvl="6" rtl="0" algn="l">
              <a:lnSpc>
                <a:spcPct val="100000"/>
              </a:lnSpc>
              <a:spcBef>
                <a:spcPts val="0"/>
              </a:spcBef>
              <a:spcAft>
                <a:spcPts val="0"/>
              </a:spcAft>
              <a:buClr>
                <a:srgbClr val="FFFFFF"/>
              </a:buClr>
              <a:buSzPts val="600"/>
              <a:buFont typeface="Outfit"/>
              <a:buChar char="●"/>
              <a:defRPr>
                <a:solidFill>
                  <a:srgbClr val="FFFFFF"/>
                </a:solidFill>
                <a:latin typeface="Outfit"/>
                <a:ea typeface="Outfit"/>
                <a:cs typeface="Outfit"/>
                <a:sym typeface="Outfit"/>
              </a:defRPr>
            </a:lvl7pPr>
            <a:lvl8pPr lvl="7" rtl="0" algn="l">
              <a:lnSpc>
                <a:spcPct val="100000"/>
              </a:lnSpc>
              <a:spcBef>
                <a:spcPts val="0"/>
              </a:spcBef>
              <a:spcAft>
                <a:spcPts val="0"/>
              </a:spcAft>
              <a:buClr>
                <a:srgbClr val="FFFFFF"/>
              </a:buClr>
              <a:buSzPts val="600"/>
              <a:buFont typeface="Outfit"/>
              <a:buChar char="○"/>
              <a:defRPr>
                <a:solidFill>
                  <a:srgbClr val="FFFFFF"/>
                </a:solidFill>
                <a:latin typeface="Outfit"/>
                <a:ea typeface="Outfit"/>
                <a:cs typeface="Outfit"/>
                <a:sym typeface="Outfit"/>
              </a:defRPr>
            </a:lvl8pPr>
            <a:lvl9pPr lvl="8" rtl="0" algn="l">
              <a:lnSpc>
                <a:spcPct val="100000"/>
              </a:lnSpc>
              <a:spcBef>
                <a:spcPts val="0"/>
              </a:spcBef>
              <a:spcAft>
                <a:spcPts val="0"/>
              </a:spcAft>
              <a:buClr>
                <a:srgbClr val="FFFFFF"/>
              </a:buClr>
              <a:buSzPts val="600"/>
              <a:buFont typeface="Outfit"/>
              <a:buChar char="■"/>
              <a:defRPr>
                <a:solidFill>
                  <a:srgbClr val="FFFFFF"/>
                </a:solidFill>
                <a:latin typeface="Outfit"/>
                <a:ea typeface="Outfit"/>
                <a:cs typeface="Outfit"/>
                <a:sym typeface="Outfi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2" showMasterSp="0">
  <p:cSld name="51 - Chapitre [2]_1">
    <p:bg>
      <p:bgPr>
        <a:solidFill>
          <a:srgbClr val="0063CB"/>
        </a:solidFill>
      </p:bgPr>
    </p:bg>
    <p:spTree>
      <p:nvGrpSpPr>
        <p:cNvPr id="20" name="Shape 20"/>
        <p:cNvGrpSpPr/>
        <p:nvPr/>
      </p:nvGrpSpPr>
      <p:grpSpPr>
        <a:xfrm>
          <a:off x="0" y="0"/>
          <a:ext cx="0" cy="0"/>
          <a:chOff x="0" y="0"/>
          <a:chExt cx="0" cy="0"/>
        </a:xfrm>
      </p:grpSpPr>
      <p:cxnSp>
        <p:nvCxnSpPr>
          <p:cNvPr id="21" name="Google Shape;21;p4"/>
          <p:cNvCxnSpPr/>
          <p:nvPr/>
        </p:nvCxnSpPr>
        <p:spPr>
          <a:xfrm>
            <a:off x="729000" y="1612250"/>
            <a:ext cx="2081700" cy="0"/>
          </a:xfrm>
          <a:prstGeom prst="straightConnector1">
            <a:avLst/>
          </a:prstGeom>
          <a:noFill/>
          <a:ln cap="flat" cmpd="sng" w="38100">
            <a:solidFill>
              <a:srgbClr val="FFFFFF"/>
            </a:solidFill>
            <a:prstDash val="solid"/>
            <a:round/>
            <a:headEnd len="med" w="med" type="none"/>
            <a:tailEnd len="med" w="med" type="none"/>
          </a:ln>
        </p:spPr>
      </p:cxnSp>
      <p:sp>
        <p:nvSpPr>
          <p:cNvPr id="22" name="Google Shape;22;p4"/>
          <p:cNvSpPr txBox="1"/>
          <p:nvPr>
            <p:ph type="title"/>
          </p:nvPr>
        </p:nvSpPr>
        <p:spPr>
          <a:xfrm>
            <a:off x="729000" y="1613250"/>
            <a:ext cx="6551100" cy="1810200"/>
          </a:xfrm>
          <a:prstGeom prst="rect">
            <a:avLst/>
          </a:prstGeom>
          <a:noFill/>
          <a:ln>
            <a:noFill/>
          </a:ln>
        </p:spPr>
        <p:txBody>
          <a:bodyPr anchorCtr="0" anchor="t" bIns="91425" lIns="0" spcFirstLastPara="1" rIns="0" wrap="square" tIns="91425">
            <a:spAutoFit/>
          </a:bodyPr>
          <a:lstStyle>
            <a:lvl1pPr lvl="0" marR="0" rtl="0" algn="l">
              <a:lnSpc>
                <a:spcPct val="100000"/>
              </a:lnSpc>
              <a:spcBef>
                <a:spcPts val="0"/>
              </a:spcBef>
              <a:spcAft>
                <a:spcPts val="0"/>
              </a:spcAft>
              <a:buClr>
                <a:srgbClr val="FFFFFF"/>
              </a:buClr>
              <a:buSzPts val="4800"/>
              <a:buFont typeface="Outfit"/>
              <a:buNone/>
              <a:defRPr i="0" sz="4800" u="none" cap="none" strike="noStrike">
                <a:solidFill>
                  <a:srgbClr val="FFFFFF"/>
                </a:solidFill>
                <a:latin typeface="Outfit"/>
                <a:ea typeface="Outfit"/>
                <a:cs typeface="Outfit"/>
                <a:sym typeface="Outfit"/>
              </a:defRPr>
            </a:lvl1pPr>
            <a:lvl2pPr lvl="1" marR="0" rtl="0" algn="l">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2pPr>
            <a:lvl3pPr lvl="2" marR="0" rtl="0" algn="l">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3pPr>
            <a:lvl4pPr lvl="3" marR="0" rtl="0" algn="l">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4pPr>
            <a:lvl5pPr lvl="4" marR="0" rtl="0" algn="l">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5pPr>
            <a:lvl6pPr lvl="5" marR="0" rtl="0" algn="l">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6pPr>
            <a:lvl7pPr lvl="6" marR="0" rtl="0" algn="l">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7pPr>
            <a:lvl8pPr lvl="7" marR="0" rtl="0" algn="l">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8pPr>
            <a:lvl9pPr lvl="8" marR="0" rtl="0" algn="l">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9pPr>
          </a:lstStyle>
          <a:p/>
        </p:txBody>
      </p:sp>
      <p:sp>
        <p:nvSpPr>
          <p:cNvPr id="23" name="Google Shape;23;p4"/>
          <p:cNvSpPr txBox="1"/>
          <p:nvPr>
            <p:ph idx="1" type="subTitle"/>
          </p:nvPr>
        </p:nvSpPr>
        <p:spPr>
          <a:xfrm>
            <a:off x="729000" y="856800"/>
            <a:ext cx="4950000" cy="763200"/>
          </a:xfrm>
          <a:prstGeom prst="rect">
            <a:avLst/>
          </a:prstGeom>
          <a:noFill/>
          <a:ln>
            <a:noFill/>
          </a:ln>
        </p:spPr>
        <p:txBody>
          <a:bodyPr anchorCtr="0" anchor="b" bIns="90000" lIns="0" spcFirstLastPara="1" rIns="90000" wrap="square" tIns="90000">
            <a:noAutofit/>
          </a:bodyPr>
          <a:lstStyle>
            <a:lvl1pPr lvl="0" marR="0" rtl="0" algn="l">
              <a:lnSpc>
                <a:spcPct val="100000"/>
              </a:lnSpc>
              <a:spcBef>
                <a:spcPts val="0"/>
              </a:spcBef>
              <a:spcAft>
                <a:spcPts val="0"/>
              </a:spcAft>
              <a:buClr>
                <a:srgbClr val="FFFFFF"/>
              </a:buClr>
              <a:buSzPts val="4800"/>
              <a:buFont typeface="Outfit"/>
              <a:buNone/>
              <a:defRPr b="1" sz="4800">
                <a:solidFill>
                  <a:srgbClr val="FFFFFF"/>
                </a:solidFill>
                <a:latin typeface="Outfit"/>
                <a:ea typeface="Outfit"/>
                <a:cs typeface="Outfit"/>
                <a:sym typeface="Outfit"/>
              </a:defRPr>
            </a:lvl1pPr>
            <a:lvl2pPr lvl="1" rtl="0" algn="l">
              <a:lnSpc>
                <a:spcPct val="100000"/>
              </a:lnSpc>
              <a:spcBef>
                <a:spcPts val="0"/>
              </a:spcBef>
              <a:spcAft>
                <a:spcPts val="0"/>
              </a:spcAft>
              <a:buClr>
                <a:srgbClr val="FFFFFF"/>
              </a:buClr>
              <a:buSzPts val="1100"/>
              <a:buFont typeface="Outfit"/>
              <a:buChar char="○"/>
              <a:defRPr>
                <a:solidFill>
                  <a:srgbClr val="FFFFFF"/>
                </a:solidFill>
                <a:latin typeface="Outfit"/>
                <a:ea typeface="Outfit"/>
                <a:cs typeface="Outfit"/>
                <a:sym typeface="Outfit"/>
              </a:defRPr>
            </a:lvl2pPr>
            <a:lvl3pPr lvl="2" rtl="0" algn="l">
              <a:lnSpc>
                <a:spcPct val="100000"/>
              </a:lnSpc>
              <a:spcBef>
                <a:spcPts val="0"/>
              </a:spcBef>
              <a:spcAft>
                <a:spcPts val="0"/>
              </a:spcAft>
              <a:buClr>
                <a:srgbClr val="FFFFFF"/>
              </a:buClr>
              <a:buSzPts val="1000"/>
              <a:buFont typeface="Outfit"/>
              <a:buChar char="■"/>
              <a:defRPr>
                <a:solidFill>
                  <a:srgbClr val="FFFFFF"/>
                </a:solidFill>
                <a:latin typeface="Outfit"/>
                <a:ea typeface="Outfit"/>
                <a:cs typeface="Outfit"/>
                <a:sym typeface="Outfit"/>
              </a:defRPr>
            </a:lvl3pPr>
            <a:lvl4pPr lvl="3" rtl="0" algn="l">
              <a:lnSpc>
                <a:spcPct val="100000"/>
              </a:lnSpc>
              <a:spcBef>
                <a:spcPts val="0"/>
              </a:spcBef>
              <a:spcAft>
                <a:spcPts val="0"/>
              </a:spcAft>
              <a:buClr>
                <a:srgbClr val="FFFFFF"/>
              </a:buClr>
              <a:buSzPts val="900"/>
              <a:buFont typeface="Outfit"/>
              <a:buChar char="●"/>
              <a:defRPr>
                <a:solidFill>
                  <a:srgbClr val="FFFFFF"/>
                </a:solidFill>
                <a:latin typeface="Outfit"/>
                <a:ea typeface="Outfit"/>
                <a:cs typeface="Outfit"/>
                <a:sym typeface="Outfit"/>
              </a:defRPr>
            </a:lvl4pPr>
            <a:lvl5pPr lvl="4" rtl="0" algn="l">
              <a:lnSpc>
                <a:spcPct val="100000"/>
              </a:lnSpc>
              <a:spcBef>
                <a:spcPts val="0"/>
              </a:spcBef>
              <a:spcAft>
                <a:spcPts val="0"/>
              </a:spcAft>
              <a:buClr>
                <a:srgbClr val="FFFFFF"/>
              </a:buClr>
              <a:buSzPts val="800"/>
              <a:buFont typeface="Outfit"/>
              <a:buChar char="○"/>
              <a:defRPr>
                <a:solidFill>
                  <a:srgbClr val="FFFFFF"/>
                </a:solidFill>
                <a:latin typeface="Outfit"/>
                <a:ea typeface="Outfit"/>
                <a:cs typeface="Outfit"/>
                <a:sym typeface="Outfit"/>
              </a:defRPr>
            </a:lvl5pPr>
            <a:lvl6pPr lvl="5" rtl="0" algn="l">
              <a:lnSpc>
                <a:spcPct val="100000"/>
              </a:lnSpc>
              <a:spcBef>
                <a:spcPts val="0"/>
              </a:spcBef>
              <a:spcAft>
                <a:spcPts val="0"/>
              </a:spcAft>
              <a:buClr>
                <a:srgbClr val="FFFFFF"/>
              </a:buClr>
              <a:buSzPts val="700"/>
              <a:buFont typeface="Outfit"/>
              <a:buChar char="■"/>
              <a:defRPr>
                <a:solidFill>
                  <a:srgbClr val="FFFFFF"/>
                </a:solidFill>
                <a:latin typeface="Outfit"/>
                <a:ea typeface="Outfit"/>
                <a:cs typeface="Outfit"/>
                <a:sym typeface="Outfit"/>
              </a:defRPr>
            </a:lvl6pPr>
            <a:lvl7pPr lvl="6" rtl="0" algn="l">
              <a:lnSpc>
                <a:spcPct val="100000"/>
              </a:lnSpc>
              <a:spcBef>
                <a:spcPts val="0"/>
              </a:spcBef>
              <a:spcAft>
                <a:spcPts val="0"/>
              </a:spcAft>
              <a:buClr>
                <a:srgbClr val="FFFFFF"/>
              </a:buClr>
              <a:buSzPts val="600"/>
              <a:buFont typeface="Outfit"/>
              <a:buChar char="●"/>
              <a:defRPr>
                <a:solidFill>
                  <a:srgbClr val="FFFFFF"/>
                </a:solidFill>
                <a:latin typeface="Outfit"/>
                <a:ea typeface="Outfit"/>
                <a:cs typeface="Outfit"/>
                <a:sym typeface="Outfit"/>
              </a:defRPr>
            </a:lvl7pPr>
            <a:lvl8pPr lvl="7" rtl="0" algn="l">
              <a:lnSpc>
                <a:spcPct val="100000"/>
              </a:lnSpc>
              <a:spcBef>
                <a:spcPts val="0"/>
              </a:spcBef>
              <a:spcAft>
                <a:spcPts val="0"/>
              </a:spcAft>
              <a:buClr>
                <a:srgbClr val="FFFFFF"/>
              </a:buClr>
              <a:buSzPts val="600"/>
              <a:buFont typeface="Outfit"/>
              <a:buChar char="○"/>
              <a:defRPr>
                <a:solidFill>
                  <a:srgbClr val="FFFFFF"/>
                </a:solidFill>
                <a:latin typeface="Outfit"/>
                <a:ea typeface="Outfit"/>
                <a:cs typeface="Outfit"/>
                <a:sym typeface="Outfit"/>
              </a:defRPr>
            </a:lvl8pPr>
            <a:lvl9pPr lvl="8" rtl="0" algn="l">
              <a:lnSpc>
                <a:spcPct val="100000"/>
              </a:lnSpc>
              <a:spcBef>
                <a:spcPts val="0"/>
              </a:spcBef>
              <a:spcAft>
                <a:spcPts val="0"/>
              </a:spcAft>
              <a:buClr>
                <a:srgbClr val="FFFFFF"/>
              </a:buClr>
              <a:buSzPts val="600"/>
              <a:buFont typeface="Outfit"/>
              <a:buChar char="■"/>
              <a:defRPr>
                <a:solidFill>
                  <a:srgbClr val="FFFFFF"/>
                </a:solidFill>
                <a:latin typeface="Outfit"/>
                <a:ea typeface="Outfit"/>
                <a:cs typeface="Outfit"/>
                <a:sym typeface="Outfit"/>
              </a:defRPr>
            </a:lvl9pPr>
          </a:lstStyle>
          <a:p/>
        </p:txBody>
      </p:sp>
      <p:sp>
        <p:nvSpPr>
          <p:cNvPr id="24" name="Google Shape;24;p4"/>
          <p:cNvSpPr txBox="1"/>
          <p:nvPr>
            <p:ph idx="12" type="sldNum"/>
          </p:nvPr>
        </p:nvSpPr>
        <p:spPr>
          <a:xfrm>
            <a:off x="8469900" y="4749757"/>
            <a:ext cx="675000" cy="393600"/>
          </a:xfrm>
          <a:prstGeom prst="rect">
            <a:avLst/>
          </a:prstGeom>
        </p:spPr>
        <p:txBody>
          <a:bodyPr anchorCtr="0" anchor="b" bIns="172800" lIns="135000" spcFirstLastPara="1" rIns="310500" wrap="square" tIns="135000">
            <a:noAutofit/>
          </a:bodyPr>
          <a:lstStyle>
            <a:lvl1pPr lvl="0" rtl="0">
              <a:buNone/>
              <a:defRPr sz="800">
                <a:solidFill>
                  <a:srgbClr val="FFFFFF"/>
                </a:solidFill>
              </a:defRPr>
            </a:lvl1pPr>
            <a:lvl2pPr lvl="1" rtl="0">
              <a:buNone/>
              <a:defRPr sz="800">
                <a:solidFill>
                  <a:srgbClr val="FFFFFF"/>
                </a:solidFill>
              </a:defRPr>
            </a:lvl2pPr>
            <a:lvl3pPr lvl="2" rtl="0">
              <a:buNone/>
              <a:defRPr sz="800">
                <a:solidFill>
                  <a:srgbClr val="FFFFFF"/>
                </a:solidFill>
              </a:defRPr>
            </a:lvl3pPr>
            <a:lvl4pPr lvl="3" rtl="0">
              <a:buNone/>
              <a:defRPr sz="800">
                <a:solidFill>
                  <a:srgbClr val="FFFFFF"/>
                </a:solidFill>
              </a:defRPr>
            </a:lvl4pPr>
            <a:lvl5pPr lvl="4" rtl="0">
              <a:buNone/>
              <a:defRPr sz="800">
                <a:solidFill>
                  <a:srgbClr val="FFFFFF"/>
                </a:solidFill>
              </a:defRPr>
            </a:lvl5pPr>
            <a:lvl6pPr lvl="5" rtl="0">
              <a:buNone/>
              <a:defRPr sz="800">
                <a:solidFill>
                  <a:srgbClr val="FFFFFF"/>
                </a:solidFill>
              </a:defRPr>
            </a:lvl6pPr>
            <a:lvl7pPr lvl="6" rtl="0">
              <a:buNone/>
              <a:defRPr sz="800">
                <a:solidFill>
                  <a:srgbClr val="FFFFFF"/>
                </a:solidFill>
              </a:defRPr>
            </a:lvl7pPr>
            <a:lvl8pPr lvl="7" rtl="0">
              <a:buNone/>
              <a:defRPr sz="800">
                <a:solidFill>
                  <a:srgbClr val="FFFFFF"/>
                </a:solidFill>
              </a:defRPr>
            </a:lvl8pPr>
            <a:lvl9pPr lvl="8" rtl="0">
              <a:buNone/>
              <a:defRPr sz="800">
                <a:solidFill>
                  <a:srgbClr val="FFFFFF"/>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3" showMasterSp="0">
  <p:cSld name="51 - Chapitre [2]_1_1">
    <p:bg>
      <p:bgPr>
        <a:solidFill>
          <a:schemeClr val="accent3"/>
        </a:solidFill>
      </p:bgPr>
    </p:bg>
    <p:spTree>
      <p:nvGrpSpPr>
        <p:cNvPr id="25" name="Shape 25"/>
        <p:cNvGrpSpPr/>
        <p:nvPr/>
      </p:nvGrpSpPr>
      <p:grpSpPr>
        <a:xfrm>
          <a:off x="0" y="0"/>
          <a:ext cx="0" cy="0"/>
          <a:chOff x="0" y="0"/>
          <a:chExt cx="0" cy="0"/>
        </a:xfrm>
      </p:grpSpPr>
      <p:cxnSp>
        <p:nvCxnSpPr>
          <p:cNvPr id="26" name="Google Shape;26;p5"/>
          <p:cNvCxnSpPr/>
          <p:nvPr/>
        </p:nvCxnSpPr>
        <p:spPr>
          <a:xfrm>
            <a:off x="729000" y="1612250"/>
            <a:ext cx="2081700" cy="0"/>
          </a:xfrm>
          <a:prstGeom prst="straightConnector1">
            <a:avLst/>
          </a:prstGeom>
          <a:noFill/>
          <a:ln cap="flat" cmpd="sng" w="38100">
            <a:solidFill>
              <a:schemeClr val="dk1"/>
            </a:solidFill>
            <a:prstDash val="solid"/>
            <a:round/>
            <a:headEnd len="med" w="med" type="none"/>
            <a:tailEnd len="med" w="med" type="none"/>
          </a:ln>
        </p:spPr>
      </p:cxnSp>
      <p:sp>
        <p:nvSpPr>
          <p:cNvPr id="27" name="Google Shape;27;p5"/>
          <p:cNvSpPr txBox="1"/>
          <p:nvPr>
            <p:ph type="title"/>
          </p:nvPr>
        </p:nvSpPr>
        <p:spPr>
          <a:xfrm>
            <a:off x="729000" y="1613250"/>
            <a:ext cx="6551100" cy="1810200"/>
          </a:xfrm>
          <a:prstGeom prst="rect">
            <a:avLst/>
          </a:prstGeom>
          <a:noFill/>
          <a:ln>
            <a:noFill/>
          </a:ln>
        </p:spPr>
        <p:txBody>
          <a:bodyPr anchorCtr="0" anchor="t" bIns="91425" lIns="0" spcFirstLastPara="1" rIns="0" wrap="square" tIns="91425">
            <a:spAutoFit/>
          </a:bodyPr>
          <a:lstStyle>
            <a:lvl1pPr lvl="0" marR="0" rtl="0" algn="l">
              <a:lnSpc>
                <a:spcPct val="100000"/>
              </a:lnSpc>
              <a:spcBef>
                <a:spcPts val="0"/>
              </a:spcBef>
              <a:spcAft>
                <a:spcPts val="0"/>
              </a:spcAft>
              <a:buClr>
                <a:schemeClr val="dk1"/>
              </a:buClr>
              <a:buSzPts val="4800"/>
              <a:buFont typeface="Outfit"/>
              <a:buNone/>
              <a:defRPr b="0" i="0" sz="4800" u="none" cap="none" strike="noStrike">
                <a:solidFill>
                  <a:schemeClr val="dk1"/>
                </a:solidFill>
                <a:latin typeface="Outfit"/>
                <a:ea typeface="Outfit"/>
                <a:cs typeface="Outfit"/>
                <a:sym typeface="Outfit"/>
              </a:defRPr>
            </a:lvl1pPr>
            <a:lvl2pPr lvl="1" marR="0" rtl="0" algn="l">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2pPr>
            <a:lvl3pPr lvl="2" marR="0" rtl="0" algn="l">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3pPr>
            <a:lvl4pPr lvl="3" marR="0" rtl="0" algn="l">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4pPr>
            <a:lvl5pPr lvl="4" marR="0" rtl="0" algn="l">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5pPr>
            <a:lvl6pPr lvl="5" marR="0" rtl="0" algn="l">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6pPr>
            <a:lvl7pPr lvl="6" marR="0" rtl="0" algn="l">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7pPr>
            <a:lvl8pPr lvl="7" marR="0" rtl="0" algn="l">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8pPr>
            <a:lvl9pPr lvl="8" marR="0" rtl="0" algn="l">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9pPr>
          </a:lstStyle>
          <a:p/>
        </p:txBody>
      </p:sp>
      <p:sp>
        <p:nvSpPr>
          <p:cNvPr id="28" name="Google Shape;28;p5"/>
          <p:cNvSpPr txBox="1"/>
          <p:nvPr>
            <p:ph idx="1" type="subTitle"/>
          </p:nvPr>
        </p:nvSpPr>
        <p:spPr>
          <a:xfrm>
            <a:off x="729000" y="856800"/>
            <a:ext cx="4950000" cy="763200"/>
          </a:xfrm>
          <a:prstGeom prst="rect">
            <a:avLst/>
          </a:prstGeom>
          <a:noFill/>
          <a:ln>
            <a:noFill/>
          </a:ln>
        </p:spPr>
        <p:txBody>
          <a:bodyPr anchorCtr="0" anchor="b" bIns="90000" lIns="0" spcFirstLastPara="1" rIns="90000" wrap="square" tIns="90000">
            <a:noAutofit/>
          </a:bodyPr>
          <a:lstStyle>
            <a:lvl1pPr lvl="0" marR="0" rtl="0" algn="l">
              <a:lnSpc>
                <a:spcPct val="100000"/>
              </a:lnSpc>
              <a:spcBef>
                <a:spcPts val="0"/>
              </a:spcBef>
              <a:spcAft>
                <a:spcPts val="0"/>
              </a:spcAft>
              <a:buClr>
                <a:schemeClr val="dk1"/>
              </a:buClr>
              <a:buSzPts val="4800"/>
              <a:buFont typeface="Outfit"/>
              <a:buNone/>
              <a:defRPr b="1" sz="4800">
                <a:solidFill>
                  <a:schemeClr val="dk1"/>
                </a:solidFill>
                <a:latin typeface="Outfit"/>
                <a:ea typeface="Outfit"/>
                <a:cs typeface="Outfit"/>
                <a:sym typeface="Outfit"/>
              </a:defRPr>
            </a:lvl1pPr>
            <a:lvl2pPr lvl="1" rtl="0" algn="l">
              <a:lnSpc>
                <a:spcPct val="100000"/>
              </a:lnSpc>
              <a:spcBef>
                <a:spcPts val="0"/>
              </a:spcBef>
              <a:spcAft>
                <a:spcPts val="0"/>
              </a:spcAft>
              <a:buClr>
                <a:schemeClr val="dk1"/>
              </a:buClr>
              <a:buSzPts val="1100"/>
              <a:buFont typeface="Outfit"/>
              <a:buChar char="○"/>
              <a:defRPr>
                <a:solidFill>
                  <a:schemeClr val="dk1"/>
                </a:solidFill>
                <a:latin typeface="Outfit"/>
                <a:ea typeface="Outfit"/>
                <a:cs typeface="Outfit"/>
                <a:sym typeface="Outfit"/>
              </a:defRPr>
            </a:lvl2pPr>
            <a:lvl3pPr lvl="2" rtl="0" algn="l">
              <a:lnSpc>
                <a:spcPct val="100000"/>
              </a:lnSpc>
              <a:spcBef>
                <a:spcPts val="0"/>
              </a:spcBef>
              <a:spcAft>
                <a:spcPts val="0"/>
              </a:spcAft>
              <a:buClr>
                <a:schemeClr val="dk1"/>
              </a:buClr>
              <a:buSzPts val="1000"/>
              <a:buFont typeface="Outfit"/>
              <a:buChar char="■"/>
              <a:defRPr>
                <a:solidFill>
                  <a:schemeClr val="dk1"/>
                </a:solidFill>
                <a:latin typeface="Outfit"/>
                <a:ea typeface="Outfit"/>
                <a:cs typeface="Outfit"/>
                <a:sym typeface="Outfit"/>
              </a:defRPr>
            </a:lvl3pPr>
            <a:lvl4pPr lvl="3" rtl="0" algn="l">
              <a:lnSpc>
                <a:spcPct val="100000"/>
              </a:lnSpc>
              <a:spcBef>
                <a:spcPts val="0"/>
              </a:spcBef>
              <a:spcAft>
                <a:spcPts val="0"/>
              </a:spcAft>
              <a:buClr>
                <a:schemeClr val="dk1"/>
              </a:buClr>
              <a:buSzPts val="900"/>
              <a:buFont typeface="Outfit"/>
              <a:buChar char="●"/>
              <a:defRPr>
                <a:solidFill>
                  <a:schemeClr val="dk1"/>
                </a:solidFill>
                <a:latin typeface="Outfit"/>
                <a:ea typeface="Outfit"/>
                <a:cs typeface="Outfit"/>
                <a:sym typeface="Outfit"/>
              </a:defRPr>
            </a:lvl4pPr>
            <a:lvl5pPr lvl="4" rtl="0" algn="l">
              <a:lnSpc>
                <a:spcPct val="100000"/>
              </a:lnSpc>
              <a:spcBef>
                <a:spcPts val="0"/>
              </a:spcBef>
              <a:spcAft>
                <a:spcPts val="0"/>
              </a:spcAft>
              <a:buClr>
                <a:schemeClr val="dk1"/>
              </a:buClr>
              <a:buSzPts val="800"/>
              <a:buFont typeface="Outfit"/>
              <a:buChar char="○"/>
              <a:defRPr>
                <a:solidFill>
                  <a:schemeClr val="dk1"/>
                </a:solidFill>
                <a:latin typeface="Outfit"/>
                <a:ea typeface="Outfit"/>
                <a:cs typeface="Outfit"/>
                <a:sym typeface="Outfit"/>
              </a:defRPr>
            </a:lvl5pPr>
            <a:lvl6pPr lvl="5" rtl="0" algn="l">
              <a:lnSpc>
                <a:spcPct val="100000"/>
              </a:lnSpc>
              <a:spcBef>
                <a:spcPts val="0"/>
              </a:spcBef>
              <a:spcAft>
                <a:spcPts val="0"/>
              </a:spcAft>
              <a:buClr>
                <a:schemeClr val="dk1"/>
              </a:buClr>
              <a:buSzPts val="700"/>
              <a:buFont typeface="Outfit"/>
              <a:buChar char="■"/>
              <a:defRPr>
                <a:solidFill>
                  <a:schemeClr val="dk1"/>
                </a:solidFill>
                <a:latin typeface="Outfit"/>
                <a:ea typeface="Outfit"/>
                <a:cs typeface="Outfit"/>
                <a:sym typeface="Outfit"/>
              </a:defRPr>
            </a:lvl6pPr>
            <a:lvl7pPr lvl="6" rtl="0" algn="l">
              <a:lnSpc>
                <a:spcPct val="100000"/>
              </a:lnSpc>
              <a:spcBef>
                <a:spcPts val="0"/>
              </a:spcBef>
              <a:spcAft>
                <a:spcPts val="0"/>
              </a:spcAft>
              <a:buClr>
                <a:schemeClr val="dk1"/>
              </a:buClr>
              <a:buSzPts val="600"/>
              <a:buFont typeface="Outfit"/>
              <a:buChar char="●"/>
              <a:defRPr>
                <a:solidFill>
                  <a:schemeClr val="dk1"/>
                </a:solidFill>
                <a:latin typeface="Outfit"/>
                <a:ea typeface="Outfit"/>
                <a:cs typeface="Outfit"/>
                <a:sym typeface="Outfit"/>
              </a:defRPr>
            </a:lvl7pPr>
            <a:lvl8pPr lvl="7" rtl="0" algn="l">
              <a:lnSpc>
                <a:spcPct val="100000"/>
              </a:lnSpc>
              <a:spcBef>
                <a:spcPts val="0"/>
              </a:spcBef>
              <a:spcAft>
                <a:spcPts val="0"/>
              </a:spcAft>
              <a:buClr>
                <a:schemeClr val="dk1"/>
              </a:buClr>
              <a:buSzPts val="600"/>
              <a:buFont typeface="Outfit"/>
              <a:buChar char="○"/>
              <a:defRPr>
                <a:solidFill>
                  <a:schemeClr val="dk1"/>
                </a:solidFill>
                <a:latin typeface="Outfit"/>
                <a:ea typeface="Outfit"/>
                <a:cs typeface="Outfit"/>
                <a:sym typeface="Outfit"/>
              </a:defRPr>
            </a:lvl8pPr>
            <a:lvl9pPr lvl="8" rtl="0" algn="l">
              <a:lnSpc>
                <a:spcPct val="100000"/>
              </a:lnSpc>
              <a:spcBef>
                <a:spcPts val="0"/>
              </a:spcBef>
              <a:spcAft>
                <a:spcPts val="0"/>
              </a:spcAft>
              <a:buClr>
                <a:schemeClr val="dk1"/>
              </a:buClr>
              <a:buSzPts val="600"/>
              <a:buFont typeface="Outfit"/>
              <a:buChar char="■"/>
              <a:defRPr>
                <a:solidFill>
                  <a:schemeClr val="dk1"/>
                </a:solidFill>
                <a:latin typeface="Outfit"/>
                <a:ea typeface="Outfit"/>
                <a:cs typeface="Outfit"/>
                <a:sym typeface="Outfit"/>
              </a:defRPr>
            </a:lvl9pPr>
          </a:lstStyle>
          <a:p/>
        </p:txBody>
      </p:sp>
      <p:sp>
        <p:nvSpPr>
          <p:cNvPr id="29" name="Google Shape;29;p5"/>
          <p:cNvSpPr txBox="1"/>
          <p:nvPr>
            <p:ph idx="12" type="sldNum"/>
          </p:nvPr>
        </p:nvSpPr>
        <p:spPr>
          <a:xfrm>
            <a:off x="8469900" y="4749757"/>
            <a:ext cx="675000" cy="393600"/>
          </a:xfrm>
          <a:prstGeom prst="rect">
            <a:avLst/>
          </a:prstGeom>
        </p:spPr>
        <p:txBody>
          <a:bodyPr anchorCtr="0" anchor="b" bIns="172800" lIns="135000" spcFirstLastPara="1" rIns="310500" wrap="square" tIns="1350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30" name="Shape 30"/>
        <p:cNvGrpSpPr/>
        <p:nvPr/>
      </p:nvGrpSpPr>
      <p:grpSpPr>
        <a:xfrm>
          <a:off x="0" y="0"/>
          <a:ext cx="0" cy="0"/>
          <a:chOff x="0" y="0"/>
          <a:chExt cx="0" cy="0"/>
        </a:xfrm>
      </p:grpSpPr>
      <p:sp>
        <p:nvSpPr>
          <p:cNvPr id="31" name="Google Shape;31;p6"/>
          <p:cNvSpPr txBox="1"/>
          <p:nvPr>
            <p:ph type="title"/>
          </p:nvPr>
        </p:nvSpPr>
        <p:spPr>
          <a:xfrm>
            <a:off x="310500" y="310500"/>
            <a:ext cx="8523900" cy="324000"/>
          </a:xfrm>
          <a:prstGeom prst="rect">
            <a:avLst/>
          </a:prstGeom>
        </p:spPr>
        <p:txBody>
          <a:bodyPr anchorCtr="0" anchor="t" bIns="0" lIns="0" spcFirstLastPara="1" rIns="0" wrap="square" tIns="0">
            <a:spAutoFit/>
          </a:bodyPr>
          <a:lstStyle>
            <a:lvl1pPr lvl="0" rtl="0">
              <a:spcBef>
                <a:spcPts val="0"/>
              </a:spcBef>
              <a:spcAft>
                <a:spcPts val="0"/>
              </a:spcAft>
              <a:buClr>
                <a:schemeClr val="dk1"/>
              </a:buClr>
              <a:buSzPts val="2100"/>
              <a:buFont typeface="Outfit"/>
              <a:buNone/>
              <a:defRPr sz="2100">
                <a:solidFill>
                  <a:schemeClr val="dk1"/>
                </a:solidFill>
                <a:latin typeface="Outfit"/>
                <a:ea typeface="Outfit"/>
                <a:cs typeface="Outfit"/>
                <a:sym typeface="Outfit"/>
              </a:defRPr>
            </a:lvl1pPr>
            <a:lvl2pPr lvl="1"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2pPr>
            <a:lvl3pPr lvl="2"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3pPr>
            <a:lvl4pPr lvl="3"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4pPr>
            <a:lvl5pPr lvl="4"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5pPr>
            <a:lvl6pPr lvl="5"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6pPr>
            <a:lvl7pPr lvl="6"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7pPr>
            <a:lvl8pPr lvl="7"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8pPr>
            <a:lvl9pPr lvl="8"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9pPr>
          </a:lstStyle>
          <a:p/>
        </p:txBody>
      </p:sp>
      <p:sp>
        <p:nvSpPr>
          <p:cNvPr id="32" name="Google Shape;32;p6"/>
          <p:cNvSpPr txBox="1"/>
          <p:nvPr>
            <p:ph idx="1" type="body"/>
          </p:nvPr>
        </p:nvSpPr>
        <p:spPr>
          <a:xfrm>
            <a:off x="310500" y="747900"/>
            <a:ext cx="8523900" cy="4075800"/>
          </a:xfrm>
          <a:prstGeom prst="rect">
            <a:avLst/>
          </a:prstGeom>
        </p:spPr>
        <p:txBody>
          <a:bodyPr anchorCtr="0" anchor="t" bIns="0" lIns="0" spcFirstLastPara="1" rIns="0" wrap="square" tIns="0">
            <a:normAutofit/>
          </a:bodyPr>
          <a:lstStyle>
            <a:lvl1pPr indent="-317500" lvl="0" marL="457200" rtl="0">
              <a:spcBef>
                <a:spcPts val="0"/>
              </a:spcBef>
              <a:spcAft>
                <a:spcPts val="0"/>
              </a:spcAft>
              <a:buClr>
                <a:schemeClr val="dk1"/>
              </a:buClr>
              <a:buSzPts val="1400"/>
              <a:buFont typeface="Outfit"/>
              <a:buChar char="●"/>
              <a:defRPr sz="1400">
                <a:solidFill>
                  <a:schemeClr val="dk1"/>
                </a:solidFill>
                <a:latin typeface="Outfit"/>
                <a:ea typeface="Outfit"/>
                <a:cs typeface="Outfit"/>
                <a:sym typeface="Outfit"/>
              </a:defRPr>
            </a:lvl1pPr>
            <a:lvl2pPr indent="-304800" lvl="1" marL="9144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2pPr>
            <a:lvl3pPr indent="-304800" lvl="2" marL="13716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3pPr>
            <a:lvl4pPr indent="-304800" lvl="3" marL="18288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4pPr>
            <a:lvl5pPr indent="-304800" lvl="4" marL="22860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5pPr>
            <a:lvl6pPr indent="-304800" lvl="5" marL="27432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6pPr>
            <a:lvl7pPr indent="-304800" lvl="6" marL="32004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7pPr>
            <a:lvl8pPr indent="-304800" lvl="7" marL="36576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8pPr>
            <a:lvl9pPr indent="-304800" lvl="8" marL="41148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9pPr>
          </a:lstStyle>
          <a:p/>
        </p:txBody>
      </p:sp>
      <p:sp>
        <p:nvSpPr>
          <p:cNvPr id="33" name="Google Shape;33;p6"/>
          <p:cNvSpPr txBox="1"/>
          <p:nvPr>
            <p:ph idx="12" type="sldNum"/>
          </p:nvPr>
        </p:nvSpPr>
        <p:spPr>
          <a:xfrm>
            <a:off x="8469004" y="4833225"/>
            <a:ext cx="675000" cy="310500"/>
          </a:xfrm>
          <a:prstGeom prst="rect">
            <a:avLst/>
          </a:prstGeom>
        </p:spPr>
        <p:txBody>
          <a:bodyPr anchorCtr="0" anchor="b" bIns="172800" lIns="135000" spcFirstLastPara="1" rIns="310500" wrap="square" tIns="13500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fr"/>
              <a:t>‹#›</a:t>
            </a:fld>
            <a:endParaRPr/>
          </a:p>
        </p:txBody>
      </p:sp>
      <p:sp>
        <p:nvSpPr>
          <p:cNvPr id="34" name="Google Shape;34;p6"/>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lvl1pPr indent="-279400" lvl="0" marL="4572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indent="-279400" lvl="1" marL="914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indent="-279400" lvl="2" marL="1371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indent="-279400" lvl="3" marL="18288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indent="-279400" lvl="4" marL="22860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indent="-279400" lvl="5" marL="27432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indent="-279400" lvl="6" marL="3200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indent="-279400" lvl="7" marL="3657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indent="-279400" lvl="8" marL="41148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accent1"/>
        </a:solidFill>
      </p:bgPr>
    </p:bg>
    <p:spTree>
      <p:nvGrpSpPr>
        <p:cNvPr id="35" name="Shape 35"/>
        <p:cNvGrpSpPr/>
        <p:nvPr/>
      </p:nvGrpSpPr>
      <p:grpSpPr>
        <a:xfrm>
          <a:off x="0" y="0"/>
          <a:ext cx="0" cy="0"/>
          <a:chOff x="0" y="0"/>
          <a:chExt cx="0" cy="0"/>
        </a:xfrm>
      </p:grpSpPr>
      <p:sp>
        <p:nvSpPr>
          <p:cNvPr id="36" name="Google Shape;36;p7"/>
          <p:cNvSpPr txBox="1"/>
          <p:nvPr>
            <p:ph idx="12" type="sldNum"/>
          </p:nvPr>
        </p:nvSpPr>
        <p:spPr>
          <a:xfrm>
            <a:off x="8469004" y="4833225"/>
            <a:ext cx="675000" cy="310500"/>
          </a:xfrm>
          <a:prstGeom prst="rect">
            <a:avLst/>
          </a:prstGeom>
        </p:spPr>
        <p:txBody>
          <a:bodyPr anchorCtr="0" anchor="b" bIns="172800" lIns="135000" spcFirstLastPara="1" rIns="310500" wrap="square" tIns="13500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fr"/>
              <a:t>‹#›</a:t>
            </a:fld>
            <a:endParaRPr/>
          </a:p>
        </p:txBody>
      </p:sp>
      <p:sp>
        <p:nvSpPr>
          <p:cNvPr id="37" name="Google Shape;37;p7"/>
          <p:cNvSpPr txBox="1"/>
          <p:nvPr>
            <p:ph idx="1" type="body"/>
          </p:nvPr>
        </p:nvSpPr>
        <p:spPr>
          <a:xfrm>
            <a:off x="310500" y="4750006"/>
            <a:ext cx="8523900" cy="393600"/>
          </a:xfrm>
          <a:prstGeom prst="rect">
            <a:avLst/>
          </a:prstGeom>
        </p:spPr>
        <p:txBody>
          <a:bodyPr anchorCtr="0" anchor="b" bIns="172800" lIns="0" spcFirstLastPara="1" rIns="0" wrap="square" tIns="0">
            <a:noAutofit/>
          </a:bodyPr>
          <a:lstStyle>
            <a:lvl1pPr indent="-279400" lvl="0" marL="4572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indent="-279400" lvl="1" marL="914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indent="-279400" lvl="2" marL="1371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indent="-279400" lvl="3" marL="18288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indent="-279400" lvl="4" marL="22860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indent="-279400" lvl="5" marL="27432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indent="-279400" lvl="6" marL="3200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indent="-279400" lvl="7" marL="3657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indent="-279400" lvl="8" marL="41148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p:txBody>
      </p:sp>
      <p:sp>
        <p:nvSpPr>
          <p:cNvPr id="38" name="Google Shape;38;p7"/>
          <p:cNvSpPr/>
          <p:nvPr/>
        </p:nvSpPr>
        <p:spPr>
          <a:xfrm rot="2700000">
            <a:off x="7578969" y="284245"/>
            <a:ext cx="2205325" cy="456084"/>
          </a:xfrm>
          <a:prstGeom prst="rect">
            <a:avLst/>
          </a:prstGeom>
          <a:solidFill>
            <a:srgbClr val="FFED00"/>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fr" sz="2100">
                <a:solidFill>
                  <a:srgbClr val="0E2356"/>
                </a:solidFill>
              </a:rPr>
              <a:t>OLD</a:t>
            </a:r>
            <a:endParaRPr b="1" sz="2100">
              <a:solidFill>
                <a:srgbClr val="0E2356"/>
              </a:solidFill>
              <a:latin typeface="Outfit"/>
              <a:ea typeface="Outfit"/>
              <a:cs typeface="Outfit"/>
              <a:sym typeface="Outfit"/>
            </a:endParaRPr>
          </a:p>
        </p:txBody>
      </p:sp>
      <p:sp>
        <p:nvSpPr>
          <p:cNvPr id="39" name="Google Shape;39;p7"/>
          <p:cNvSpPr/>
          <p:nvPr/>
        </p:nvSpPr>
        <p:spPr>
          <a:xfrm>
            <a:off x="0" y="0"/>
            <a:ext cx="9144000" cy="487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7"/>
          <p:cNvGrpSpPr/>
          <p:nvPr/>
        </p:nvGrpSpPr>
        <p:grpSpPr>
          <a:xfrm>
            <a:off x="830392" y="1191256"/>
            <a:ext cx="745763" cy="45826"/>
            <a:chOff x="4580561" y="2589004"/>
            <a:chExt cx="1064464" cy="25200"/>
          </a:xfrm>
        </p:grpSpPr>
        <p:sp>
          <p:nvSpPr>
            <p:cNvPr id="41" name="Google Shape;41;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7"/>
          <p:cNvSpPr txBox="1"/>
          <p:nvPr>
            <p:ph type="title"/>
          </p:nvPr>
        </p:nvSpPr>
        <p:spPr>
          <a:xfrm>
            <a:off x="729450" y="1318650"/>
            <a:ext cx="7688400" cy="535200"/>
          </a:xfrm>
          <a:prstGeom prst="rect">
            <a:avLst/>
          </a:prstGeom>
        </p:spPr>
        <p:txBody>
          <a:bodyPr anchorCtr="0" anchor="t" bIns="0" lIns="0" spcFirstLastPara="1" rIns="0" wrap="square" tIns="0">
            <a:spAutoFit/>
          </a:bodyPr>
          <a:lstStyle>
            <a:lvl1pPr lvl="0"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1pPr>
            <a:lvl2pPr lvl="1"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2pPr>
            <a:lvl3pPr lvl="2"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3pPr>
            <a:lvl4pPr lvl="3"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4pPr>
            <a:lvl5pPr lvl="4"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5pPr>
            <a:lvl6pPr lvl="5"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6pPr>
            <a:lvl7pPr lvl="6"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7pPr>
            <a:lvl8pPr lvl="7"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8pPr>
            <a:lvl9pPr lvl="8"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9pPr>
          </a:lstStyle>
          <a:p/>
        </p:txBody>
      </p:sp>
      <p:sp>
        <p:nvSpPr>
          <p:cNvPr id="44" name="Google Shape;44;p7"/>
          <p:cNvSpPr txBox="1"/>
          <p:nvPr>
            <p:ph idx="2" type="body"/>
          </p:nvPr>
        </p:nvSpPr>
        <p:spPr>
          <a:xfrm>
            <a:off x="729325" y="2078875"/>
            <a:ext cx="3774300" cy="2261100"/>
          </a:xfrm>
          <a:prstGeom prst="rect">
            <a:avLst/>
          </a:prstGeom>
        </p:spPr>
        <p:txBody>
          <a:bodyPr anchorCtr="0" anchor="t" bIns="0" lIns="0" spcFirstLastPara="1" rIns="0" wrap="square" tIns="0">
            <a:normAutofit/>
          </a:bodyPr>
          <a:lstStyle>
            <a:lvl1pPr indent="-304800" lvl="0" marL="4572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1pPr>
            <a:lvl2pPr indent="-304800" lvl="1" marL="9144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2pPr>
            <a:lvl3pPr indent="-304800" lvl="2" marL="13716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3pPr>
            <a:lvl4pPr indent="-304800" lvl="3" marL="1828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4pPr>
            <a:lvl5pPr indent="-304800" lvl="4" marL="22860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5pPr>
            <a:lvl6pPr indent="-304800" lvl="5" marL="27432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6pPr>
            <a:lvl7pPr indent="-304800" lvl="6" marL="32004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7pPr>
            <a:lvl8pPr indent="-304800" lvl="7" marL="36576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8pPr>
            <a:lvl9pPr indent="-304800" lvl="8" marL="411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9pPr>
          </a:lstStyle>
          <a:p/>
        </p:txBody>
      </p:sp>
      <p:sp>
        <p:nvSpPr>
          <p:cNvPr id="45" name="Google Shape;45;p7"/>
          <p:cNvSpPr txBox="1"/>
          <p:nvPr>
            <p:ph idx="3" type="body"/>
          </p:nvPr>
        </p:nvSpPr>
        <p:spPr>
          <a:xfrm>
            <a:off x="4643604" y="2078875"/>
            <a:ext cx="3774300" cy="2261100"/>
          </a:xfrm>
          <a:prstGeom prst="rect">
            <a:avLst/>
          </a:prstGeom>
        </p:spPr>
        <p:txBody>
          <a:bodyPr anchorCtr="0" anchor="t" bIns="0" lIns="0" spcFirstLastPara="1" rIns="0" wrap="square" tIns="0">
            <a:normAutofit/>
          </a:bodyPr>
          <a:lstStyle>
            <a:lvl1pPr indent="-304800" lvl="0" marL="4572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1pPr>
            <a:lvl2pPr indent="-304800" lvl="1" marL="9144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2pPr>
            <a:lvl3pPr indent="-304800" lvl="2" marL="13716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3pPr>
            <a:lvl4pPr indent="-304800" lvl="3" marL="1828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4pPr>
            <a:lvl5pPr indent="-304800" lvl="4" marL="22860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5pPr>
            <a:lvl6pPr indent="-304800" lvl="5" marL="27432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6pPr>
            <a:lvl7pPr indent="-304800" lvl="6" marL="32004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7pPr>
            <a:lvl8pPr indent="-304800" lvl="7" marL="36576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8pPr>
            <a:lvl9pPr indent="-304800" lvl="8" marL="411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9pPr>
          </a:lstStyle>
          <a:p/>
        </p:txBody>
      </p:sp>
      <p:sp>
        <p:nvSpPr>
          <p:cNvPr id="46" name="Google Shape;46;p7"/>
          <p:cNvSpPr/>
          <p:nvPr/>
        </p:nvSpPr>
        <p:spPr>
          <a:xfrm rot="2700000">
            <a:off x="7578969" y="284245"/>
            <a:ext cx="2205325" cy="456084"/>
          </a:xfrm>
          <a:prstGeom prst="rect">
            <a:avLst/>
          </a:prstGeom>
          <a:solidFill>
            <a:schemeClr val="dk2"/>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fr" sz="2100">
                <a:solidFill>
                  <a:srgbClr val="FFFFFF"/>
                </a:solidFill>
              </a:rPr>
              <a:t>OLD</a:t>
            </a:r>
            <a:endParaRPr b="1" sz="2100">
              <a:solidFill>
                <a:srgbClr val="FFFFFF"/>
              </a:solidFill>
              <a:latin typeface="Outfit"/>
              <a:ea typeface="Outfit"/>
              <a:cs typeface="Outfit"/>
              <a:sym typeface="Outfit"/>
            </a:endParaRPr>
          </a:p>
        </p:txBody>
      </p:sp>
      <p:cxnSp>
        <p:nvCxnSpPr>
          <p:cNvPr id="47" name="Google Shape;47;p7"/>
          <p:cNvCxnSpPr/>
          <p:nvPr/>
        </p:nvCxnSpPr>
        <p:spPr>
          <a:xfrm>
            <a:off x="729450" y="-225"/>
            <a:ext cx="0" cy="5144100"/>
          </a:xfrm>
          <a:prstGeom prst="straightConnector1">
            <a:avLst/>
          </a:prstGeom>
          <a:noFill/>
          <a:ln cap="flat" cmpd="sng" w="9525">
            <a:solidFill>
              <a:srgbClr val="FF9E16"/>
            </a:solidFill>
            <a:prstDash val="dot"/>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1"/>
        </a:solidFill>
      </p:bgPr>
    </p:bg>
    <p:spTree>
      <p:nvGrpSpPr>
        <p:cNvPr id="48" name="Shape 48"/>
        <p:cNvGrpSpPr/>
        <p:nvPr/>
      </p:nvGrpSpPr>
      <p:grpSpPr>
        <a:xfrm>
          <a:off x="0" y="0"/>
          <a:ext cx="0" cy="0"/>
          <a:chOff x="0" y="0"/>
          <a:chExt cx="0" cy="0"/>
        </a:xfrm>
      </p:grpSpPr>
      <p:sp>
        <p:nvSpPr>
          <p:cNvPr id="49" name="Google Shape;49;p8"/>
          <p:cNvSpPr/>
          <p:nvPr/>
        </p:nvSpPr>
        <p:spPr>
          <a:xfrm>
            <a:off x="0" y="0"/>
            <a:ext cx="9144000" cy="487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 name="Google Shape;50;p8"/>
          <p:cNvGrpSpPr/>
          <p:nvPr/>
        </p:nvGrpSpPr>
        <p:grpSpPr>
          <a:xfrm>
            <a:off x="830392" y="1191256"/>
            <a:ext cx="745763" cy="45826"/>
            <a:chOff x="4580561" y="2589004"/>
            <a:chExt cx="1064464" cy="25200"/>
          </a:xfrm>
        </p:grpSpPr>
        <p:sp>
          <p:nvSpPr>
            <p:cNvPr id="51" name="Google Shape;51;p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 name="Google Shape;53;p8"/>
          <p:cNvSpPr txBox="1"/>
          <p:nvPr>
            <p:ph type="title"/>
          </p:nvPr>
        </p:nvSpPr>
        <p:spPr>
          <a:xfrm>
            <a:off x="730000" y="1318650"/>
            <a:ext cx="3300900" cy="1381500"/>
          </a:xfrm>
          <a:prstGeom prst="rect">
            <a:avLst/>
          </a:prstGeom>
        </p:spPr>
        <p:txBody>
          <a:bodyPr anchorCtr="0" anchor="t" bIns="0" lIns="0" spcFirstLastPara="1" rIns="0" wrap="square" tIns="0">
            <a:spAutoFit/>
          </a:bodyPr>
          <a:lstStyle>
            <a:lvl1pPr lvl="0"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1pPr>
            <a:lvl2pPr lvl="1"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2pPr>
            <a:lvl3pPr lvl="2"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3pPr>
            <a:lvl4pPr lvl="3"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4pPr>
            <a:lvl5pPr lvl="4"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5pPr>
            <a:lvl6pPr lvl="5"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6pPr>
            <a:lvl7pPr lvl="6"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7pPr>
            <a:lvl8pPr lvl="7"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8pPr>
            <a:lvl9pPr lvl="8"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9pPr>
          </a:lstStyle>
          <a:p/>
        </p:txBody>
      </p:sp>
      <p:sp>
        <p:nvSpPr>
          <p:cNvPr id="54" name="Google Shape;54;p8"/>
          <p:cNvSpPr txBox="1"/>
          <p:nvPr>
            <p:ph idx="1" type="body"/>
          </p:nvPr>
        </p:nvSpPr>
        <p:spPr>
          <a:xfrm>
            <a:off x="721225" y="2781725"/>
            <a:ext cx="3300900" cy="1597500"/>
          </a:xfrm>
          <a:prstGeom prst="rect">
            <a:avLst/>
          </a:prstGeom>
        </p:spPr>
        <p:txBody>
          <a:bodyPr anchorCtr="0" anchor="t" bIns="0" lIns="0" spcFirstLastPara="1" rIns="0" wrap="square" tIns="0">
            <a:normAutofit/>
          </a:bodyPr>
          <a:lstStyle>
            <a:lvl1pPr indent="-304800" lvl="0" marL="4572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1pPr>
            <a:lvl2pPr indent="-304800" lvl="1" marL="9144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2pPr>
            <a:lvl3pPr indent="-304800" lvl="2" marL="13716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3pPr>
            <a:lvl4pPr indent="-304800" lvl="3" marL="1828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4pPr>
            <a:lvl5pPr indent="-304800" lvl="4" marL="22860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5pPr>
            <a:lvl6pPr indent="-304800" lvl="5" marL="27432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6pPr>
            <a:lvl7pPr indent="-304800" lvl="6" marL="32004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7pPr>
            <a:lvl8pPr indent="-304800" lvl="7" marL="36576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8pPr>
            <a:lvl9pPr indent="-304800" lvl="8" marL="411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9pPr>
          </a:lstStyle>
          <a:p/>
        </p:txBody>
      </p:sp>
      <p:sp>
        <p:nvSpPr>
          <p:cNvPr id="55" name="Google Shape;55;p8"/>
          <p:cNvSpPr/>
          <p:nvPr/>
        </p:nvSpPr>
        <p:spPr>
          <a:xfrm rot="2700000">
            <a:off x="7578969" y="284245"/>
            <a:ext cx="2205325" cy="456084"/>
          </a:xfrm>
          <a:prstGeom prst="rect">
            <a:avLst/>
          </a:prstGeom>
          <a:solidFill>
            <a:schemeClr val="dk2"/>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fr" sz="2100">
                <a:solidFill>
                  <a:srgbClr val="FFFFFF"/>
                </a:solidFill>
              </a:rPr>
              <a:t>OLD</a:t>
            </a:r>
            <a:endParaRPr b="1" sz="2100">
              <a:solidFill>
                <a:srgbClr val="FFFFFF"/>
              </a:solidFill>
              <a:latin typeface="Outfit"/>
              <a:ea typeface="Outfit"/>
              <a:cs typeface="Outfit"/>
              <a:sym typeface="Outfit"/>
            </a:endParaRPr>
          </a:p>
        </p:txBody>
      </p:sp>
      <p:sp>
        <p:nvSpPr>
          <p:cNvPr id="56" name="Google Shape;56;p8"/>
          <p:cNvSpPr txBox="1"/>
          <p:nvPr>
            <p:ph idx="12" type="sldNum"/>
          </p:nvPr>
        </p:nvSpPr>
        <p:spPr>
          <a:xfrm>
            <a:off x="8469004" y="4833225"/>
            <a:ext cx="675000" cy="310500"/>
          </a:xfrm>
          <a:prstGeom prst="rect">
            <a:avLst/>
          </a:prstGeom>
        </p:spPr>
        <p:txBody>
          <a:bodyPr anchorCtr="0" anchor="b" bIns="172800" lIns="135000" spcFirstLastPara="1" rIns="310500" wrap="square" tIns="13500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fr"/>
              <a:t>‹#›</a:t>
            </a:fld>
            <a:endParaRPr/>
          </a:p>
        </p:txBody>
      </p:sp>
      <p:sp>
        <p:nvSpPr>
          <p:cNvPr id="57" name="Google Shape;57;p8"/>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lvl1pPr indent="-279400" lvl="0" marL="4572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indent="-279400" lvl="1" marL="914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indent="-279400" lvl="2" marL="1371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indent="-279400" lvl="3" marL="18288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indent="-279400" lvl="4" marL="22860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indent="-279400" lvl="5" marL="27432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indent="-279400" lvl="6" marL="3200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indent="-279400" lvl="7" marL="3657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indent="-279400" lvl="8" marL="41148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FFFFFF"/>
        </a:solidFill>
      </p:bgPr>
    </p:bg>
    <p:spTree>
      <p:nvGrpSpPr>
        <p:cNvPr id="58" name="Shape 58"/>
        <p:cNvGrpSpPr/>
        <p:nvPr/>
      </p:nvGrpSpPr>
      <p:grpSpPr>
        <a:xfrm>
          <a:off x="0" y="0"/>
          <a:ext cx="0" cy="0"/>
          <a:chOff x="0" y="0"/>
          <a:chExt cx="0" cy="0"/>
        </a:xfrm>
      </p:grpSpPr>
      <p:sp>
        <p:nvSpPr>
          <p:cNvPr id="59" name="Google Shape;59;p9"/>
          <p:cNvSpPr/>
          <p:nvPr/>
        </p:nvSpPr>
        <p:spPr>
          <a:xfrm>
            <a:off x="213475" y="208900"/>
            <a:ext cx="8715600" cy="4728600"/>
          </a:xfrm>
          <a:prstGeom prst="roundRect">
            <a:avLst>
              <a:gd fmla="val 1616" name="adj"/>
            </a:avLst>
          </a:prstGeom>
          <a:solidFill>
            <a:srgbClr val="FFF8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Century Gothic"/>
              <a:buNone/>
            </a:pPr>
            <a:r>
              <a:t/>
            </a:r>
            <a:endParaRPr b="0" i="0" sz="1400" u="none" cap="none" strike="noStrike">
              <a:solidFill>
                <a:srgbClr val="000000"/>
              </a:solidFill>
              <a:latin typeface="Century Gothic"/>
              <a:ea typeface="Century Gothic"/>
              <a:cs typeface="Century Gothic"/>
              <a:sym typeface="Century Gothic"/>
            </a:endParaRPr>
          </a:p>
        </p:txBody>
      </p:sp>
      <p:sp>
        <p:nvSpPr>
          <p:cNvPr id="60" name="Google Shape;60;p9"/>
          <p:cNvSpPr txBox="1"/>
          <p:nvPr>
            <p:ph type="title"/>
          </p:nvPr>
        </p:nvSpPr>
        <p:spPr>
          <a:xfrm>
            <a:off x="310050" y="1666688"/>
            <a:ext cx="8523900" cy="18102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E2356"/>
              </a:buClr>
              <a:buSzPts val="4800"/>
              <a:buFont typeface="Outfit Light"/>
              <a:buNone/>
              <a:defRPr b="0" i="0" sz="4800" u="none" cap="none" strike="noStrike">
                <a:solidFill>
                  <a:srgbClr val="0E2356"/>
                </a:solidFill>
                <a:latin typeface="Outfit Light"/>
                <a:ea typeface="Outfit Light"/>
                <a:cs typeface="Outfit Light"/>
                <a:sym typeface="Outfit Light"/>
              </a:defRPr>
            </a:lvl1pPr>
            <a:lvl2pPr lvl="1" marR="0" rtl="0" algn="l">
              <a:lnSpc>
                <a:spcPct val="100000"/>
              </a:lnSpc>
              <a:spcBef>
                <a:spcPts val="0"/>
              </a:spcBef>
              <a:spcAft>
                <a:spcPts val="0"/>
              </a:spcAft>
              <a:buClr>
                <a:srgbClr val="0E2356"/>
              </a:buClr>
              <a:buSzPts val="3600"/>
              <a:buNone/>
              <a:defRPr b="0" sz="3600">
                <a:solidFill>
                  <a:srgbClr val="0E2356"/>
                </a:solidFill>
              </a:defRPr>
            </a:lvl2pPr>
            <a:lvl3pPr lvl="2" marR="0" rtl="0" algn="l">
              <a:lnSpc>
                <a:spcPct val="100000"/>
              </a:lnSpc>
              <a:spcBef>
                <a:spcPts val="0"/>
              </a:spcBef>
              <a:spcAft>
                <a:spcPts val="0"/>
              </a:spcAft>
              <a:buClr>
                <a:srgbClr val="0E2356"/>
              </a:buClr>
              <a:buSzPts val="3600"/>
              <a:buNone/>
              <a:defRPr b="0" sz="3600">
                <a:solidFill>
                  <a:srgbClr val="0E2356"/>
                </a:solidFill>
              </a:defRPr>
            </a:lvl3pPr>
            <a:lvl4pPr lvl="3" marR="0" rtl="0" algn="l">
              <a:lnSpc>
                <a:spcPct val="100000"/>
              </a:lnSpc>
              <a:spcBef>
                <a:spcPts val="0"/>
              </a:spcBef>
              <a:spcAft>
                <a:spcPts val="0"/>
              </a:spcAft>
              <a:buClr>
                <a:srgbClr val="0E2356"/>
              </a:buClr>
              <a:buSzPts val="3600"/>
              <a:buNone/>
              <a:defRPr b="0" sz="3600">
                <a:solidFill>
                  <a:srgbClr val="0E2356"/>
                </a:solidFill>
              </a:defRPr>
            </a:lvl4pPr>
            <a:lvl5pPr lvl="4" marR="0" rtl="0" algn="l">
              <a:lnSpc>
                <a:spcPct val="100000"/>
              </a:lnSpc>
              <a:spcBef>
                <a:spcPts val="0"/>
              </a:spcBef>
              <a:spcAft>
                <a:spcPts val="0"/>
              </a:spcAft>
              <a:buClr>
                <a:srgbClr val="0E2356"/>
              </a:buClr>
              <a:buSzPts val="3600"/>
              <a:buNone/>
              <a:defRPr b="0" sz="3600">
                <a:solidFill>
                  <a:srgbClr val="0E2356"/>
                </a:solidFill>
              </a:defRPr>
            </a:lvl5pPr>
            <a:lvl6pPr lvl="5" marR="0" rtl="0" algn="l">
              <a:lnSpc>
                <a:spcPct val="100000"/>
              </a:lnSpc>
              <a:spcBef>
                <a:spcPts val="0"/>
              </a:spcBef>
              <a:spcAft>
                <a:spcPts val="0"/>
              </a:spcAft>
              <a:buClr>
                <a:srgbClr val="0E2356"/>
              </a:buClr>
              <a:buSzPts val="3600"/>
              <a:buNone/>
              <a:defRPr b="0" sz="3600">
                <a:solidFill>
                  <a:srgbClr val="0E2356"/>
                </a:solidFill>
              </a:defRPr>
            </a:lvl6pPr>
            <a:lvl7pPr lvl="6" marR="0" rtl="0" algn="l">
              <a:lnSpc>
                <a:spcPct val="100000"/>
              </a:lnSpc>
              <a:spcBef>
                <a:spcPts val="0"/>
              </a:spcBef>
              <a:spcAft>
                <a:spcPts val="0"/>
              </a:spcAft>
              <a:buClr>
                <a:srgbClr val="0E2356"/>
              </a:buClr>
              <a:buSzPts val="3600"/>
              <a:buNone/>
              <a:defRPr b="0" sz="3600">
                <a:solidFill>
                  <a:srgbClr val="0E2356"/>
                </a:solidFill>
              </a:defRPr>
            </a:lvl7pPr>
            <a:lvl8pPr lvl="7" marR="0" rtl="0" algn="l">
              <a:lnSpc>
                <a:spcPct val="100000"/>
              </a:lnSpc>
              <a:spcBef>
                <a:spcPts val="0"/>
              </a:spcBef>
              <a:spcAft>
                <a:spcPts val="0"/>
              </a:spcAft>
              <a:buClr>
                <a:srgbClr val="0E2356"/>
              </a:buClr>
              <a:buSzPts val="3600"/>
              <a:buNone/>
              <a:defRPr b="0" sz="3600">
                <a:solidFill>
                  <a:srgbClr val="0E2356"/>
                </a:solidFill>
              </a:defRPr>
            </a:lvl8pPr>
            <a:lvl9pPr lvl="8" marR="0" rtl="0" algn="l">
              <a:lnSpc>
                <a:spcPct val="100000"/>
              </a:lnSpc>
              <a:spcBef>
                <a:spcPts val="0"/>
              </a:spcBef>
              <a:spcAft>
                <a:spcPts val="0"/>
              </a:spcAft>
              <a:buClr>
                <a:srgbClr val="0E2356"/>
              </a:buClr>
              <a:buSzPts val="3600"/>
              <a:buNone/>
              <a:defRPr b="0" sz="3600">
                <a:solidFill>
                  <a:srgbClr val="0E2356"/>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accent1"/>
        </a:solidFill>
      </p:bgPr>
    </p:bg>
    <p:spTree>
      <p:nvGrpSpPr>
        <p:cNvPr id="61" name="Shape 61"/>
        <p:cNvGrpSpPr/>
        <p:nvPr/>
      </p:nvGrpSpPr>
      <p:grpSpPr>
        <a:xfrm>
          <a:off x="0" y="0"/>
          <a:ext cx="0" cy="0"/>
          <a:chOff x="0" y="0"/>
          <a:chExt cx="0" cy="0"/>
        </a:xfrm>
      </p:grpSpPr>
      <p:sp>
        <p:nvSpPr>
          <p:cNvPr id="62" name="Google Shape;62;p10"/>
          <p:cNvSpPr/>
          <p:nvPr/>
        </p:nvSpPr>
        <p:spPr>
          <a:xfrm>
            <a:off x="0" y="0"/>
            <a:ext cx="3149700" cy="5152800"/>
          </a:xfrm>
          <a:prstGeom prst="rect">
            <a:avLst/>
          </a:prstGeom>
          <a:solidFill>
            <a:schemeClr val="dk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100">
              <a:solidFill>
                <a:schemeClr val="dk1"/>
              </a:solidFill>
            </a:endParaRPr>
          </a:p>
        </p:txBody>
      </p:sp>
      <p:sp>
        <p:nvSpPr>
          <p:cNvPr id="63" name="Google Shape;63;p10"/>
          <p:cNvSpPr txBox="1"/>
          <p:nvPr>
            <p:ph type="title"/>
          </p:nvPr>
        </p:nvSpPr>
        <p:spPr>
          <a:xfrm>
            <a:off x="310500" y="310500"/>
            <a:ext cx="2461200" cy="4074900"/>
          </a:xfrm>
          <a:prstGeom prst="rect">
            <a:avLst/>
          </a:prstGeom>
          <a:noFill/>
        </p:spPr>
        <p:txBody>
          <a:bodyPr anchorCtr="0" anchor="t" bIns="0" lIns="0" spcFirstLastPara="1" rIns="0" wrap="square" tIns="0">
            <a:spAutoFit/>
          </a:bodyPr>
          <a:lstStyle>
            <a:lvl1pPr lvl="0" rtl="0" algn="r">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1pPr>
            <a:lvl2pPr lvl="1"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2pPr>
            <a:lvl3pPr lvl="2"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3pPr>
            <a:lvl4pPr lvl="3"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4pPr>
            <a:lvl5pPr lvl="4"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5pPr>
            <a:lvl6pPr lvl="5"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6pPr>
            <a:lvl7pPr lvl="6"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7pPr>
            <a:lvl8pPr lvl="7"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8pPr>
            <a:lvl9pPr lvl="8"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9pPr>
          </a:lstStyle>
          <a:p/>
        </p:txBody>
      </p:sp>
      <p:sp>
        <p:nvSpPr>
          <p:cNvPr id="64" name="Google Shape;64;p10"/>
          <p:cNvSpPr txBox="1"/>
          <p:nvPr>
            <p:ph idx="1" type="body"/>
          </p:nvPr>
        </p:nvSpPr>
        <p:spPr>
          <a:xfrm>
            <a:off x="3381100" y="310500"/>
            <a:ext cx="5451300" cy="4268700"/>
          </a:xfrm>
          <a:prstGeom prst="rect">
            <a:avLst/>
          </a:prstGeom>
          <a:noFill/>
        </p:spPr>
        <p:txBody>
          <a:bodyPr anchorCtr="0" anchor="t" bIns="0" lIns="0" spcFirstLastPara="1" rIns="0" wrap="square" tIns="0">
            <a:normAutofit/>
          </a:bodyPr>
          <a:lstStyle>
            <a:lvl1pPr indent="-342900" lvl="0" marL="457200" rtl="0" algn="l">
              <a:lnSpc>
                <a:spcPct val="115000"/>
              </a:lnSpc>
              <a:spcBef>
                <a:spcPts val="0"/>
              </a:spcBef>
              <a:spcAft>
                <a:spcPts val="0"/>
              </a:spcAft>
              <a:buClr>
                <a:schemeClr val="dk1"/>
              </a:buClr>
              <a:buSzPts val="1800"/>
              <a:buFont typeface="Outfit"/>
              <a:buChar char="●"/>
              <a:defRPr sz="1800">
                <a:solidFill>
                  <a:schemeClr val="dk1"/>
                </a:solidFill>
                <a:latin typeface="Outfit"/>
                <a:ea typeface="Outfit"/>
                <a:cs typeface="Outfit"/>
                <a:sym typeface="Outfit"/>
              </a:defRPr>
            </a:lvl1pPr>
            <a:lvl2pPr indent="-304800" lvl="1" marL="914400" rtl="0" algn="l">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2pPr>
            <a:lvl3pPr indent="-304800" lvl="2" marL="1371600" rtl="0" algn="l">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3pPr>
            <a:lvl4pPr indent="-304800" lvl="3" marL="1828800" rtl="0" algn="l">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4pPr>
            <a:lvl5pPr indent="-304800" lvl="4" marL="2286000" rtl="0" algn="l">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5pPr>
            <a:lvl6pPr indent="-304800" lvl="5" marL="2743200" rtl="0" algn="l">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6pPr>
            <a:lvl7pPr indent="-304800" lvl="6" marL="3200400" rtl="0" algn="l">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7pPr>
            <a:lvl8pPr indent="-304800" lvl="7" marL="3657600" rtl="0" algn="l">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8pPr>
            <a:lvl9pPr indent="-304800" lvl="8" marL="4114800" rtl="0" algn="l">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9pPr>
          </a:lstStyle>
          <a:p/>
        </p:txBody>
      </p:sp>
      <p:sp>
        <p:nvSpPr>
          <p:cNvPr id="65" name="Google Shape;65;p10"/>
          <p:cNvSpPr txBox="1"/>
          <p:nvPr>
            <p:ph idx="2" type="body"/>
          </p:nvPr>
        </p:nvSpPr>
        <p:spPr>
          <a:xfrm>
            <a:off x="3381094" y="4744351"/>
            <a:ext cx="5041200" cy="393600"/>
          </a:xfrm>
          <a:prstGeom prst="rect">
            <a:avLst/>
          </a:prstGeom>
        </p:spPr>
        <p:txBody>
          <a:bodyPr anchorCtr="0" anchor="b" bIns="172800" lIns="0" spcFirstLastPara="1" rIns="0" wrap="square" tIns="0">
            <a:noAutofit/>
          </a:bodyPr>
          <a:lstStyle>
            <a:lvl1pPr indent="-279400" lvl="0" marL="4572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indent="-279400" lvl="1" marL="914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indent="-279400" lvl="2" marL="1371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indent="-279400" lvl="3" marL="18288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indent="-279400" lvl="4" marL="22860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indent="-279400" lvl="5" marL="27432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indent="-279400" lvl="6" marL="3200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indent="-279400" lvl="7" marL="3657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indent="-279400" lvl="8" marL="41148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p:txBody>
      </p:sp>
      <p:sp>
        <p:nvSpPr>
          <p:cNvPr id="66" name="Google Shape;66;p10"/>
          <p:cNvSpPr txBox="1"/>
          <p:nvPr>
            <p:ph idx="12" type="sldNum"/>
          </p:nvPr>
        </p:nvSpPr>
        <p:spPr>
          <a:xfrm>
            <a:off x="8469004" y="4833225"/>
            <a:ext cx="675000" cy="310500"/>
          </a:xfrm>
          <a:prstGeom prst="rect">
            <a:avLst/>
          </a:prstGeom>
        </p:spPr>
        <p:txBody>
          <a:bodyPr anchorCtr="0" anchor="b" bIns="172800" lIns="0" spcFirstLastPara="1" rIns="310500" wrap="square" tIns="0">
            <a:noAutofit/>
          </a:bodyPr>
          <a:lstStyle>
            <a:lvl1pPr lvl="0" rtl="0" algn="r">
              <a:buNone/>
              <a:defRPr b="1" sz="800">
                <a:solidFill>
                  <a:schemeClr val="dk1"/>
                </a:solidFill>
                <a:latin typeface="Outfit"/>
                <a:ea typeface="Outfit"/>
                <a:cs typeface="Outfit"/>
                <a:sym typeface="Outfit"/>
              </a:defRPr>
            </a:lvl1pPr>
            <a:lvl2pPr lvl="1" rtl="0" algn="r">
              <a:buNone/>
              <a:defRPr b="1" sz="800">
                <a:solidFill>
                  <a:schemeClr val="dk1"/>
                </a:solidFill>
                <a:latin typeface="Outfit"/>
                <a:ea typeface="Outfit"/>
                <a:cs typeface="Outfit"/>
                <a:sym typeface="Outfit"/>
              </a:defRPr>
            </a:lvl2pPr>
            <a:lvl3pPr lvl="2" rtl="0" algn="r">
              <a:buNone/>
              <a:defRPr b="1" sz="800">
                <a:solidFill>
                  <a:schemeClr val="dk1"/>
                </a:solidFill>
                <a:latin typeface="Outfit"/>
                <a:ea typeface="Outfit"/>
                <a:cs typeface="Outfit"/>
                <a:sym typeface="Outfit"/>
              </a:defRPr>
            </a:lvl3pPr>
            <a:lvl4pPr lvl="3" rtl="0" algn="r">
              <a:buNone/>
              <a:defRPr b="1" sz="800">
                <a:solidFill>
                  <a:schemeClr val="dk1"/>
                </a:solidFill>
                <a:latin typeface="Outfit"/>
                <a:ea typeface="Outfit"/>
                <a:cs typeface="Outfit"/>
                <a:sym typeface="Outfit"/>
              </a:defRPr>
            </a:lvl4pPr>
            <a:lvl5pPr lvl="4" rtl="0" algn="r">
              <a:buNone/>
              <a:defRPr b="1" sz="800">
                <a:solidFill>
                  <a:schemeClr val="dk1"/>
                </a:solidFill>
                <a:latin typeface="Outfit"/>
                <a:ea typeface="Outfit"/>
                <a:cs typeface="Outfit"/>
                <a:sym typeface="Outfit"/>
              </a:defRPr>
            </a:lvl5pPr>
            <a:lvl6pPr lvl="5" rtl="0" algn="r">
              <a:buNone/>
              <a:defRPr b="1" sz="800">
                <a:solidFill>
                  <a:schemeClr val="dk1"/>
                </a:solidFill>
                <a:latin typeface="Outfit"/>
                <a:ea typeface="Outfit"/>
                <a:cs typeface="Outfit"/>
                <a:sym typeface="Outfit"/>
              </a:defRPr>
            </a:lvl6pPr>
            <a:lvl7pPr lvl="6" rtl="0" algn="r">
              <a:buNone/>
              <a:defRPr b="1" sz="800">
                <a:solidFill>
                  <a:schemeClr val="dk1"/>
                </a:solidFill>
                <a:latin typeface="Outfit"/>
                <a:ea typeface="Outfit"/>
                <a:cs typeface="Outfit"/>
                <a:sym typeface="Outfit"/>
              </a:defRPr>
            </a:lvl7pPr>
            <a:lvl8pPr lvl="7" rtl="0" algn="r">
              <a:buNone/>
              <a:defRPr b="1" sz="800">
                <a:solidFill>
                  <a:schemeClr val="dk1"/>
                </a:solidFill>
                <a:latin typeface="Outfit"/>
                <a:ea typeface="Outfit"/>
                <a:cs typeface="Outfit"/>
                <a:sym typeface="Outfit"/>
              </a:defRPr>
            </a:lvl8pPr>
            <a:lvl9pPr lvl="8" rtl="0" algn="r">
              <a:buNone/>
              <a:defRPr b="1" sz="800">
                <a:solidFill>
                  <a:schemeClr val="dk1"/>
                </a:solidFill>
                <a:latin typeface="Outfit"/>
                <a:ea typeface="Outfit"/>
                <a:cs typeface="Outfit"/>
                <a:sym typeface="Outfit"/>
              </a:defRPr>
            </a:lvl9pPr>
          </a:lstStyle>
          <a:p>
            <a:pPr indent="0" lvl="0" marL="0" rtl="0" algn="r">
              <a:spcBef>
                <a:spcPts val="0"/>
              </a:spcBef>
              <a:spcAft>
                <a:spcPts val="0"/>
              </a:spcAft>
              <a:buNone/>
            </a:pPr>
            <a:fld id="{00000000-1234-1234-1234-123412341234}" type="slidenum">
              <a:rPr lang="fr"/>
              <a:t>‹#›</a:t>
            </a:fld>
            <a:endParaRPr/>
          </a:p>
        </p:txBody>
      </p:sp>
      <p:sp>
        <p:nvSpPr>
          <p:cNvPr id="67" name="Google Shape;67;p10"/>
          <p:cNvSpPr/>
          <p:nvPr/>
        </p:nvSpPr>
        <p:spPr>
          <a:xfrm rot="2700000">
            <a:off x="7578969" y="284245"/>
            <a:ext cx="2205325" cy="456084"/>
          </a:xfrm>
          <a:prstGeom prst="rect">
            <a:avLst/>
          </a:prstGeom>
          <a:solidFill>
            <a:schemeClr val="dk2"/>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fr" sz="2100">
                <a:solidFill>
                  <a:srgbClr val="FFFFFF"/>
                </a:solidFill>
              </a:rPr>
              <a:t>OLD</a:t>
            </a:r>
            <a:endParaRPr b="1" sz="2100">
              <a:solidFill>
                <a:srgbClr val="FFFFFF"/>
              </a:solidFill>
              <a:latin typeface="Outfit"/>
              <a:ea typeface="Outfit"/>
              <a:cs typeface="Outfit"/>
              <a:sym typeface="Outfi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rgbClr val="FFFFFF"/>
        </a:solidFill>
      </p:bgPr>
    </p:bg>
    <p:spTree>
      <p:nvGrpSpPr>
        <p:cNvPr id="68" name="Shape 68"/>
        <p:cNvGrpSpPr/>
        <p:nvPr/>
      </p:nvGrpSpPr>
      <p:grpSpPr>
        <a:xfrm>
          <a:off x="0" y="0"/>
          <a:ext cx="0" cy="0"/>
          <a:chOff x="0" y="0"/>
          <a:chExt cx="0" cy="0"/>
        </a:xfrm>
      </p:grpSpPr>
      <p:sp>
        <p:nvSpPr>
          <p:cNvPr id="69" name="Google Shape;69;p11"/>
          <p:cNvSpPr txBox="1"/>
          <p:nvPr>
            <p:ph idx="1" type="body"/>
          </p:nvPr>
        </p:nvSpPr>
        <p:spPr>
          <a:xfrm>
            <a:off x="310050" y="3692433"/>
            <a:ext cx="8523900" cy="1451100"/>
          </a:xfrm>
          <a:prstGeom prst="rect">
            <a:avLst/>
          </a:prstGeom>
        </p:spPr>
        <p:txBody>
          <a:bodyPr anchorCtr="0" anchor="ctr" bIns="172800" lIns="172800" spcFirstLastPara="1" rIns="172800" wrap="square" tIns="0">
            <a:normAutofit/>
          </a:bodyPr>
          <a:lstStyle>
            <a:lvl1pPr indent="-228600" lvl="0" marL="457200" rtl="0" algn="ctr">
              <a:lnSpc>
                <a:spcPct val="100000"/>
              </a:lnSpc>
              <a:spcBef>
                <a:spcPts val="0"/>
              </a:spcBef>
              <a:spcAft>
                <a:spcPts val="0"/>
              </a:spcAft>
              <a:buClr>
                <a:schemeClr val="lt2"/>
              </a:buClr>
              <a:buSzPts val="1100"/>
              <a:buFont typeface="Outfit"/>
              <a:buNone/>
              <a:defRPr sz="1100">
                <a:solidFill>
                  <a:schemeClr val="lt2"/>
                </a:solidFill>
                <a:latin typeface="Outfit"/>
                <a:ea typeface="Outfit"/>
                <a:cs typeface="Outfit"/>
                <a:sym typeface="Outfit"/>
              </a:defRPr>
            </a:lvl1pPr>
          </a:lstStyle>
          <a:p/>
        </p:txBody>
      </p:sp>
      <p:sp>
        <p:nvSpPr>
          <p:cNvPr id="70" name="Google Shape;70;p11"/>
          <p:cNvSpPr txBox="1"/>
          <p:nvPr>
            <p:ph type="title"/>
          </p:nvPr>
        </p:nvSpPr>
        <p:spPr>
          <a:xfrm>
            <a:off x="310050" y="310500"/>
            <a:ext cx="8523900" cy="369900"/>
          </a:xfrm>
          <a:prstGeom prst="rect">
            <a:avLst/>
          </a:prstGeom>
        </p:spPr>
        <p:txBody>
          <a:bodyPr anchorCtr="0" anchor="t" bIns="0" lIns="0" spcFirstLastPara="1" rIns="0" wrap="square" tIns="0">
            <a:spAutoFit/>
          </a:bodyPr>
          <a:lstStyle>
            <a:lvl1pPr lvl="0" rtl="0" algn="ctr">
              <a:spcBef>
                <a:spcPts val="0"/>
              </a:spcBef>
              <a:spcAft>
                <a:spcPts val="0"/>
              </a:spcAft>
              <a:buClr>
                <a:schemeClr val="dk1"/>
              </a:buClr>
              <a:buSzPts val="2100"/>
              <a:buFont typeface="Outfit"/>
              <a:buNone/>
              <a:defRPr sz="2100">
                <a:solidFill>
                  <a:schemeClr val="dk1"/>
                </a:solidFill>
                <a:latin typeface="Outfit"/>
                <a:ea typeface="Outfit"/>
                <a:cs typeface="Outfit"/>
                <a:sym typeface="Outfit"/>
              </a:defRPr>
            </a:lvl1pPr>
            <a:lvl2pPr lvl="1" rtl="0" algn="ctr">
              <a:spcBef>
                <a:spcPts val="0"/>
              </a:spcBef>
              <a:spcAft>
                <a:spcPts val="0"/>
              </a:spcAft>
              <a:buClr>
                <a:schemeClr val="dk1"/>
              </a:buClr>
              <a:buSzPts val="2600"/>
              <a:buNone/>
              <a:defRPr sz="2600">
                <a:solidFill>
                  <a:schemeClr val="dk1"/>
                </a:solidFill>
              </a:defRPr>
            </a:lvl2pPr>
            <a:lvl3pPr lvl="2" rtl="0" algn="ctr">
              <a:spcBef>
                <a:spcPts val="0"/>
              </a:spcBef>
              <a:spcAft>
                <a:spcPts val="0"/>
              </a:spcAft>
              <a:buClr>
                <a:schemeClr val="dk1"/>
              </a:buClr>
              <a:buSzPts val="2600"/>
              <a:buNone/>
              <a:defRPr sz="2600">
                <a:solidFill>
                  <a:schemeClr val="dk1"/>
                </a:solidFill>
              </a:defRPr>
            </a:lvl3pPr>
            <a:lvl4pPr lvl="3" rtl="0" algn="ctr">
              <a:spcBef>
                <a:spcPts val="0"/>
              </a:spcBef>
              <a:spcAft>
                <a:spcPts val="0"/>
              </a:spcAft>
              <a:buClr>
                <a:schemeClr val="dk1"/>
              </a:buClr>
              <a:buSzPts val="2600"/>
              <a:buNone/>
              <a:defRPr sz="2600">
                <a:solidFill>
                  <a:schemeClr val="dk1"/>
                </a:solidFill>
              </a:defRPr>
            </a:lvl4pPr>
            <a:lvl5pPr lvl="4" rtl="0" algn="ctr">
              <a:spcBef>
                <a:spcPts val="0"/>
              </a:spcBef>
              <a:spcAft>
                <a:spcPts val="0"/>
              </a:spcAft>
              <a:buClr>
                <a:schemeClr val="dk1"/>
              </a:buClr>
              <a:buSzPts val="2600"/>
              <a:buNone/>
              <a:defRPr sz="2600">
                <a:solidFill>
                  <a:schemeClr val="dk1"/>
                </a:solidFill>
              </a:defRPr>
            </a:lvl5pPr>
            <a:lvl6pPr lvl="5" rtl="0" algn="ctr">
              <a:spcBef>
                <a:spcPts val="0"/>
              </a:spcBef>
              <a:spcAft>
                <a:spcPts val="0"/>
              </a:spcAft>
              <a:buClr>
                <a:schemeClr val="dk1"/>
              </a:buClr>
              <a:buSzPts val="2600"/>
              <a:buNone/>
              <a:defRPr sz="2600">
                <a:solidFill>
                  <a:schemeClr val="dk1"/>
                </a:solidFill>
              </a:defRPr>
            </a:lvl6pPr>
            <a:lvl7pPr lvl="6" rtl="0" algn="ctr">
              <a:spcBef>
                <a:spcPts val="0"/>
              </a:spcBef>
              <a:spcAft>
                <a:spcPts val="0"/>
              </a:spcAft>
              <a:buClr>
                <a:schemeClr val="dk1"/>
              </a:buClr>
              <a:buSzPts val="2600"/>
              <a:buNone/>
              <a:defRPr sz="2600">
                <a:solidFill>
                  <a:schemeClr val="dk1"/>
                </a:solidFill>
              </a:defRPr>
            </a:lvl7pPr>
            <a:lvl8pPr lvl="7" rtl="0" algn="ctr">
              <a:spcBef>
                <a:spcPts val="0"/>
              </a:spcBef>
              <a:spcAft>
                <a:spcPts val="0"/>
              </a:spcAft>
              <a:buClr>
                <a:schemeClr val="dk1"/>
              </a:buClr>
              <a:buSzPts val="2600"/>
              <a:buNone/>
              <a:defRPr sz="2600">
                <a:solidFill>
                  <a:schemeClr val="dk1"/>
                </a:solidFill>
              </a:defRPr>
            </a:lvl8pPr>
            <a:lvl9pPr lvl="8" rtl="0" algn="ctr">
              <a:spcBef>
                <a:spcPts val="0"/>
              </a:spcBef>
              <a:spcAft>
                <a:spcPts val="0"/>
              </a:spcAft>
              <a:buClr>
                <a:schemeClr val="dk1"/>
              </a:buClr>
              <a:buSzPts val="2600"/>
              <a:buNone/>
              <a:defRPr sz="2600">
                <a:solidFill>
                  <a:schemeClr val="dk1"/>
                </a:solidFill>
              </a:defRPr>
            </a:lvl9pPr>
          </a:lstStyle>
          <a:p/>
        </p:txBody>
      </p:sp>
      <p:sp>
        <p:nvSpPr>
          <p:cNvPr id="71" name="Google Shape;71;p11"/>
          <p:cNvSpPr txBox="1"/>
          <p:nvPr>
            <p:ph idx="12" type="sldNum"/>
          </p:nvPr>
        </p:nvSpPr>
        <p:spPr>
          <a:xfrm>
            <a:off x="8469004" y="4833225"/>
            <a:ext cx="675000" cy="310500"/>
          </a:xfrm>
          <a:prstGeom prst="rect">
            <a:avLst/>
          </a:prstGeom>
        </p:spPr>
        <p:txBody>
          <a:bodyPr anchorCtr="0" anchor="b" bIns="172800" lIns="135000" spcFirstLastPara="1" rIns="310500" wrap="square" tIns="13500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0E2356"/>
        </a:solidFill>
      </p:bgPr>
    </p:bg>
    <p:spTree>
      <p:nvGrpSpPr>
        <p:cNvPr id="72" name="Shape 72"/>
        <p:cNvGrpSpPr/>
        <p:nvPr/>
      </p:nvGrpSpPr>
      <p:grpSpPr>
        <a:xfrm>
          <a:off x="0" y="0"/>
          <a:ext cx="0" cy="0"/>
          <a:chOff x="0" y="0"/>
          <a:chExt cx="0" cy="0"/>
        </a:xfrm>
      </p:grpSpPr>
      <p:grpSp>
        <p:nvGrpSpPr>
          <p:cNvPr id="73" name="Google Shape;73;p12"/>
          <p:cNvGrpSpPr/>
          <p:nvPr/>
        </p:nvGrpSpPr>
        <p:grpSpPr>
          <a:xfrm>
            <a:off x="830392" y="4169130"/>
            <a:ext cx="745763" cy="45826"/>
            <a:chOff x="4580561" y="2589004"/>
            <a:chExt cx="1064464" cy="25200"/>
          </a:xfrm>
        </p:grpSpPr>
        <p:sp>
          <p:nvSpPr>
            <p:cNvPr id="74" name="Google Shape;74;p12"/>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2"/>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2"/>
          <p:cNvSpPr txBox="1"/>
          <p:nvPr>
            <p:ph hasCustomPrompt="1" type="title"/>
          </p:nvPr>
        </p:nvSpPr>
        <p:spPr>
          <a:xfrm>
            <a:off x="729450" y="733950"/>
            <a:ext cx="7688400" cy="1244700"/>
          </a:xfrm>
          <a:prstGeom prst="rect">
            <a:avLst/>
          </a:prstGeom>
        </p:spPr>
        <p:txBody>
          <a:bodyPr anchorCtr="0" anchor="t" bIns="0" lIns="0" spcFirstLastPara="1" rIns="0" wrap="square" tIns="0">
            <a:spAutoFit/>
          </a:bodyPr>
          <a:lstStyle>
            <a:lvl1pPr lvl="0" rtl="0">
              <a:spcBef>
                <a:spcPts val="0"/>
              </a:spcBef>
              <a:spcAft>
                <a:spcPts val="0"/>
              </a:spcAft>
              <a:buClr>
                <a:srgbClr val="FFFFFF"/>
              </a:buClr>
              <a:buSzPts val="8000"/>
              <a:buNone/>
              <a:defRPr sz="8000">
                <a:solidFill>
                  <a:srgbClr val="FFFFFF"/>
                </a:solidFill>
              </a:defRPr>
            </a:lvl1pPr>
            <a:lvl2pPr lvl="1" rtl="0">
              <a:spcBef>
                <a:spcPts val="0"/>
              </a:spcBef>
              <a:spcAft>
                <a:spcPts val="0"/>
              </a:spcAft>
              <a:buClr>
                <a:srgbClr val="FFFFFF"/>
              </a:buClr>
              <a:buSzPts val="8000"/>
              <a:buNone/>
              <a:defRPr sz="8000">
                <a:solidFill>
                  <a:srgbClr val="FFFFFF"/>
                </a:solidFill>
              </a:defRPr>
            </a:lvl2pPr>
            <a:lvl3pPr lvl="2" rtl="0">
              <a:spcBef>
                <a:spcPts val="0"/>
              </a:spcBef>
              <a:spcAft>
                <a:spcPts val="0"/>
              </a:spcAft>
              <a:buClr>
                <a:srgbClr val="FFFFFF"/>
              </a:buClr>
              <a:buSzPts val="8000"/>
              <a:buNone/>
              <a:defRPr sz="8000">
                <a:solidFill>
                  <a:srgbClr val="FFFFFF"/>
                </a:solidFill>
              </a:defRPr>
            </a:lvl3pPr>
            <a:lvl4pPr lvl="3" rtl="0">
              <a:spcBef>
                <a:spcPts val="0"/>
              </a:spcBef>
              <a:spcAft>
                <a:spcPts val="0"/>
              </a:spcAft>
              <a:buClr>
                <a:srgbClr val="FFFFFF"/>
              </a:buClr>
              <a:buSzPts val="8000"/>
              <a:buNone/>
              <a:defRPr sz="8000">
                <a:solidFill>
                  <a:srgbClr val="FFFFFF"/>
                </a:solidFill>
              </a:defRPr>
            </a:lvl4pPr>
            <a:lvl5pPr lvl="4" rtl="0">
              <a:spcBef>
                <a:spcPts val="0"/>
              </a:spcBef>
              <a:spcAft>
                <a:spcPts val="0"/>
              </a:spcAft>
              <a:buClr>
                <a:srgbClr val="FFFFFF"/>
              </a:buClr>
              <a:buSzPts val="8000"/>
              <a:buNone/>
              <a:defRPr sz="8000">
                <a:solidFill>
                  <a:srgbClr val="FFFFFF"/>
                </a:solidFill>
              </a:defRPr>
            </a:lvl5pPr>
            <a:lvl6pPr lvl="5" rtl="0">
              <a:spcBef>
                <a:spcPts val="0"/>
              </a:spcBef>
              <a:spcAft>
                <a:spcPts val="0"/>
              </a:spcAft>
              <a:buClr>
                <a:srgbClr val="FFFFFF"/>
              </a:buClr>
              <a:buSzPts val="8000"/>
              <a:buNone/>
              <a:defRPr sz="8000">
                <a:solidFill>
                  <a:srgbClr val="FFFFFF"/>
                </a:solidFill>
              </a:defRPr>
            </a:lvl6pPr>
            <a:lvl7pPr lvl="6" rtl="0">
              <a:spcBef>
                <a:spcPts val="0"/>
              </a:spcBef>
              <a:spcAft>
                <a:spcPts val="0"/>
              </a:spcAft>
              <a:buClr>
                <a:srgbClr val="FFFFFF"/>
              </a:buClr>
              <a:buSzPts val="8000"/>
              <a:buNone/>
              <a:defRPr sz="8000">
                <a:solidFill>
                  <a:srgbClr val="FFFFFF"/>
                </a:solidFill>
              </a:defRPr>
            </a:lvl7pPr>
            <a:lvl8pPr lvl="7" rtl="0">
              <a:spcBef>
                <a:spcPts val="0"/>
              </a:spcBef>
              <a:spcAft>
                <a:spcPts val="0"/>
              </a:spcAft>
              <a:buClr>
                <a:srgbClr val="FFFFFF"/>
              </a:buClr>
              <a:buSzPts val="8000"/>
              <a:buNone/>
              <a:defRPr sz="8000">
                <a:solidFill>
                  <a:srgbClr val="FFFFFF"/>
                </a:solidFill>
              </a:defRPr>
            </a:lvl8pPr>
            <a:lvl9pPr lvl="8" rtl="0">
              <a:spcBef>
                <a:spcPts val="0"/>
              </a:spcBef>
              <a:spcAft>
                <a:spcPts val="0"/>
              </a:spcAft>
              <a:buClr>
                <a:srgbClr val="FFFFFF"/>
              </a:buClr>
              <a:buSzPts val="8000"/>
              <a:buNone/>
              <a:defRPr sz="8000">
                <a:solidFill>
                  <a:srgbClr val="FFFFFF"/>
                </a:solidFill>
              </a:defRPr>
            </a:lvl9pPr>
          </a:lstStyle>
          <a:p>
            <a:r>
              <a:t>xx%</a:t>
            </a:r>
          </a:p>
        </p:txBody>
      </p:sp>
      <p:sp>
        <p:nvSpPr>
          <p:cNvPr id="77" name="Google Shape;77;p12"/>
          <p:cNvSpPr txBox="1"/>
          <p:nvPr>
            <p:ph idx="1" type="body"/>
          </p:nvPr>
        </p:nvSpPr>
        <p:spPr>
          <a:xfrm>
            <a:off x="729450" y="2272888"/>
            <a:ext cx="7688400" cy="1580400"/>
          </a:xfrm>
          <a:prstGeom prst="rect">
            <a:avLst/>
          </a:prstGeom>
        </p:spPr>
        <p:txBody>
          <a:bodyPr anchorCtr="0" anchor="t" bIns="0" lIns="0" spcFirstLastPara="1" rIns="0" wrap="square" tIns="0">
            <a:normAutofit/>
          </a:bodyPr>
          <a:lstStyle>
            <a:lvl1pPr indent="-304800" lvl="0" marL="457200" rtl="0">
              <a:spcBef>
                <a:spcPts val="0"/>
              </a:spcBef>
              <a:spcAft>
                <a:spcPts val="0"/>
              </a:spcAft>
              <a:buClr>
                <a:srgbClr val="FFFFFF"/>
              </a:buClr>
              <a:buSzPts val="1200"/>
              <a:buChar char="●"/>
              <a:defRPr>
                <a:solidFill>
                  <a:srgbClr val="FFFFFF"/>
                </a:solidFill>
              </a:defRPr>
            </a:lvl1pPr>
            <a:lvl2pPr indent="-304800" lvl="1" marL="914400" rtl="0">
              <a:spcBef>
                <a:spcPts val="0"/>
              </a:spcBef>
              <a:spcAft>
                <a:spcPts val="0"/>
              </a:spcAft>
              <a:buClr>
                <a:srgbClr val="FFFFFF"/>
              </a:buClr>
              <a:buSzPts val="1200"/>
              <a:buChar char="○"/>
              <a:defRPr>
                <a:solidFill>
                  <a:srgbClr val="FFFFFF"/>
                </a:solidFill>
              </a:defRPr>
            </a:lvl2pPr>
            <a:lvl3pPr indent="-304800" lvl="2" marL="1371600" rtl="0">
              <a:spcBef>
                <a:spcPts val="0"/>
              </a:spcBef>
              <a:spcAft>
                <a:spcPts val="0"/>
              </a:spcAft>
              <a:buClr>
                <a:srgbClr val="FFFFFF"/>
              </a:buClr>
              <a:buSzPts val="1200"/>
              <a:buChar char="■"/>
              <a:defRPr>
                <a:solidFill>
                  <a:srgbClr val="FFFFFF"/>
                </a:solidFill>
              </a:defRPr>
            </a:lvl3pPr>
            <a:lvl4pPr indent="-304800" lvl="3" marL="1828800" rtl="0">
              <a:spcBef>
                <a:spcPts val="0"/>
              </a:spcBef>
              <a:spcAft>
                <a:spcPts val="0"/>
              </a:spcAft>
              <a:buClr>
                <a:srgbClr val="FFFFFF"/>
              </a:buClr>
              <a:buSzPts val="1200"/>
              <a:buChar char="●"/>
              <a:defRPr>
                <a:solidFill>
                  <a:srgbClr val="FFFFFF"/>
                </a:solidFill>
              </a:defRPr>
            </a:lvl4pPr>
            <a:lvl5pPr indent="-304800" lvl="4" marL="2286000" rtl="0">
              <a:spcBef>
                <a:spcPts val="0"/>
              </a:spcBef>
              <a:spcAft>
                <a:spcPts val="0"/>
              </a:spcAft>
              <a:buClr>
                <a:srgbClr val="FFFFFF"/>
              </a:buClr>
              <a:buSzPts val="1200"/>
              <a:buChar char="○"/>
              <a:defRPr>
                <a:solidFill>
                  <a:srgbClr val="FFFFFF"/>
                </a:solidFill>
              </a:defRPr>
            </a:lvl5pPr>
            <a:lvl6pPr indent="-304800" lvl="5" marL="2743200" rtl="0">
              <a:spcBef>
                <a:spcPts val="0"/>
              </a:spcBef>
              <a:spcAft>
                <a:spcPts val="0"/>
              </a:spcAft>
              <a:buClr>
                <a:srgbClr val="FFFFFF"/>
              </a:buClr>
              <a:buSzPts val="1200"/>
              <a:buChar char="■"/>
              <a:defRPr>
                <a:solidFill>
                  <a:srgbClr val="FFFFFF"/>
                </a:solidFill>
              </a:defRPr>
            </a:lvl6pPr>
            <a:lvl7pPr indent="-304800" lvl="6" marL="3200400" rtl="0">
              <a:spcBef>
                <a:spcPts val="0"/>
              </a:spcBef>
              <a:spcAft>
                <a:spcPts val="0"/>
              </a:spcAft>
              <a:buClr>
                <a:srgbClr val="FFFFFF"/>
              </a:buClr>
              <a:buSzPts val="1200"/>
              <a:buChar char="●"/>
              <a:defRPr>
                <a:solidFill>
                  <a:srgbClr val="FFFFFF"/>
                </a:solidFill>
              </a:defRPr>
            </a:lvl7pPr>
            <a:lvl8pPr indent="-304800" lvl="7" marL="3657600" rtl="0">
              <a:spcBef>
                <a:spcPts val="0"/>
              </a:spcBef>
              <a:spcAft>
                <a:spcPts val="0"/>
              </a:spcAft>
              <a:buClr>
                <a:srgbClr val="FFFFFF"/>
              </a:buClr>
              <a:buSzPts val="1200"/>
              <a:buChar char="○"/>
              <a:defRPr>
                <a:solidFill>
                  <a:srgbClr val="FFFFFF"/>
                </a:solidFill>
              </a:defRPr>
            </a:lvl8pPr>
            <a:lvl9pPr indent="-304800" lvl="8" marL="4114800" rtl="0">
              <a:spcBef>
                <a:spcPts val="0"/>
              </a:spcBef>
              <a:spcAft>
                <a:spcPts val="0"/>
              </a:spcAft>
              <a:buClr>
                <a:srgbClr val="FFFFFF"/>
              </a:buClr>
              <a:buSzPts val="1200"/>
              <a:buChar char="■"/>
              <a:defRPr>
                <a:solidFill>
                  <a:srgbClr val="FFFFFF"/>
                </a:solidFill>
              </a:defRPr>
            </a:lvl9pPr>
          </a:lstStyle>
          <a:p/>
        </p:txBody>
      </p:sp>
      <p:sp>
        <p:nvSpPr>
          <p:cNvPr id="78" name="Google Shape;78;p12"/>
          <p:cNvSpPr txBox="1"/>
          <p:nvPr>
            <p:ph idx="12" type="sldNum"/>
          </p:nvPr>
        </p:nvSpPr>
        <p:spPr>
          <a:xfrm>
            <a:off x="8469900" y="4749982"/>
            <a:ext cx="675000" cy="393600"/>
          </a:xfrm>
          <a:prstGeom prst="rect">
            <a:avLst/>
          </a:prstGeom>
        </p:spPr>
        <p:txBody>
          <a:bodyPr anchorCtr="0" anchor="b" bIns="172800" lIns="135000" spcFirstLastPara="1" rIns="310500" wrap="square" tIns="135000">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79" name="Shape 79"/>
        <p:cNvGrpSpPr/>
        <p:nvPr/>
      </p:nvGrpSpPr>
      <p:grpSpPr>
        <a:xfrm>
          <a:off x="0" y="0"/>
          <a:ext cx="0" cy="0"/>
          <a:chOff x="0" y="0"/>
          <a:chExt cx="0" cy="0"/>
        </a:xfrm>
      </p:grpSpPr>
      <p:sp>
        <p:nvSpPr>
          <p:cNvPr id="80" name="Google Shape;80;p13"/>
          <p:cNvSpPr txBox="1"/>
          <p:nvPr>
            <p:ph idx="12" type="sldNum"/>
          </p:nvPr>
        </p:nvSpPr>
        <p:spPr>
          <a:xfrm>
            <a:off x="8469900" y="4750006"/>
            <a:ext cx="675000" cy="393600"/>
          </a:xfrm>
          <a:prstGeom prst="rect">
            <a:avLst/>
          </a:prstGeom>
        </p:spPr>
        <p:txBody>
          <a:bodyPr anchorCtr="0" anchor="b" bIns="172800" lIns="135000" spcFirstLastPara="1" rIns="310500" wrap="square" tIns="135000">
            <a:noAutofit/>
          </a:bodyPr>
          <a:lstStyle>
            <a:lvl1pPr lvl="0" rtl="0">
              <a:buNone/>
              <a:defRPr b="1">
                <a:solidFill>
                  <a:schemeClr val="dk1"/>
                </a:solidFill>
                <a:latin typeface="Outfit"/>
                <a:ea typeface="Outfit"/>
                <a:cs typeface="Outfit"/>
                <a:sym typeface="Outfit"/>
              </a:defRPr>
            </a:lvl1pPr>
            <a:lvl2pPr lvl="1" rtl="0">
              <a:buNone/>
              <a:defRPr b="1">
                <a:solidFill>
                  <a:schemeClr val="dk1"/>
                </a:solidFill>
                <a:latin typeface="Outfit"/>
                <a:ea typeface="Outfit"/>
                <a:cs typeface="Outfit"/>
                <a:sym typeface="Outfit"/>
              </a:defRPr>
            </a:lvl2pPr>
            <a:lvl3pPr lvl="2" rtl="0">
              <a:buNone/>
              <a:defRPr b="1">
                <a:solidFill>
                  <a:schemeClr val="dk1"/>
                </a:solidFill>
                <a:latin typeface="Outfit"/>
                <a:ea typeface="Outfit"/>
                <a:cs typeface="Outfit"/>
                <a:sym typeface="Outfit"/>
              </a:defRPr>
            </a:lvl3pPr>
            <a:lvl4pPr lvl="3" rtl="0">
              <a:buNone/>
              <a:defRPr b="1">
                <a:solidFill>
                  <a:schemeClr val="dk1"/>
                </a:solidFill>
                <a:latin typeface="Outfit"/>
                <a:ea typeface="Outfit"/>
                <a:cs typeface="Outfit"/>
                <a:sym typeface="Outfit"/>
              </a:defRPr>
            </a:lvl4pPr>
            <a:lvl5pPr lvl="4" rtl="0">
              <a:buNone/>
              <a:defRPr b="1">
                <a:solidFill>
                  <a:schemeClr val="dk1"/>
                </a:solidFill>
                <a:latin typeface="Outfit"/>
                <a:ea typeface="Outfit"/>
                <a:cs typeface="Outfit"/>
                <a:sym typeface="Outfit"/>
              </a:defRPr>
            </a:lvl5pPr>
            <a:lvl6pPr lvl="5" rtl="0">
              <a:buNone/>
              <a:defRPr b="1">
                <a:solidFill>
                  <a:schemeClr val="dk1"/>
                </a:solidFill>
                <a:latin typeface="Outfit"/>
                <a:ea typeface="Outfit"/>
                <a:cs typeface="Outfit"/>
                <a:sym typeface="Outfit"/>
              </a:defRPr>
            </a:lvl6pPr>
            <a:lvl7pPr lvl="6" rtl="0">
              <a:buNone/>
              <a:defRPr b="1">
                <a:solidFill>
                  <a:schemeClr val="dk1"/>
                </a:solidFill>
                <a:latin typeface="Outfit"/>
                <a:ea typeface="Outfit"/>
                <a:cs typeface="Outfit"/>
                <a:sym typeface="Outfit"/>
              </a:defRPr>
            </a:lvl7pPr>
            <a:lvl8pPr lvl="7" rtl="0">
              <a:buNone/>
              <a:defRPr b="1">
                <a:solidFill>
                  <a:schemeClr val="dk1"/>
                </a:solidFill>
                <a:latin typeface="Outfit"/>
                <a:ea typeface="Outfit"/>
                <a:cs typeface="Outfit"/>
                <a:sym typeface="Outfit"/>
              </a:defRPr>
            </a:lvl8pPr>
            <a:lvl9pPr lvl="8" rtl="0">
              <a:buNone/>
              <a:defRPr b="1">
                <a:solidFill>
                  <a:schemeClr val="dk1"/>
                </a:solidFill>
                <a:latin typeface="Outfit"/>
                <a:ea typeface="Outfit"/>
                <a:cs typeface="Outfit"/>
                <a:sym typeface="Outfit"/>
              </a:defRPr>
            </a:lvl9pPr>
          </a:lstStyle>
          <a:p>
            <a:pPr indent="0" lvl="0" marL="0" rtl="0" algn="r">
              <a:spcBef>
                <a:spcPts val="0"/>
              </a:spcBef>
              <a:spcAft>
                <a:spcPts val="0"/>
              </a:spcAft>
              <a:buNone/>
            </a:pPr>
            <a:fld id="{00000000-1234-1234-1234-123412341234}" type="slidenum">
              <a:rPr lang="fr"/>
              <a:t>‹#›</a:t>
            </a:fld>
            <a:endParaRPr/>
          </a:p>
        </p:txBody>
      </p:sp>
      <p:sp>
        <p:nvSpPr>
          <p:cNvPr id="81" name="Google Shape;81;p13"/>
          <p:cNvSpPr txBox="1"/>
          <p:nvPr>
            <p:ph idx="1" type="body"/>
          </p:nvPr>
        </p:nvSpPr>
        <p:spPr>
          <a:xfrm>
            <a:off x="310500" y="4744405"/>
            <a:ext cx="8523900" cy="393600"/>
          </a:xfrm>
          <a:prstGeom prst="rect">
            <a:avLst/>
          </a:prstGeom>
        </p:spPr>
        <p:txBody>
          <a:bodyPr anchorCtr="0" anchor="b" bIns="172800" lIns="0" spcFirstLastPara="1" rIns="0" wrap="square" tIns="0">
            <a:noAutofit/>
          </a:bodyPr>
          <a:lstStyle>
            <a:lvl1pPr indent="-279400" lvl="0" marL="4572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indent="-279400" lvl="1" marL="914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indent="-279400" lvl="2" marL="1371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indent="-279400" lvl="3" marL="18288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indent="-279400" lvl="4" marL="22860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indent="-279400" lvl="5" marL="27432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indent="-279400" lvl="6" marL="3200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indent="-279400" lvl="7" marL="3657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indent="-279400" lvl="8" marL="41148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p:txBody>
      </p:sp>
      <p:sp>
        <p:nvSpPr>
          <p:cNvPr id="82" name="Google Shape;82;p13"/>
          <p:cNvSpPr txBox="1"/>
          <p:nvPr>
            <p:ph type="title"/>
          </p:nvPr>
        </p:nvSpPr>
        <p:spPr>
          <a:xfrm>
            <a:off x="310500" y="310500"/>
            <a:ext cx="8523900" cy="369900"/>
          </a:xfrm>
          <a:prstGeom prst="rect">
            <a:avLst/>
          </a:prstGeom>
        </p:spPr>
        <p:txBody>
          <a:bodyPr anchorCtr="0" anchor="t" bIns="0" lIns="0" spcFirstLastPara="1" rIns="0" wrap="square" tIns="0">
            <a:spAutoFit/>
          </a:bodyPr>
          <a:lstStyle>
            <a:lvl1pPr lvl="0" rtl="0">
              <a:spcBef>
                <a:spcPts val="0"/>
              </a:spcBef>
              <a:spcAft>
                <a:spcPts val="0"/>
              </a:spcAft>
              <a:buClr>
                <a:schemeClr val="dk1"/>
              </a:buClr>
              <a:buSzPts val="2100"/>
              <a:buFont typeface="Outfit"/>
              <a:buNone/>
              <a:defRPr sz="2100">
                <a:solidFill>
                  <a:schemeClr val="dk1"/>
                </a:solidFill>
                <a:latin typeface="Outfit"/>
                <a:ea typeface="Outfit"/>
                <a:cs typeface="Outfit"/>
                <a:sym typeface="Outfit"/>
              </a:defRPr>
            </a:lvl1pPr>
            <a:lvl2pPr lvl="1" rtl="0">
              <a:spcBef>
                <a:spcPts val="0"/>
              </a:spcBef>
              <a:spcAft>
                <a:spcPts val="0"/>
              </a:spcAft>
              <a:buClr>
                <a:schemeClr val="dk1"/>
              </a:buClr>
              <a:buSzPts val="2600"/>
              <a:buNone/>
              <a:defRPr sz="2600">
                <a:solidFill>
                  <a:schemeClr val="dk1"/>
                </a:solidFill>
              </a:defRPr>
            </a:lvl2pPr>
            <a:lvl3pPr lvl="2" rtl="0">
              <a:spcBef>
                <a:spcPts val="0"/>
              </a:spcBef>
              <a:spcAft>
                <a:spcPts val="0"/>
              </a:spcAft>
              <a:buClr>
                <a:schemeClr val="dk1"/>
              </a:buClr>
              <a:buSzPts val="2600"/>
              <a:buNone/>
              <a:defRPr sz="2600">
                <a:solidFill>
                  <a:schemeClr val="dk1"/>
                </a:solidFill>
              </a:defRPr>
            </a:lvl3pPr>
            <a:lvl4pPr lvl="3" rtl="0">
              <a:spcBef>
                <a:spcPts val="0"/>
              </a:spcBef>
              <a:spcAft>
                <a:spcPts val="0"/>
              </a:spcAft>
              <a:buClr>
                <a:schemeClr val="dk1"/>
              </a:buClr>
              <a:buSzPts val="2600"/>
              <a:buNone/>
              <a:defRPr sz="2600">
                <a:solidFill>
                  <a:schemeClr val="dk1"/>
                </a:solidFill>
              </a:defRPr>
            </a:lvl4pPr>
            <a:lvl5pPr lvl="4" rtl="0">
              <a:spcBef>
                <a:spcPts val="0"/>
              </a:spcBef>
              <a:spcAft>
                <a:spcPts val="0"/>
              </a:spcAft>
              <a:buClr>
                <a:schemeClr val="dk1"/>
              </a:buClr>
              <a:buSzPts val="2600"/>
              <a:buNone/>
              <a:defRPr sz="2600">
                <a:solidFill>
                  <a:schemeClr val="dk1"/>
                </a:solidFill>
              </a:defRPr>
            </a:lvl5pPr>
            <a:lvl6pPr lvl="5" rtl="0">
              <a:spcBef>
                <a:spcPts val="0"/>
              </a:spcBef>
              <a:spcAft>
                <a:spcPts val="0"/>
              </a:spcAft>
              <a:buClr>
                <a:schemeClr val="dk1"/>
              </a:buClr>
              <a:buSzPts val="2600"/>
              <a:buNone/>
              <a:defRPr sz="2600">
                <a:solidFill>
                  <a:schemeClr val="dk1"/>
                </a:solidFill>
              </a:defRPr>
            </a:lvl6pPr>
            <a:lvl7pPr lvl="6" rtl="0">
              <a:spcBef>
                <a:spcPts val="0"/>
              </a:spcBef>
              <a:spcAft>
                <a:spcPts val="0"/>
              </a:spcAft>
              <a:buClr>
                <a:schemeClr val="dk1"/>
              </a:buClr>
              <a:buSzPts val="2600"/>
              <a:buNone/>
              <a:defRPr sz="2600">
                <a:solidFill>
                  <a:schemeClr val="dk1"/>
                </a:solidFill>
              </a:defRPr>
            </a:lvl7pPr>
            <a:lvl8pPr lvl="7" rtl="0">
              <a:spcBef>
                <a:spcPts val="0"/>
              </a:spcBef>
              <a:spcAft>
                <a:spcPts val="0"/>
              </a:spcAft>
              <a:buClr>
                <a:schemeClr val="dk1"/>
              </a:buClr>
              <a:buSzPts val="2600"/>
              <a:buNone/>
              <a:defRPr sz="2600">
                <a:solidFill>
                  <a:schemeClr val="dk1"/>
                </a:solidFill>
              </a:defRPr>
            </a:lvl8pPr>
            <a:lvl9pPr lvl="8" rtl="0">
              <a:spcBef>
                <a:spcPts val="0"/>
              </a:spcBef>
              <a:spcAft>
                <a:spcPts val="0"/>
              </a:spcAft>
              <a:buClr>
                <a:schemeClr val="dk1"/>
              </a:buClr>
              <a:buSzPts val="2600"/>
              <a:buNone/>
              <a:defRPr sz="26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p:cSld name="01 - Titre, sous-titre et contenu_1">
    <p:bg>
      <p:bgPr>
        <a:solidFill>
          <a:schemeClr val="dk1"/>
        </a:solidFill>
      </p:bgPr>
    </p:bg>
    <p:spTree>
      <p:nvGrpSpPr>
        <p:cNvPr id="83" name="Shape 83"/>
        <p:cNvGrpSpPr/>
        <p:nvPr/>
      </p:nvGrpSpPr>
      <p:grpSpPr>
        <a:xfrm>
          <a:off x="0" y="0"/>
          <a:ext cx="0" cy="0"/>
          <a:chOff x="0" y="0"/>
          <a:chExt cx="0" cy="0"/>
        </a:xfrm>
      </p:grpSpPr>
      <p:sp>
        <p:nvSpPr>
          <p:cNvPr id="84" name="Google Shape;84;p14"/>
          <p:cNvSpPr txBox="1"/>
          <p:nvPr>
            <p:ph idx="1" type="body"/>
          </p:nvPr>
        </p:nvSpPr>
        <p:spPr>
          <a:xfrm>
            <a:off x="1645650" y="671900"/>
            <a:ext cx="7148100" cy="3913500"/>
          </a:xfrm>
          <a:prstGeom prst="rect">
            <a:avLst/>
          </a:prstGeom>
          <a:noFill/>
          <a:ln>
            <a:noFill/>
          </a:ln>
        </p:spPr>
        <p:txBody>
          <a:bodyPr anchorCtr="0" anchor="ctr" bIns="180000" lIns="0" spcFirstLastPara="1" rIns="0" wrap="square" tIns="180000">
            <a:normAutofit/>
          </a:bodyPr>
          <a:lstStyle>
            <a:lvl1pPr indent="-323850" lvl="0" marL="457200" marR="0" rtl="0" algn="l">
              <a:lnSpc>
                <a:spcPct val="115000"/>
              </a:lnSpc>
              <a:spcBef>
                <a:spcPts val="0"/>
              </a:spcBef>
              <a:spcAft>
                <a:spcPts val="0"/>
              </a:spcAft>
              <a:buClr>
                <a:schemeClr val="lt1"/>
              </a:buClr>
              <a:buSzPts val="1500"/>
              <a:buChar char="๏"/>
              <a:defRPr i="0" sz="1500" u="none" cap="none" strike="noStrike">
                <a:solidFill>
                  <a:schemeClr val="lt1"/>
                </a:solidFill>
              </a:defRPr>
            </a:lvl1pPr>
            <a:lvl2pPr indent="-311150" lvl="1" marL="914400" marR="0" rtl="0" algn="l">
              <a:lnSpc>
                <a:spcPct val="115000"/>
              </a:lnSpc>
              <a:spcBef>
                <a:spcPts val="0"/>
              </a:spcBef>
              <a:spcAft>
                <a:spcPts val="0"/>
              </a:spcAft>
              <a:buClr>
                <a:schemeClr val="lt1"/>
              </a:buClr>
              <a:buSzPts val="1300"/>
              <a:buChar char="&gt;"/>
              <a:defRPr i="0" sz="1300" u="none" cap="none" strike="noStrike">
                <a:solidFill>
                  <a:schemeClr val="lt1"/>
                </a:solidFill>
              </a:defRPr>
            </a:lvl2pPr>
            <a:lvl3pPr indent="-298450" lvl="2" marL="1371600" marR="0" rtl="0" algn="l">
              <a:lnSpc>
                <a:spcPct val="115000"/>
              </a:lnSpc>
              <a:spcBef>
                <a:spcPts val="0"/>
              </a:spcBef>
              <a:spcAft>
                <a:spcPts val="0"/>
              </a:spcAft>
              <a:buClr>
                <a:schemeClr val="lt1"/>
              </a:buClr>
              <a:buSzPts val="1100"/>
              <a:buChar char="+"/>
              <a:defRPr i="0" sz="1100" u="none" cap="none" strike="noStrike">
                <a:solidFill>
                  <a:schemeClr val="lt1"/>
                </a:solidFill>
              </a:defRPr>
            </a:lvl3pPr>
            <a:lvl4pPr indent="-292100" lvl="3" marL="1828800" marR="0" rtl="0" algn="l">
              <a:lnSpc>
                <a:spcPct val="115000"/>
              </a:lnSpc>
              <a:spcBef>
                <a:spcPts val="0"/>
              </a:spcBef>
              <a:spcAft>
                <a:spcPts val="0"/>
              </a:spcAft>
              <a:buClr>
                <a:schemeClr val="lt1"/>
              </a:buClr>
              <a:buSzPts val="1000"/>
              <a:buChar char="o"/>
              <a:defRPr i="0" sz="1000" u="none" cap="none" strike="noStrike">
                <a:solidFill>
                  <a:schemeClr val="lt1"/>
                </a:solidFill>
              </a:defRPr>
            </a:lvl4pPr>
            <a:lvl5pPr indent="-285750" lvl="4" marL="2286000" marR="0" rtl="0" algn="l">
              <a:lnSpc>
                <a:spcPct val="115000"/>
              </a:lnSpc>
              <a:spcBef>
                <a:spcPts val="0"/>
              </a:spcBef>
              <a:spcAft>
                <a:spcPts val="0"/>
              </a:spcAft>
              <a:buClr>
                <a:schemeClr val="lt1"/>
              </a:buClr>
              <a:buSzPts val="900"/>
              <a:buChar char="○"/>
              <a:defRPr i="0" sz="900" u="none" cap="none" strike="noStrike">
                <a:solidFill>
                  <a:schemeClr val="lt1"/>
                </a:solidFill>
              </a:defRPr>
            </a:lvl5pPr>
            <a:lvl6pPr indent="-279400" lvl="5" marL="2743200" marR="0" rtl="0" algn="l">
              <a:lnSpc>
                <a:spcPct val="115000"/>
              </a:lnSpc>
              <a:spcBef>
                <a:spcPts val="0"/>
              </a:spcBef>
              <a:spcAft>
                <a:spcPts val="0"/>
              </a:spcAft>
              <a:buClr>
                <a:schemeClr val="lt1"/>
              </a:buClr>
              <a:buSzPts val="800"/>
              <a:buChar char="○"/>
              <a:defRPr i="0" sz="800" u="none" cap="none" strike="noStrike">
                <a:solidFill>
                  <a:schemeClr val="lt1"/>
                </a:solidFill>
              </a:defRPr>
            </a:lvl6pPr>
            <a:lvl7pPr indent="-273050" lvl="6" marL="3200400" marR="0" rtl="0" algn="l">
              <a:lnSpc>
                <a:spcPct val="115000"/>
              </a:lnSpc>
              <a:spcBef>
                <a:spcPts val="0"/>
              </a:spcBef>
              <a:spcAft>
                <a:spcPts val="0"/>
              </a:spcAft>
              <a:buClr>
                <a:schemeClr val="lt1"/>
              </a:buClr>
              <a:buSzPts val="700"/>
              <a:buChar char="○"/>
              <a:defRPr i="0" sz="700" u="none" cap="none" strike="noStrike">
                <a:solidFill>
                  <a:schemeClr val="lt1"/>
                </a:solidFill>
              </a:defRPr>
            </a:lvl7pPr>
            <a:lvl8pPr indent="-273050" lvl="7" marL="3657600" marR="0" rtl="0" algn="l">
              <a:lnSpc>
                <a:spcPct val="115000"/>
              </a:lnSpc>
              <a:spcBef>
                <a:spcPts val="0"/>
              </a:spcBef>
              <a:spcAft>
                <a:spcPts val="0"/>
              </a:spcAft>
              <a:buClr>
                <a:schemeClr val="lt1"/>
              </a:buClr>
              <a:buSzPts val="700"/>
              <a:buChar char="○"/>
              <a:defRPr i="0" sz="700" u="none" cap="none" strike="noStrike">
                <a:solidFill>
                  <a:schemeClr val="lt1"/>
                </a:solidFill>
              </a:defRPr>
            </a:lvl8pPr>
            <a:lvl9pPr indent="-273050" lvl="8" marL="4114800" marR="0" rtl="0" algn="l">
              <a:lnSpc>
                <a:spcPct val="115000"/>
              </a:lnSpc>
              <a:spcBef>
                <a:spcPts val="0"/>
              </a:spcBef>
              <a:spcAft>
                <a:spcPts val="0"/>
              </a:spcAft>
              <a:buClr>
                <a:schemeClr val="lt1"/>
              </a:buClr>
              <a:buSzPts val="700"/>
              <a:buChar char="○"/>
              <a:defRPr i="0" sz="700" u="none" cap="none" strike="noStrike">
                <a:solidFill>
                  <a:schemeClr val="lt1"/>
                </a:solidFill>
              </a:defRPr>
            </a:lvl9pPr>
          </a:lstStyle>
          <a:p/>
        </p:txBody>
      </p:sp>
      <p:sp>
        <p:nvSpPr>
          <p:cNvPr id="85" name="Google Shape;85;p14"/>
          <p:cNvSpPr txBox="1"/>
          <p:nvPr>
            <p:ph idx="2" type="subTitle"/>
          </p:nvPr>
        </p:nvSpPr>
        <p:spPr>
          <a:xfrm>
            <a:off x="1645525" y="4261400"/>
            <a:ext cx="7148100" cy="324000"/>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lt1"/>
              </a:buClr>
              <a:buSzPts val="1000"/>
              <a:buNone/>
              <a:defRPr i="1" sz="1000" u="none" cap="none" strike="noStrike">
                <a:solidFill>
                  <a:schemeClr val="lt1"/>
                </a:solidFill>
              </a:defRPr>
            </a:lvl1pPr>
            <a:lvl2pPr lvl="1" marR="0" rtl="0" algn="l">
              <a:lnSpc>
                <a:spcPct val="100000"/>
              </a:lnSpc>
              <a:spcBef>
                <a:spcPts val="0"/>
              </a:spcBef>
              <a:spcAft>
                <a:spcPts val="0"/>
              </a:spcAft>
              <a:buClr>
                <a:schemeClr val="lt1"/>
              </a:buClr>
              <a:buSzPts val="1200"/>
              <a:buChar char="&gt;"/>
              <a:defRPr i="0" sz="1200" u="none" cap="none" strike="noStrike">
                <a:solidFill>
                  <a:schemeClr val="lt1"/>
                </a:solidFill>
              </a:defRPr>
            </a:lvl2pPr>
            <a:lvl3pPr lvl="2" marR="0" rtl="0" algn="l">
              <a:lnSpc>
                <a:spcPct val="100000"/>
              </a:lnSpc>
              <a:spcBef>
                <a:spcPts val="0"/>
              </a:spcBef>
              <a:spcAft>
                <a:spcPts val="0"/>
              </a:spcAft>
              <a:buClr>
                <a:schemeClr val="lt1"/>
              </a:buClr>
              <a:buSzPts val="1000"/>
              <a:buChar char="+"/>
              <a:defRPr i="0" sz="1000" u="none" cap="none" strike="noStrike">
                <a:solidFill>
                  <a:schemeClr val="lt1"/>
                </a:solidFill>
              </a:defRPr>
            </a:lvl3pPr>
            <a:lvl4pPr lvl="3" marR="0" rtl="0" algn="l">
              <a:lnSpc>
                <a:spcPct val="100000"/>
              </a:lnSpc>
              <a:spcBef>
                <a:spcPts val="0"/>
              </a:spcBef>
              <a:spcAft>
                <a:spcPts val="0"/>
              </a:spcAft>
              <a:buClr>
                <a:schemeClr val="lt1"/>
              </a:buClr>
              <a:buSzPts val="900"/>
              <a:buChar char="o"/>
              <a:defRPr i="0" sz="900" u="none" cap="none" strike="noStrike">
                <a:solidFill>
                  <a:schemeClr val="lt1"/>
                </a:solidFill>
              </a:defRPr>
            </a:lvl4pPr>
            <a:lvl5pPr lvl="4" marR="0" rtl="0" algn="l">
              <a:lnSpc>
                <a:spcPct val="100000"/>
              </a:lnSpc>
              <a:spcBef>
                <a:spcPts val="0"/>
              </a:spcBef>
              <a:spcAft>
                <a:spcPts val="0"/>
              </a:spcAft>
              <a:buClr>
                <a:schemeClr val="lt1"/>
              </a:buClr>
              <a:buSzPts val="800"/>
              <a:buChar char="○"/>
              <a:defRPr i="0" sz="800" u="none" cap="none" strike="noStrike">
                <a:solidFill>
                  <a:schemeClr val="lt1"/>
                </a:solidFill>
              </a:defRPr>
            </a:lvl5pPr>
            <a:lvl6pPr lvl="5" marR="0" rtl="0" algn="l">
              <a:lnSpc>
                <a:spcPct val="100000"/>
              </a:lnSpc>
              <a:spcBef>
                <a:spcPts val="0"/>
              </a:spcBef>
              <a:spcAft>
                <a:spcPts val="0"/>
              </a:spcAft>
              <a:buClr>
                <a:schemeClr val="lt1"/>
              </a:buClr>
              <a:buSzPts val="700"/>
              <a:buChar char="○"/>
              <a:defRPr i="0" sz="700" u="none" cap="none" strike="noStrike">
                <a:solidFill>
                  <a:schemeClr val="lt1"/>
                </a:solidFill>
              </a:defRPr>
            </a:lvl6pPr>
            <a:lvl7pPr lvl="6" marR="0" rtl="0" algn="l">
              <a:lnSpc>
                <a:spcPct val="100000"/>
              </a:lnSpc>
              <a:spcBef>
                <a:spcPts val="0"/>
              </a:spcBef>
              <a:spcAft>
                <a:spcPts val="0"/>
              </a:spcAft>
              <a:buClr>
                <a:schemeClr val="lt1"/>
              </a:buClr>
              <a:buSzPts val="600"/>
              <a:buChar char="○"/>
              <a:defRPr i="0" sz="600" u="none" cap="none" strike="noStrike">
                <a:solidFill>
                  <a:schemeClr val="lt1"/>
                </a:solidFill>
              </a:defRPr>
            </a:lvl7pPr>
            <a:lvl8pPr lvl="7" marR="0" rtl="0" algn="l">
              <a:lnSpc>
                <a:spcPct val="100000"/>
              </a:lnSpc>
              <a:spcBef>
                <a:spcPts val="0"/>
              </a:spcBef>
              <a:spcAft>
                <a:spcPts val="0"/>
              </a:spcAft>
              <a:buClr>
                <a:schemeClr val="lt1"/>
              </a:buClr>
              <a:buSzPts val="600"/>
              <a:buChar char="○"/>
              <a:defRPr i="0" sz="600" u="none" cap="none" strike="noStrike">
                <a:solidFill>
                  <a:schemeClr val="lt1"/>
                </a:solidFill>
              </a:defRPr>
            </a:lvl8pPr>
            <a:lvl9pPr lvl="8" marR="0" rtl="0" algn="l">
              <a:lnSpc>
                <a:spcPct val="100000"/>
              </a:lnSpc>
              <a:spcBef>
                <a:spcPts val="0"/>
              </a:spcBef>
              <a:spcAft>
                <a:spcPts val="0"/>
              </a:spcAft>
              <a:buClr>
                <a:schemeClr val="lt1"/>
              </a:buClr>
              <a:buSzPts val="600"/>
              <a:buChar char="○"/>
              <a:defRPr i="0" sz="600" u="none" cap="none" strike="noStrike">
                <a:solidFill>
                  <a:schemeClr val="lt1"/>
                </a:solidFill>
              </a:defRPr>
            </a:lvl9pPr>
          </a:lstStyle>
          <a:p/>
        </p:txBody>
      </p:sp>
      <p:sp>
        <p:nvSpPr>
          <p:cNvPr id="86" name="Google Shape;86;p14"/>
          <p:cNvSpPr txBox="1"/>
          <p:nvPr>
            <p:ph idx="3" type="subTitle"/>
          </p:nvPr>
        </p:nvSpPr>
        <p:spPr>
          <a:xfrm>
            <a:off x="1645525" y="4819725"/>
            <a:ext cx="7148100" cy="324000"/>
          </a:xfrm>
          <a:prstGeom prst="rect">
            <a:avLst/>
          </a:prstGeom>
          <a:noFill/>
          <a:ln>
            <a:noFill/>
          </a:ln>
        </p:spPr>
        <p:txBody>
          <a:bodyPr anchorCtr="0" anchor="b" bIns="175500" lIns="0" spcFirstLastPara="1" rIns="0" wrap="square" tIns="0">
            <a:noAutofit/>
          </a:bodyPr>
          <a:lstStyle>
            <a:lvl1pPr lvl="0" marR="0" rtl="0" algn="l">
              <a:lnSpc>
                <a:spcPct val="100000"/>
              </a:lnSpc>
              <a:spcBef>
                <a:spcPts val="0"/>
              </a:spcBef>
              <a:spcAft>
                <a:spcPts val="0"/>
              </a:spcAft>
              <a:buClr>
                <a:schemeClr val="accent1"/>
              </a:buClr>
              <a:buSzPts val="800"/>
              <a:buNone/>
              <a:defRPr sz="800" u="none" cap="none" strike="noStrike">
                <a:solidFill>
                  <a:schemeClr val="accent1"/>
                </a:solidFill>
              </a:defRPr>
            </a:lvl1pPr>
            <a:lvl2pPr lvl="1" marR="0" rtl="0" algn="l">
              <a:lnSpc>
                <a:spcPct val="100000"/>
              </a:lnSpc>
              <a:spcBef>
                <a:spcPts val="0"/>
              </a:spcBef>
              <a:spcAft>
                <a:spcPts val="0"/>
              </a:spcAft>
              <a:buClr>
                <a:schemeClr val="lt1"/>
              </a:buClr>
              <a:buSzPts val="800"/>
              <a:buChar char="&gt;"/>
              <a:defRPr sz="800" u="none" cap="none" strike="noStrike">
                <a:solidFill>
                  <a:schemeClr val="lt1"/>
                </a:solidFill>
              </a:defRPr>
            </a:lvl2pPr>
            <a:lvl3pPr lvl="2" marR="0" rtl="0" algn="l">
              <a:lnSpc>
                <a:spcPct val="100000"/>
              </a:lnSpc>
              <a:spcBef>
                <a:spcPts val="0"/>
              </a:spcBef>
              <a:spcAft>
                <a:spcPts val="0"/>
              </a:spcAft>
              <a:buClr>
                <a:schemeClr val="lt1"/>
              </a:buClr>
              <a:buSzPts val="800"/>
              <a:buChar char="+"/>
              <a:defRPr sz="800" u="none" cap="none" strike="noStrike">
                <a:solidFill>
                  <a:schemeClr val="lt1"/>
                </a:solidFill>
              </a:defRPr>
            </a:lvl3pPr>
            <a:lvl4pPr lvl="3" marR="0" rtl="0" algn="l">
              <a:lnSpc>
                <a:spcPct val="100000"/>
              </a:lnSpc>
              <a:spcBef>
                <a:spcPts val="0"/>
              </a:spcBef>
              <a:spcAft>
                <a:spcPts val="0"/>
              </a:spcAft>
              <a:buClr>
                <a:schemeClr val="lt1"/>
              </a:buClr>
              <a:buSzPts val="800"/>
              <a:buChar char="o"/>
              <a:defRPr sz="800" u="none" cap="none" strike="noStrike">
                <a:solidFill>
                  <a:schemeClr val="lt1"/>
                </a:solidFill>
              </a:defRPr>
            </a:lvl4pPr>
            <a:lvl5pPr lvl="4" marR="0" rtl="0" algn="l">
              <a:lnSpc>
                <a:spcPct val="100000"/>
              </a:lnSpc>
              <a:spcBef>
                <a:spcPts val="0"/>
              </a:spcBef>
              <a:spcAft>
                <a:spcPts val="0"/>
              </a:spcAft>
              <a:buClr>
                <a:schemeClr val="lt1"/>
              </a:buClr>
              <a:buSzPts val="1200"/>
              <a:buChar char="○"/>
              <a:defRPr u="none" cap="none" strike="noStrike">
                <a:solidFill>
                  <a:schemeClr val="lt1"/>
                </a:solidFill>
              </a:defRPr>
            </a:lvl5pPr>
            <a:lvl6pPr lvl="5" marR="0" rtl="0" algn="l">
              <a:lnSpc>
                <a:spcPct val="100000"/>
              </a:lnSpc>
              <a:spcBef>
                <a:spcPts val="0"/>
              </a:spcBef>
              <a:spcAft>
                <a:spcPts val="0"/>
              </a:spcAft>
              <a:buClr>
                <a:schemeClr val="lt1"/>
              </a:buClr>
              <a:buSzPts val="800"/>
              <a:buChar char="○"/>
              <a:defRPr sz="800" u="none" cap="none" strike="noStrike">
                <a:solidFill>
                  <a:schemeClr val="lt1"/>
                </a:solidFill>
              </a:defRPr>
            </a:lvl6pPr>
            <a:lvl7pPr lvl="6" marR="0" rtl="0" algn="l">
              <a:lnSpc>
                <a:spcPct val="100000"/>
              </a:lnSpc>
              <a:spcBef>
                <a:spcPts val="0"/>
              </a:spcBef>
              <a:spcAft>
                <a:spcPts val="0"/>
              </a:spcAft>
              <a:buClr>
                <a:schemeClr val="lt1"/>
              </a:buClr>
              <a:buSzPts val="800"/>
              <a:buChar char="○"/>
              <a:defRPr sz="800" u="none" cap="none" strike="noStrike">
                <a:solidFill>
                  <a:schemeClr val="lt1"/>
                </a:solidFill>
              </a:defRPr>
            </a:lvl7pPr>
            <a:lvl8pPr lvl="7" marR="0" rtl="0" algn="l">
              <a:lnSpc>
                <a:spcPct val="100000"/>
              </a:lnSpc>
              <a:spcBef>
                <a:spcPts val="0"/>
              </a:spcBef>
              <a:spcAft>
                <a:spcPts val="0"/>
              </a:spcAft>
              <a:buClr>
                <a:schemeClr val="lt1"/>
              </a:buClr>
              <a:buSzPts val="800"/>
              <a:buChar char="○"/>
              <a:defRPr sz="800" u="none" cap="none" strike="noStrike">
                <a:solidFill>
                  <a:schemeClr val="lt1"/>
                </a:solidFill>
              </a:defRPr>
            </a:lvl8pPr>
            <a:lvl9pPr lvl="8" marR="0" rtl="0" algn="l">
              <a:lnSpc>
                <a:spcPct val="100000"/>
              </a:lnSpc>
              <a:spcBef>
                <a:spcPts val="0"/>
              </a:spcBef>
              <a:spcAft>
                <a:spcPts val="0"/>
              </a:spcAft>
              <a:buClr>
                <a:schemeClr val="lt1"/>
              </a:buClr>
              <a:buSzPts val="800"/>
              <a:buChar char="○"/>
              <a:defRPr sz="800" u="none" cap="none" strike="noStrike">
                <a:solidFill>
                  <a:schemeClr val="lt1"/>
                </a:solidFill>
              </a:defRPr>
            </a:lvl9pPr>
          </a:lstStyle>
          <a:p/>
        </p:txBody>
      </p:sp>
      <p:sp>
        <p:nvSpPr>
          <p:cNvPr id="87" name="Google Shape;87;p14"/>
          <p:cNvSpPr txBox="1"/>
          <p:nvPr/>
        </p:nvSpPr>
        <p:spPr>
          <a:xfrm>
            <a:off x="310500" y="285200"/>
            <a:ext cx="1206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4000">
                <a:solidFill>
                  <a:schemeClr val="lt1"/>
                </a:solidFill>
                <a:latin typeface="Lora SemiBold"/>
                <a:ea typeface="Lora SemiBold"/>
                <a:cs typeface="Lora SemiBold"/>
                <a:sym typeface="Lora SemiBold"/>
              </a:rPr>
              <a:t>«</a:t>
            </a:r>
            <a:endParaRPr sz="14000">
              <a:solidFill>
                <a:schemeClr val="lt1"/>
              </a:solidFill>
              <a:latin typeface="Lora SemiBold"/>
              <a:ea typeface="Lora SemiBold"/>
              <a:cs typeface="Lora SemiBold"/>
              <a:sym typeface="Lora SemiBold"/>
            </a:endParaRPr>
          </a:p>
        </p:txBody>
      </p:sp>
      <p:sp>
        <p:nvSpPr>
          <p:cNvPr id="88" name="Google Shape;88;p14"/>
          <p:cNvSpPr txBox="1"/>
          <p:nvPr>
            <p:ph idx="12" type="sldNum"/>
          </p:nvPr>
        </p:nvSpPr>
        <p:spPr>
          <a:xfrm>
            <a:off x="8469000" y="4833225"/>
            <a:ext cx="675000" cy="310500"/>
          </a:xfrm>
          <a:prstGeom prst="rect">
            <a:avLst/>
          </a:prstGeom>
        </p:spPr>
        <p:txBody>
          <a:bodyPr anchorCtr="0" anchor="b" bIns="172800" lIns="0" spcFirstLastPara="1" rIns="310500" wrap="square" tIns="0">
            <a:noAutofit/>
          </a:bodyPr>
          <a:lstStyle>
            <a:lvl1pPr lvl="0" rtl="0">
              <a:buNone/>
              <a:defRPr b="1" sz="800">
                <a:solidFill>
                  <a:srgbClr val="FFFFFF"/>
                </a:solidFill>
                <a:latin typeface="Outfit"/>
                <a:ea typeface="Outfit"/>
                <a:cs typeface="Outfit"/>
                <a:sym typeface="Outfit"/>
              </a:defRPr>
            </a:lvl1pPr>
            <a:lvl2pPr lvl="1" rtl="0">
              <a:buNone/>
              <a:defRPr b="1" sz="800">
                <a:solidFill>
                  <a:srgbClr val="FFFFFF"/>
                </a:solidFill>
                <a:latin typeface="Outfit"/>
                <a:ea typeface="Outfit"/>
                <a:cs typeface="Outfit"/>
                <a:sym typeface="Outfit"/>
              </a:defRPr>
            </a:lvl2pPr>
            <a:lvl3pPr lvl="2" rtl="0">
              <a:buNone/>
              <a:defRPr b="1" sz="800">
                <a:solidFill>
                  <a:srgbClr val="FFFFFF"/>
                </a:solidFill>
                <a:latin typeface="Outfit"/>
                <a:ea typeface="Outfit"/>
                <a:cs typeface="Outfit"/>
                <a:sym typeface="Outfit"/>
              </a:defRPr>
            </a:lvl3pPr>
            <a:lvl4pPr lvl="3" rtl="0">
              <a:buNone/>
              <a:defRPr b="1" sz="800">
                <a:solidFill>
                  <a:srgbClr val="FFFFFF"/>
                </a:solidFill>
                <a:latin typeface="Outfit"/>
                <a:ea typeface="Outfit"/>
                <a:cs typeface="Outfit"/>
                <a:sym typeface="Outfit"/>
              </a:defRPr>
            </a:lvl4pPr>
            <a:lvl5pPr lvl="4" rtl="0">
              <a:buNone/>
              <a:defRPr b="1" sz="800">
                <a:solidFill>
                  <a:srgbClr val="FFFFFF"/>
                </a:solidFill>
                <a:latin typeface="Outfit"/>
                <a:ea typeface="Outfit"/>
                <a:cs typeface="Outfit"/>
                <a:sym typeface="Outfit"/>
              </a:defRPr>
            </a:lvl5pPr>
            <a:lvl6pPr lvl="5" rtl="0">
              <a:buNone/>
              <a:defRPr b="1" sz="800">
                <a:solidFill>
                  <a:srgbClr val="FFFFFF"/>
                </a:solidFill>
                <a:latin typeface="Outfit"/>
                <a:ea typeface="Outfit"/>
                <a:cs typeface="Outfit"/>
                <a:sym typeface="Outfit"/>
              </a:defRPr>
            </a:lvl6pPr>
            <a:lvl7pPr lvl="6" rtl="0">
              <a:buNone/>
              <a:defRPr b="1" sz="800">
                <a:solidFill>
                  <a:srgbClr val="FFFFFF"/>
                </a:solidFill>
                <a:latin typeface="Outfit"/>
                <a:ea typeface="Outfit"/>
                <a:cs typeface="Outfit"/>
                <a:sym typeface="Outfit"/>
              </a:defRPr>
            </a:lvl7pPr>
            <a:lvl8pPr lvl="7" rtl="0">
              <a:buNone/>
              <a:defRPr b="1" sz="800">
                <a:solidFill>
                  <a:srgbClr val="FFFFFF"/>
                </a:solidFill>
                <a:latin typeface="Outfit"/>
                <a:ea typeface="Outfit"/>
                <a:cs typeface="Outfit"/>
                <a:sym typeface="Outfit"/>
              </a:defRPr>
            </a:lvl8pPr>
            <a:lvl9pPr lvl="8" rtl="0">
              <a:buNone/>
              <a:defRPr b="1" sz="800">
                <a:solidFill>
                  <a:srgbClr val="FFFFFF"/>
                </a:solidFill>
                <a:latin typeface="Outfit"/>
                <a:ea typeface="Outfit"/>
                <a:cs typeface="Outfit"/>
                <a:sym typeface="Outfit"/>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ormité">
  <p:cSld name="BLANK_2_1">
    <p:bg>
      <p:bgPr>
        <a:solidFill>
          <a:srgbClr val="FFFFFF"/>
        </a:solidFill>
      </p:bgPr>
    </p:bg>
    <p:spTree>
      <p:nvGrpSpPr>
        <p:cNvPr id="89" name="Shape 89"/>
        <p:cNvGrpSpPr/>
        <p:nvPr/>
      </p:nvGrpSpPr>
      <p:grpSpPr>
        <a:xfrm>
          <a:off x="0" y="0"/>
          <a:ext cx="0" cy="0"/>
          <a:chOff x="0" y="0"/>
          <a:chExt cx="0" cy="0"/>
        </a:xfrm>
      </p:grpSpPr>
      <p:grpSp>
        <p:nvGrpSpPr>
          <p:cNvPr id="90" name="Google Shape;90;p15"/>
          <p:cNvGrpSpPr/>
          <p:nvPr/>
        </p:nvGrpSpPr>
        <p:grpSpPr>
          <a:xfrm>
            <a:off x="-17754" y="-412565"/>
            <a:ext cx="9179204" cy="5747165"/>
            <a:chOff x="-513450" y="-550086"/>
            <a:chExt cx="13218900" cy="7662886"/>
          </a:xfrm>
        </p:grpSpPr>
        <p:sp>
          <p:nvSpPr>
            <p:cNvPr id="91" name="Google Shape;91;p15"/>
            <p:cNvSpPr/>
            <p:nvPr/>
          </p:nvSpPr>
          <p:spPr>
            <a:xfrm>
              <a:off x="-513450" y="5190400"/>
              <a:ext cx="13218900" cy="1922400"/>
            </a:xfrm>
            <a:prstGeom prst="rect">
              <a:avLst/>
            </a:prstGeom>
            <a:solidFill>
              <a:srgbClr val="00AFCB">
                <a:alpha val="1514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 name="Google Shape;92;p15"/>
            <p:cNvSpPr/>
            <p:nvPr/>
          </p:nvSpPr>
          <p:spPr>
            <a:xfrm>
              <a:off x="-513450" y="3272647"/>
              <a:ext cx="13218900" cy="1922400"/>
            </a:xfrm>
            <a:prstGeom prst="rect">
              <a:avLst/>
            </a:prstGeom>
            <a:solidFill>
              <a:srgbClr val="00AFCB">
                <a:alpha val="919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 name="Google Shape;93;p15"/>
            <p:cNvSpPr/>
            <p:nvPr/>
          </p:nvSpPr>
          <p:spPr>
            <a:xfrm>
              <a:off x="-513450" y="1354900"/>
              <a:ext cx="13218900" cy="1922400"/>
            </a:xfrm>
            <a:prstGeom prst="rect">
              <a:avLst/>
            </a:prstGeom>
            <a:solidFill>
              <a:srgbClr val="00AFCB">
                <a:alpha val="541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 name="Google Shape;94;p15"/>
            <p:cNvSpPr/>
            <p:nvPr/>
          </p:nvSpPr>
          <p:spPr>
            <a:xfrm>
              <a:off x="-513437" y="-550086"/>
              <a:ext cx="13218600" cy="1905300"/>
            </a:xfrm>
            <a:prstGeom prst="rect">
              <a:avLst/>
            </a:prstGeom>
            <a:solidFill>
              <a:srgbClr val="00AFCB">
                <a:alpha val="108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400"/>
            </a:p>
          </p:txBody>
        </p:sp>
      </p:grpSp>
      <p:grpSp>
        <p:nvGrpSpPr>
          <p:cNvPr id="95" name="Google Shape;95;p15"/>
          <p:cNvGrpSpPr/>
          <p:nvPr/>
        </p:nvGrpSpPr>
        <p:grpSpPr>
          <a:xfrm>
            <a:off x="367192" y="282283"/>
            <a:ext cx="8302275" cy="4342954"/>
            <a:chOff x="489589" y="376377"/>
            <a:chExt cx="11069700" cy="5790605"/>
          </a:xfrm>
        </p:grpSpPr>
        <p:cxnSp>
          <p:nvCxnSpPr>
            <p:cNvPr id="96" name="Google Shape;96;p15"/>
            <p:cNvCxnSpPr/>
            <p:nvPr/>
          </p:nvCxnSpPr>
          <p:spPr>
            <a:xfrm>
              <a:off x="489589" y="376377"/>
              <a:ext cx="11069700" cy="0"/>
            </a:xfrm>
            <a:prstGeom prst="straightConnector1">
              <a:avLst/>
            </a:prstGeom>
            <a:noFill/>
            <a:ln cap="flat" cmpd="sng" w="9525">
              <a:solidFill>
                <a:srgbClr val="B7BDCC"/>
              </a:solidFill>
              <a:prstDash val="dot"/>
              <a:round/>
              <a:headEnd len="med" w="med" type="none"/>
              <a:tailEnd len="med" w="med" type="none"/>
            </a:ln>
          </p:spPr>
        </p:cxnSp>
        <p:cxnSp>
          <p:nvCxnSpPr>
            <p:cNvPr id="97" name="Google Shape;97;p15"/>
            <p:cNvCxnSpPr/>
            <p:nvPr/>
          </p:nvCxnSpPr>
          <p:spPr>
            <a:xfrm>
              <a:off x="489589" y="3271680"/>
              <a:ext cx="11069700" cy="0"/>
            </a:xfrm>
            <a:prstGeom prst="straightConnector1">
              <a:avLst/>
            </a:prstGeom>
            <a:noFill/>
            <a:ln cap="flat" cmpd="sng" w="9525">
              <a:solidFill>
                <a:srgbClr val="B7BDCC"/>
              </a:solidFill>
              <a:prstDash val="dot"/>
              <a:round/>
              <a:headEnd len="med" w="med" type="none"/>
              <a:tailEnd len="med" w="med" type="none"/>
            </a:ln>
          </p:spPr>
        </p:cxnSp>
        <p:cxnSp>
          <p:nvCxnSpPr>
            <p:cNvPr id="98" name="Google Shape;98;p15"/>
            <p:cNvCxnSpPr/>
            <p:nvPr/>
          </p:nvCxnSpPr>
          <p:spPr>
            <a:xfrm>
              <a:off x="489589" y="6166983"/>
              <a:ext cx="11069700" cy="0"/>
            </a:xfrm>
            <a:prstGeom prst="straightConnector1">
              <a:avLst/>
            </a:prstGeom>
            <a:noFill/>
            <a:ln cap="flat" cmpd="sng" w="9525">
              <a:solidFill>
                <a:srgbClr val="B7BDCC"/>
              </a:solidFill>
              <a:prstDash val="dot"/>
              <a:round/>
              <a:headEnd len="med" w="med" type="none"/>
              <a:tailEnd len="med" w="med" type="none"/>
            </a:ln>
          </p:spPr>
        </p:cxnSp>
        <p:cxnSp>
          <p:nvCxnSpPr>
            <p:cNvPr id="99" name="Google Shape;99;p15"/>
            <p:cNvCxnSpPr/>
            <p:nvPr/>
          </p:nvCxnSpPr>
          <p:spPr>
            <a:xfrm>
              <a:off x="489589" y="5201882"/>
              <a:ext cx="11069700" cy="0"/>
            </a:xfrm>
            <a:prstGeom prst="straightConnector1">
              <a:avLst/>
            </a:prstGeom>
            <a:noFill/>
            <a:ln cap="flat" cmpd="sng" w="9525">
              <a:solidFill>
                <a:srgbClr val="B7BDCC"/>
              </a:solidFill>
              <a:prstDash val="dot"/>
              <a:round/>
              <a:headEnd len="med" w="med" type="none"/>
              <a:tailEnd len="med" w="med" type="none"/>
            </a:ln>
          </p:spPr>
        </p:cxnSp>
        <p:cxnSp>
          <p:nvCxnSpPr>
            <p:cNvPr id="100" name="Google Shape;100;p15"/>
            <p:cNvCxnSpPr/>
            <p:nvPr/>
          </p:nvCxnSpPr>
          <p:spPr>
            <a:xfrm>
              <a:off x="489589" y="4236781"/>
              <a:ext cx="11069700" cy="0"/>
            </a:xfrm>
            <a:prstGeom prst="straightConnector1">
              <a:avLst/>
            </a:prstGeom>
            <a:noFill/>
            <a:ln cap="flat" cmpd="sng" w="9525">
              <a:solidFill>
                <a:srgbClr val="B7BDCC"/>
              </a:solidFill>
              <a:prstDash val="dot"/>
              <a:round/>
              <a:headEnd len="med" w="med" type="none"/>
              <a:tailEnd len="med" w="med" type="none"/>
            </a:ln>
          </p:spPr>
        </p:cxnSp>
        <p:cxnSp>
          <p:nvCxnSpPr>
            <p:cNvPr id="101" name="Google Shape;101;p15"/>
            <p:cNvCxnSpPr/>
            <p:nvPr/>
          </p:nvCxnSpPr>
          <p:spPr>
            <a:xfrm>
              <a:off x="489589" y="2306579"/>
              <a:ext cx="11069700" cy="0"/>
            </a:xfrm>
            <a:prstGeom prst="straightConnector1">
              <a:avLst/>
            </a:prstGeom>
            <a:noFill/>
            <a:ln cap="flat" cmpd="sng" w="9525">
              <a:solidFill>
                <a:srgbClr val="B7BDCC"/>
              </a:solidFill>
              <a:prstDash val="dot"/>
              <a:round/>
              <a:headEnd len="med" w="med" type="none"/>
              <a:tailEnd len="med" w="med" type="none"/>
            </a:ln>
          </p:spPr>
        </p:cxnSp>
        <p:cxnSp>
          <p:nvCxnSpPr>
            <p:cNvPr id="102" name="Google Shape;102;p15"/>
            <p:cNvCxnSpPr/>
            <p:nvPr/>
          </p:nvCxnSpPr>
          <p:spPr>
            <a:xfrm>
              <a:off x="489589" y="1341478"/>
              <a:ext cx="11069700" cy="0"/>
            </a:xfrm>
            <a:prstGeom prst="straightConnector1">
              <a:avLst/>
            </a:prstGeom>
            <a:noFill/>
            <a:ln cap="flat" cmpd="sng" w="9525">
              <a:solidFill>
                <a:srgbClr val="B7BDCC"/>
              </a:solidFill>
              <a:prstDash val="dot"/>
              <a:round/>
              <a:headEnd len="med" w="med" type="none"/>
              <a:tailEnd len="med" w="med" type="none"/>
            </a:ln>
          </p:spPr>
        </p:cxnSp>
      </p:grpSp>
      <p:pic>
        <p:nvPicPr>
          <p:cNvPr id="103" name="Google Shape;103;p15"/>
          <p:cNvPicPr preferRelativeResize="0"/>
          <p:nvPr/>
        </p:nvPicPr>
        <p:blipFill rotWithShape="1">
          <a:blip r:embed="rId2">
            <a:alphaModFix/>
          </a:blip>
          <a:srcRect b="0" l="0" r="0" t="0"/>
          <a:stretch/>
        </p:blipFill>
        <p:spPr>
          <a:xfrm>
            <a:off x="56700" y="4878240"/>
            <a:ext cx="156325" cy="156600"/>
          </a:xfrm>
          <a:prstGeom prst="rect">
            <a:avLst/>
          </a:prstGeom>
          <a:noFill/>
          <a:ln>
            <a:noFill/>
          </a:ln>
        </p:spPr>
      </p:pic>
      <p:sp>
        <p:nvSpPr>
          <p:cNvPr id="104" name="Google Shape;104;p15"/>
          <p:cNvSpPr txBox="1"/>
          <p:nvPr/>
        </p:nvSpPr>
        <p:spPr>
          <a:xfrm rot="-5400000">
            <a:off x="-497315" y="4099226"/>
            <a:ext cx="1236600" cy="21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Century Gothic"/>
              <a:buNone/>
            </a:pPr>
            <a:r>
              <a:rPr i="0" lang="fr" sz="700" u="none" cap="none" strike="noStrike">
                <a:solidFill>
                  <a:srgbClr val="0E2356"/>
                </a:solidFill>
                <a:latin typeface="Outfit Light"/>
                <a:ea typeface="Outfit Light"/>
                <a:cs typeface="Outfit Light"/>
                <a:sym typeface="Outfit Light"/>
              </a:rPr>
              <a:t>There is a better way</a:t>
            </a:r>
            <a:endParaRPr i="0" sz="700" u="none" cap="none" strike="noStrike">
              <a:solidFill>
                <a:srgbClr val="0E2356"/>
              </a:solidFill>
              <a:latin typeface="Outfit Light"/>
              <a:ea typeface="Outfit Light"/>
              <a:cs typeface="Outfit Light"/>
              <a:sym typeface="Outfit Light"/>
            </a:endParaRPr>
          </a:p>
        </p:txBody>
      </p:sp>
      <p:sp>
        <p:nvSpPr>
          <p:cNvPr id="105" name="Google Shape;105;p15"/>
          <p:cNvSpPr/>
          <p:nvPr/>
        </p:nvSpPr>
        <p:spPr>
          <a:xfrm>
            <a:off x="367225" y="4854278"/>
            <a:ext cx="2335200" cy="20460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600"/>
              <a:buFont typeface="Century Gothic"/>
              <a:buNone/>
            </a:pPr>
            <a:r>
              <a:rPr i="0" lang="fr" sz="600" u="none" cap="none" strike="noStrike">
                <a:solidFill>
                  <a:srgbClr val="0E2356"/>
                </a:solidFill>
                <a:latin typeface="Outfit Light"/>
                <a:ea typeface="Outfit Light"/>
                <a:cs typeface="Outfit Light"/>
                <a:sym typeface="Outfit Light"/>
              </a:rPr>
              <a:t>OCTO Part of Accenture © 202</a:t>
            </a:r>
            <a:r>
              <a:rPr lang="fr" sz="600">
                <a:solidFill>
                  <a:srgbClr val="0E2356"/>
                </a:solidFill>
                <a:latin typeface="Outfit Light"/>
                <a:ea typeface="Outfit Light"/>
                <a:cs typeface="Outfit Light"/>
                <a:sym typeface="Outfit Light"/>
              </a:rPr>
              <a:t>1</a:t>
            </a:r>
            <a:r>
              <a:rPr i="0" lang="fr" sz="600" u="none" cap="none" strike="noStrike">
                <a:solidFill>
                  <a:srgbClr val="0E2356"/>
                </a:solidFill>
                <a:latin typeface="Outfit Light"/>
                <a:ea typeface="Outfit Light"/>
                <a:cs typeface="Outfit Light"/>
                <a:sym typeface="Outfit Light"/>
              </a:rPr>
              <a:t> - All rights reserved</a:t>
            </a:r>
            <a:endParaRPr i="0" sz="600" u="none" cap="none" strike="noStrike">
              <a:solidFill>
                <a:srgbClr val="0E2356"/>
              </a:solidFill>
              <a:latin typeface="Outfit Light"/>
              <a:ea typeface="Outfit Light"/>
              <a:cs typeface="Outfit Light"/>
              <a:sym typeface="Outfit Light"/>
            </a:endParaRPr>
          </a:p>
        </p:txBody>
      </p:sp>
      <p:grpSp>
        <p:nvGrpSpPr>
          <p:cNvPr id="106" name="Google Shape;106;p15"/>
          <p:cNvGrpSpPr/>
          <p:nvPr/>
        </p:nvGrpSpPr>
        <p:grpSpPr>
          <a:xfrm>
            <a:off x="7493032" y="789245"/>
            <a:ext cx="884475" cy="3048399"/>
            <a:chOff x="9813054" y="976127"/>
            <a:chExt cx="1179300" cy="4064533"/>
          </a:xfrm>
        </p:grpSpPr>
        <p:sp>
          <p:nvSpPr>
            <p:cNvPr id="107" name="Google Shape;107;p15"/>
            <p:cNvSpPr txBox="1"/>
            <p:nvPr/>
          </p:nvSpPr>
          <p:spPr>
            <a:xfrm>
              <a:off x="9813054" y="976127"/>
              <a:ext cx="1179300" cy="2214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 sz="1500">
                  <a:solidFill>
                    <a:schemeClr val="lt2"/>
                  </a:solidFill>
                  <a:latin typeface="Outfit ExtraLight"/>
                  <a:ea typeface="Outfit ExtraLight"/>
                  <a:cs typeface="Outfit ExtraLight"/>
                  <a:sym typeface="Outfit ExtraLight"/>
                </a:rPr>
                <a:t>100 %</a:t>
              </a:r>
              <a:endParaRPr sz="1500">
                <a:solidFill>
                  <a:schemeClr val="lt2"/>
                </a:solidFill>
                <a:latin typeface="Outfit ExtraLight"/>
                <a:ea typeface="Outfit ExtraLight"/>
                <a:cs typeface="Outfit ExtraLight"/>
                <a:sym typeface="Outfit ExtraLight"/>
              </a:endParaRPr>
            </a:p>
            <a:p>
              <a:pPr indent="0" lvl="0" marL="0" rtl="0" algn="r">
                <a:spcBef>
                  <a:spcPts val="0"/>
                </a:spcBef>
                <a:spcAft>
                  <a:spcPts val="0"/>
                </a:spcAft>
                <a:buNone/>
              </a:pPr>
              <a:r>
                <a:t/>
              </a:r>
              <a:endParaRPr sz="1500">
                <a:solidFill>
                  <a:schemeClr val="lt2"/>
                </a:solidFill>
                <a:latin typeface="Outfit ExtraLight"/>
                <a:ea typeface="Outfit ExtraLight"/>
                <a:cs typeface="Outfit ExtraLight"/>
                <a:sym typeface="Outfit ExtraLight"/>
              </a:endParaRPr>
            </a:p>
          </p:txBody>
        </p:sp>
        <p:sp>
          <p:nvSpPr>
            <p:cNvPr id="108" name="Google Shape;108;p15"/>
            <p:cNvSpPr txBox="1"/>
            <p:nvPr/>
          </p:nvSpPr>
          <p:spPr>
            <a:xfrm>
              <a:off x="10092350" y="2897693"/>
              <a:ext cx="900000" cy="2214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 sz="1500">
                  <a:solidFill>
                    <a:schemeClr val="lt2"/>
                  </a:solidFill>
                  <a:latin typeface="Outfit ExtraLight"/>
                  <a:ea typeface="Outfit ExtraLight"/>
                  <a:cs typeface="Outfit ExtraLight"/>
                  <a:sym typeface="Outfit ExtraLight"/>
                </a:rPr>
                <a:t>50 %</a:t>
              </a:r>
              <a:endParaRPr sz="1500">
                <a:solidFill>
                  <a:schemeClr val="lt2"/>
                </a:solidFill>
                <a:latin typeface="Outfit ExtraLight"/>
                <a:ea typeface="Outfit ExtraLight"/>
                <a:cs typeface="Outfit ExtraLight"/>
                <a:sym typeface="Outfit ExtraLight"/>
              </a:endParaRPr>
            </a:p>
          </p:txBody>
        </p:sp>
        <p:sp>
          <p:nvSpPr>
            <p:cNvPr id="109" name="Google Shape;109;p15"/>
            <p:cNvSpPr txBox="1"/>
            <p:nvPr/>
          </p:nvSpPr>
          <p:spPr>
            <a:xfrm>
              <a:off x="10092350" y="4819259"/>
              <a:ext cx="900000" cy="2214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 sz="1500">
                  <a:solidFill>
                    <a:schemeClr val="lt2"/>
                  </a:solidFill>
                  <a:latin typeface="Outfit ExtraLight"/>
                  <a:ea typeface="Outfit ExtraLight"/>
                  <a:cs typeface="Outfit ExtraLight"/>
                  <a:sym typeface="Outfit ExtraLight"/>
                </a:rPr>
                <a:t>0 %</a:t>
              </a:r>
              <a:endParaRPr sz="1500">
                <a:solidFill>
                  <a:schemeClr val="lt2"/>
                </a:solidFill>
                <a:latin typeface="Outfit ExtraLight"/>
                <a:ea typeface="Outfit ExtraLight"/>
                <a:cs typeface="Outfit ExtraLight"/>
                <a:sym typeface="Outfit ExtraLight"/>
              </a:endParaRPr>
            </a:p>
          </p:txBody>
        </p:sp>
      </p:grpSp>
      <p:sp>
        <p:nvSpPr>
          <p:cNvPr id="110" name="Google Shape;110;p15"/>
          <p:cNvSpPr txBox="1"/>
          <p:nvPr/>
        </p:nvSpPr>
        <p:spPr>
          <a:xfrm>
            <a:off x="7710915" y="983739"/>
            <a:ext cx="642300" cy="166200"/>
          </a:xfrm>
          <a:prstGeom prst="rect">
            <a:avLst/>
          </a:prstGeom>
          <a:noFill/>
          <a:ln>
            <a:noFill/>
          </a:ln>
        </p:spPr>
        <p:txBody>
          <a:bodyPr anchorCtr="0" anchor="t" bIns="34275" lIns="68575" spcFirstLastPara="1" rIns="0" wrap="square" tIns="0">
            <a:noAutofit/>
          </a:bodyPr>
          <a:lstStyle/>
          <a:p>
            <a:pPr indent="0" lvl="0" marL="0" marR="0" rtl="0" algn="r">
              <a:spcBef>
                <a:spcPts val="300"/>
              </a:spcBef>
              <a:spcAft>
                <a:spcPts val="0"/>
              </a:spcAft>
              <a:buNone/>
            </a:pPr>
            <a:r>
              <a:rPr lang="fr" sz="600">
                <a:solidFill>
                  <a:schemeClr val="lt2"/>
                </a:solidFill>
                <a:latin typeface="Outfit ExtraLight"/>
                <a:ea typeface="Outfit ExtraLight"/>
                <a:cs typeface="Outfit ExtraLight"/>
                <a:sym typeface="Outfit ExtraLight"/>
              </a:rPr>
              <a:t>= WCAG AA</a:t>
            </a:r>
            <a:endParaRPr sz="600">
              <a:solidFill>
                <a:schemeClr val="lt2"/>
              </a:solidFill>
              <a:latin typeface="Outfit ExtraLight"/>
              <a:ea typeface="Outfit ExtraLight"/>
              <a:cs typeface="Outfit ExtraLight"/>
              <a:sym typeface="Outfit ExtraLight"/>
            </a:endParaRPr>
          </a:p>
        </p:txBody>
      </p:sp>
      <p:pic>
        <p:nvPicPr>
          <p:cNvPr id="111" name="Google Shape;111;p15"/>
          <p:cNvPicPr preferRelativeResize="0"/>
          <p:nvPr/>
        </p:nvPicPr>
        <p:blipFill rotWithShape="1">
          <a:blip r:embed="rId3">
            <a:alphaModFix/>
          </a:blip>
          <a:srcRect b="0" l="0" r="0" t="0"/>
          <a:stretch/>
        </p:blipFill>
        <p:spPr>
          <a:xfrm>
            <a:off x="2421565" y="4844692"/>
            <a:ext cx="6165078" cy="223697"/>
          </a:xfrm>
          <a:prstGeom prst="rect">
            <a:avLst/>
          </a:prstGeom>
          <a:noFill/>
          <a:ln>
            <a:noFill/>
          </a:ln>
        </p:spPr>
      </p:pic>
      <p:grpSp>
        <p:nvGrpSpPr>
          <p:cNvPr id="112" name="Google Shape;112;p15"/>
          <p:cNvGrpSpPr/>
          <p:nvPr/>
        </p:nvGrpSpPr>
        <p:grpSpPr>
          <a:xfrm>
            <a:off x="8324362" y="2444925"/>
            <a:ext cx="642375" cy="2898675"/>
            <a:chOff x="11434912" y="3183700"/>
            <a:chExt cx="856500" cy="3864900"/>
          </a:xfrm>
        </p:grpSpPr>
        <p:cxnSp>
          <p:nvCxnSpPr>
            <p:cNvPr id="113" name="Google Shape;113;p15"/>
            <p:cNvCxnSpPr/>
            <p:nvPr/>
          </p:nvCxnSpPr>
          <p:spPr>
            <a:xfrm>
              <a:off x="11887264" y="3183700"/>
              <a:ext cx="0" cy="3864900"/>
            </a:xfrm>
            <a:prstGeom prst="straightConnector1">
              <a:avLst/>
            </a:prstGeom>
            <a:noFill/>
            <a:ln cap="flat" cmpd="sng" w="38100">
              <a:solidFill>
                <a:srgbClr val="F16E00"/>
              </a:solidFill>
              <a:prstDash val="solid"/>
              <a:round/>
              <a:headEnd len="med" w="med" type="stealth"/>
              <a:tailEnd len="med" w="med" type="none"/>
            </a:ln>
          </p:spPr>
        </p:cxnSp>
        <p:sp>
          <p:nvSpPr>
            <p:cNvPr id="114" name="Google Shape;114;p15"/>
            <p:cNvSpPr txBox="1"/>
            <p:nvPr/>
          </p:nvSpPr>
          <p:spPr>
            <a:xfrm rot="-5400000">
              <a:off x="10779712" y="4110350"/>
              <a:ext cx="2166900" cy="856500"/>
            </a:xfrm>
            <a:prstGeom prst="rect">
              <a:avLst/>
            </a:prstGeom>
            <a:noFill/>
            <a:ln>
              <a:noFill/>
            </a:ln>
          </p:spPr>
          <p:txBody>
            <a:bodyPr anchorCtr="0" anchor="ctr" bIns="68575" lIns="68575" spcFirstLastPara="1" rIns="68575" wrap="square" tIns="68575">
              <a:noAutofit/>
            </a:bodyPr>
            <a:lstStyle/>
            <a:p>
              <a:pPr indent="0" lvl="0" marL="0" rtl="0" algn="r">
                <a:spcBef>
                  <a:spcPts val="0"/>
                </a:spcBef>
                <a:spcAft>
                  <a:spcPts val="0"/>
                </a:spcAft>
                <a:buNone/>
              </a:pPr>
              <a:r>
                <a:rPr b="1" lang="fr" sz="900">
                  <a:solidFill>
                    <a:srgbClr val="F16E00"/>
                  </a:solidFill>
                  <a:latin typeface="Outfit"/>
                  <a:ea typeface="Outfit"/>
                  <a:cs typeface="Outfit"/>
                  <a:sym typeface="Outfit"/>
                </a:rPr>
                <a:t>non</a:t>
              </a:r>
              <a:r>
                <a:rPr lang="fr" sz="1100">
                  <a:solidFill>
                    <a:srgbClr val="F16E00"/>
                  </a:solidFill>
                  <a:latin typeface="Outfit"/>
                  <a:ea typeface="Outfit"/>
                  <a:cs typeface="Outfit"/>
                  <a:sym typeface="Outfit"/>
                </a:rPr>
                <a:t> </a:t>
              </a:r>
              <a:endParaRPr sz="1100">
                <a:solidFill>
                  <a:srgbClr val="F16E00"/>
                </a:solidFill>
                <a:latin typeface="Outfit"/>
                <a:ea typeface="Outfit"/>
                <a:cs typeface="Outfit"/>
                <a:sym typeface="Outfit"/>
              </a:endParaRPr>
            </a:p>
            <a:p>
              <a:pPr indent="0" lvl="0" marL="0" rtl="0" algn="r">
                <a:spcBef>
                  <a:spcPts val="0"/>
                </a:spcBef>
                <a:spcAft>
                  <a:spcPts val="0"/>
                </a:spcAft>
                <a:buNone/>
              </a:pPr>
              <a:r>
                <a:rPr lang="fr" sz="900">
                  <a:solidFill>
                    <a:srgbClr val="F16E00"/>
                  </a:solidFill>
                  <a:latin typeface="Outfit"/>
                  <a:ea typeface="Outfit"/>
                  <a:cs typeface="Outfit"/>
                  <a:sym typeface="Outfit"/>
                </a:rPr>
                <a:t>conforme</a:t>
              </a:r>
              <a:endParaRPr sz="900">
                <a:solidFill>
                  <a:srgbClr val="F16E00"/>
                </a:solidFill>
                <a:latin typeface="Outfit"/>
                <a:ea typeface="Outfit"/>
                <a:cs typeface="Outfit"/>
                <a:sym typeface="Outfit"/>
              </a:endParaRPr>
            </a:p>
          </p:txBody>
        </p:sp>
      </p:grpSp>
      <p:grpSp>
        <p:nvGrpSpPr>
          <p:cNvPr id="115" name="Google Shape;115;p15"/>
          <p:cNvGrpSpPr/>
          <p:nvPr/>
        </p:nvGrpSpPr>
        <p:grpSpPr>
          <a:xfrm>
            <a:off x="8327145" y="1004119"/>
            <a:ext cx="642375" cy="1456881"/>
            <a:chOff x="10905223" y="1338825"/>
            <a:chExt cx="856500" cy="1942508"/>
          </a:xfrm>
        </p:grpSpPr>
        <p:cxnSp>
          <p:nvCxnSpPr>
            <p:cNvPr id="116" name="Google Shape;116;p15"/>
            <p:cNvCxnSpPr/>
            <p:nvPr/>
          </p:nvCxnSpPr>
          <p:spPr>
            <a:xfrm>
              <a:off x="11353864" y="1356533"/>
              <a:ext cx="0" cy="1924800"/>
            </a:xfrm>
            <a:prstGeom prst="straightConnector1">
              <a:avLst/>
            </a:prstGeom>
            <a:noFill/>
            <a:ln cap="flat" cmpd="sng" w="38100">
              <a:solidFill>
                <a:srgbClr val="00A2BE"/>
              </a:solidFill>
              <a:prstDash val="solid"/>
              <a:round/>
              <a:headEnd len="med" w="med" type="stealth"/>
              <a:tailEnd len="med" w="med" type="stealth"/>
            </a:ln>
          </p:spPr>
        </p:cxnSp>
        <p:sp>
          <p:nvSpPr>
            <p:cNvPr id="117" name="Google Shape;117;p15"/>
            <p:cNvSpPr txBox="1"/>
            <p:nvPr/>
          </p:nvSpPr>
          <p:spPr>
            <a:xfrm rot="-5400000">
              <a:off x="10373923" y="1870125"/>
              <a:ext cx="1919100" cy="8565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fr" sz="900">
                  <a:solidFill>
                    <a:srgbClr val="00AFCB"/>
                  </a:solidFill>
                  <a:latin typeface="Outfit"/>
                  <a:ea typeface="Outfit"/>
                  <a:cs typeface="Outfit"/>
                  <a:sym typeface="Outfit"/>
                </a:rPr>
                <a:t>partiellement</a:t>
              </a:r>
              <a:r>
                <a:rPr lang="fr" sz="1100">
                  <a:solidFill>
                    <a:srgbClr val="00AFCB"/>
                  </a:solidFill>
                  <a:latin typeface="Outfit"/>
                  <a:ea typeface="Outfit"/>
                  <a:cs typeface="Outfit"/>
                  <a:sym typeface="Outfit"/>
                </a:rPr>
                <a:t> </a:t>
              </a:r>
              <a:endParaRPr sz="1100">
                <a:solidFill>
                  <a:srgbClr val="00AFCB"/>
                </a:solidFill>
                <a:latin typeface="Outfit"/>
                <a:ea typeface="Outfit"/>
                <a:cs typeface="Outfit"/>
                <a:sym typeface="Outfit"/>
              </a:endParaRPr>
            </a:p>
            <a:p>
              <a:pPr indent="0" lvl="0" marL="0" rtl="0" algn="ctr">
                <a:spcBef>
                  <a:spcPts val="0"/>
                </a:spcBef>
                <a:spcAft>
                  <a:spcPts val="0"/>
                </a:spcAft>
                <a:buNone/>
              </a:pPr>
              <a:r>
                <a:rPr lang="fr" sz="900">
                  <a:solidFill>
                    <a:srgbClr val="00AFCB"/>
                  </a:solidFill>
                  <a:latin typeface="Outfit"/>
                  <a:ea typeface="Outfit"/>
                  <a:cs typeface="Outfit"/>
                  <a:sym typeface="Outfit"/>
                </a:rPr>
                <a:t>conforme</a:t>
              </a:r>
              <a:endParaRPr sz="900">
                <a:solidFill>
                  <a:srgbClr val="00AFCB"/>
                </a:solidFill>
                <a:latin typeface="Outfit"/>
                <a:ea typeface="Outfit"/>
                <a:cs typeface="Outfit"/>
                <a:sym typeface="Outfit"/>
              </a:endParaRPr>
            </a:p>
          </p:txBody>
        </p:sp>
      </p:grpSp>
      <p:grpSp>
        <p:nvGrpSpPr>
          <p:cNvPr id="118" name="Google Shape;118;p15"/>
          <p:cNvGrpSpPr/>
          <p:nvPr/>
        </p:nvGrpSpPr>
        <p:grpSpPr>
          <a:xfrm>
            <a:off x="8324378" y="-477170"/>
            <a:ext cx="642375" cy="1500300"/>
            <a:chOff x="11434920" y="-712425"/>
            <a:chExt cx="856500" cy="2000400"/>
          </a:xfrm>
        </p:grpSpPr>
        <p:cxnSp>
          <p:nvCxnSpPr>
            <p:cNvPr id="119" name="Google Shape;119;p15"/>
            <p:cNvCxnSpPr/>
            <p:nvPr/>
          </p:nvCxnSpPr>
          <p:spPr>
            <a:xfrm>
              <a:off x="11887125" y="-712425"/>
              <a:ext cx="0" cy="2000400"/>
            </a:xfrm>
            <a:prstGeom prst="straightConnector1">
              <a:avLst/>
            </a:prstGeom>
            <a:noFill/>
            <a:ln cap="flat" cmpd="sng" w="38100">
              <a:solidFill>
                <a:srgbClr val="2BC82B"/>
              </a:solidFill>
              <a:prstDash val="solid"/>
              <a:round/>
              <a:headEnd len="med" w="med" type="none"/>
              <a:tailEnd len="med" w="med" type="stealth"/>
            </a:ln>
          </p:spPr>
        </p:cxnSp>
        <p:sp>
          <p:nvSpPr>
            <p:cNvPr id="120" name="Google Shape;120;p15"/>
            <p:cNvSpPr txBox="1"/>
            <p:nvPr/>
          </p:nvSpPr>
          <p:spPr>
            <a:xfrm rot="-5400000">
              <a:off x="11122620" y="-122650"/>
              <a:ext cx="1481100" cy="8565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b="1" lang="fr" sz="900">
                  <a:solidFill>
                    <a:srgbClr val="2BC82B"/>
                  </a:solidFill>
                  <a:latin typeface="Outfit"/>
                  <a:ea typeface="Outfit"/>
                  <a:cs typeface="Outfit"/>
                  <a:sym typeface="Outfit"/>
                </a:rPr>
                <a:t>totalement</a:t>
              </a:r>
              <a:r>
                <a:rPr lang="fr" sz="1100">
                  <a:solidFill>
                    <a:srgbClr val="2BC82B"/>
                  </a:solidFill>
                  <a:latin typeface="Outfit"/>
                  <a:ea typeface="Outfit"/>
                  <a:cs typeface="Outfit"/>
                  <a:sym typeface="Outfit"/>
                </a:rPr>
                <a:t> </a:t>
              </a:r>
              <a:endParaRPr sz="1100">
                <a:solidFill>
                  <a:srgbClr val="2BC82B"/>
                </a:solidFill>
                <a:latin typeface="Outfit"/>
                <a:ea typeface="Outfit"/>
                <a:cs typeface="Outfit"/>
                <a:sym typeface="Outfit"/>
              </a:endParaRPr>
            </a:p>
            <a:p>
              <a:pPr indent="0" lvl="0" marL="0" rtl="0" algn="l">
                <a:spcBef>
                  <a:spcPts val="0"/>
                </a:spcBef>
                <a:spcAft>
                  <a:spcPts val="0"/>
                </a:spcAft>
                <a:buNone/>
              </a:pPr>
              <a:r>
                <a:rPr lang="fr" sz="900">
                  <a:solidFill>
                    <a:srgbClr val="2BC82B"/>
                  </a:solidFill>
                  <a:latin typeface="Outfit"/>
                  <a:ea typeface="Outfit"/>
                  <a:cs typeface="Outfit"/>
                  <a:sym typeface="Outfit"/>
                </a:rPr>
                <a:t>conforme</a:t>
              </a:r>
              <a:endParaRPr sz="900">
                <a:solidFill>
                  <a:srgbClr val="2BC82B"/>
                </a:solidFill>
                <a:latin typeface="Outfit"/>
                <a:ea typeface="Outfit"/>
                <a:cs typeface="Outfit"/>
                <a:sym typeface="Outfit"/>
              </a:endParaRPr>
            </a:p>
          </p:txBody>
        </p:sp>
      </p:grpSp>
      <p:sp>
        <p:nvSpPr>
          <p:cNvPr id="121" name="Google Shape;121;p15"/>
          <p:cNvSpPr txBox="1"/>
          <p:nvPr/>
        </p:nvSpPr>
        <p:spPr>
          <a:xfrm>
            <a:off x="367225" y="285200"/>
            <a:ext cx="8426400" cy="370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2100">
              <a:solidFill>
                <a:srgbClr val="0E2356"/>
              </a:solidFill>
              <a:latin typeface="Outfit"/>
              <a:ea typeface="Outfit"/>
              <a:cs typeface="Outfit"/>
              <a:sym typeface="Outfit"/>
            </a:endParaRPr>
          </a:p>
        </p:txBody>
      </p:sp>
      <p:sp>
        <p:nvSpPr>
          <p:cNvPr id="122" name="Google Shape;122;p15"/>
          <p:cNvSpPr txBox="1"/>
          <p:nvPr>
            <p:ph type="title"/>
          </p:nvPr>
        </p:nvSpPr>
        <p:spPr>
          <a:xfrm>
            <a:off x="310500" y="310500"/>
            <a:ext cx="8523900" cy="369900"/>
          </a:xfrm>
          <a:prstGeom prst="rect">
            <a:avLst/>
          </a:prstGeom>
        </p:spPr>
        <p:txBody>
          <a:bodyPr anchorCtr="0" anchor="t" bIns="0" lIns="0" spcFirstLastPara="1" rIns="0" wrap="square" tIns="0">
            <a:spAutoFit/>
          </a:bodyPr>
          <a:lstStyle>
            <a:lvl1pPr lvl="0" rtl="0">
              <a:spcBef>
                <a:spcPts val="0"/>
              </a:spcBef>
              <a:spcAft>
                <a:spcPts val="0"/>
              </a:spcAft>
              <a:buClr>
                <a:schemeClr val="dk1"/>
              </a:buClr>
              <a:buSzPts val="2100"/>
              <a:buFont typeface="Outfit"/>
              <a:buNone/>
              <a:defRPr sz="2100">
                <a:solidFill>
                  <a:schemeClr val="dk1"/>
                </a:solidFill>
                <a:latin typeface="Outfit"/>
                <a:ea typeface="Outfit"/>
                <a:cs typeface="Outfit"/>
                <a:sym typeface="Outfit"/>
              </a:defRPr>
            </a:lvl1pPr>
            <a:lvl2pPr lvl="1" rtl="0">
              <a:spcBef>
                <a:spcPts val="0"/>
              </a:spcBef>
              <a:spcAft>
                <a:spcPts val="0"/>
              </a:spcAft>
              <a:buClr>
                <a:schemeClr val="dk1"/>
              </a:buClr>
              <a:buSzPts val="2600"/>
              <a:buNone/>
              <a:defRPr sz="2600">
                <a:solidFill>
                  <a:schemeClr val="dk1"/>
                </a:solidFill>
              </a:defRPr>
            </a:lvl2pPr>
            <a:lvl3pPr lvl="2" rtl="0">
              <a:spcBef>
                <a:spcPts val="0"/>
              </a:spcBef>
              <a:spcAft>
                <a:spcPts val="0"/>
              </a:spcAft>
              <a:buClr>
                <a:schemeClr val="dk1"/>
              </a:buClr>
              <a:buSzPts val="2600"/>
              <a:buNone/>
              <a:defRPr sz="2600">
                <a:solidFill>
                  <a:schemeClr val="dk1"/>
                </a:solidFill>
              </a:defRPr>
            </a:lvl3pPr>
            <a:lvl4pPr lvl="3" rtl="0">
              <a:spcBef>
                <a:spcPts val="0"/>
              </a:spcBef>
              <a:spcAft>
                <a:spcPts val="0"/>
              </a:spcAft>
              <a:buClr>
                <a:schemeClr val="dk1"/>
              </a:buClr>
              <a:buSzPts val="2600"/>
              <a:buNone/>
              <a:defRPr sz="2600">
                <a:solidFill>
                  <a:schemeClr val="dk1"/>
                </a:solidFill>
              </a:defRPr>
            </a:lvl4pPr>
            <a:lvl5pPr lvl="4" rtl="0">
              <a:spcBef>
                <a:spcPts val="0"/>
              </a:spcBef>
              <a:spcAft>
                <a:spcPts val="0"/>
              </a:spcAft>
              <a:buClr>
                <a:schemeClr val="dk1"/>
              </a:buClr>
              <a:buSzPts val="2600"/>
              <a:buNone/>
              <a:defRPr sz="2600">
                <a:solidFill>
                  <a:schemeClr val="dk1"/>
                </a:solidFill>
              </a:defRPr>
            </a:lvl5pPr>
            <a:lvl6pPr lvl="5" rtl="0">
              <a:spcBef>
                <a:spcPts val="0"/>
              </a:spcBef>
              <a:spcAft>
                <a:spcPts val="0"/>
              </a:spcAft>
              <a:buClr>
                <a:schemeClr val="dk1"/>
              </a:buClr>
              <a:buSzPts val="2600"/>
              <a:buNone/>
              <a:defRPr sz="2600">
                <a:solidFill>
                  <a:schemeClr val="dk1"/>
                </a:solidFill>
              </a:defRPr>
            </a:lvl6pPr>
            <a:lvl7pPr lvl="6" rtl="0">
              <a:spcBef>
                <a:spcPts val="0"/>
              </a:spcBef>
              <a:spcAft>
                <a:spcPts val="0"/>
              </a:spcAft>
              <a:buClr>
                <a:schemeClr val="dk1"/>
              </a:buClr>
              <a:buSzPts val="2600"/>
              <a:buNone/>
              <a:defRPr sz="2600">
                <a:solidFill>
                  <a:schemeClr val="dk1"/>
                </a:solidFill>
              </a:defRPr>
            </a:lvl7pPr>
            <a:lvl8pPr lvl="7" rtl="0">
              <a:spcBef>
                <a:spcPts val="0"/>
              </a:spcBef>
              <a:spcAft>
                <a:spcPts val="0"/>
              </a:spcAft>
              <a:buClr>
                <a:schemeClr val="dk1"/>
              </a:buClr>
              <a:buSzPts val="2600"/>
              <a:buNone/>
              <a:defRPr sz="2600">
                <a:solidFill>
                  <a:schemeClr val="dk1"/>
                </a:solidFill>
              </a:defRPr>
            </a:lvl8pPr>
            <a:lvl9pPr lvl="8" rtl="0">
              <a:spcBef>
                <a:spcPts val="0"/>
              </a:spcBef>
              <a:spcAft>
                <a:spcPts val="0"/>
              </a:spcAft>
              <a:buClr>
                <a:schemeClr val="dk1"/>
              </a:buClr>
              <a:buSzPts val="2600"/>
              <a:buNone/>
              <a:defRPr sz="2600">
                <a:solidFill>
                  <a:schemeClr val="dk1"/>
                </a:solidFill>
              </a:defRPr>
            </a:lvl9pPr>
          </a:lstStyle>
          <a:p/>
        </p:txBody>
      </p:sp>
      <p:sp>
        <p:nvSpPr>
          <p:cNvPr id="123" name="Google Shape;123;p15"/>
          <p:cNvSpPr txBox="1"/>
          <p:nvPr>
            <p:ph idx="12" type="sldNum"/>
          </p:nvPr>
        </p:nvSpPr>
        <p:spPr>
          <a:xfrm>
            <a:off x="8469004" y="4833225"/>
            <a:ext cx="675000" cy="310500"/>
          </a:xfrm>
          <a:prstGeom prst="rect">
            <a:avLst/>
          </a:prstGeom>
        </p:spPr>
        <p:txBody>
          <a:bodyPr anchorCtr="0" anchor="b" bIns="172800" lIns="0" spcFirstLastPara="1" rIns="310500" wrap="square" tIns="0">
            <a:noAutofit/>
          </a:bodyPr>
          <a:lstStyle>
            <a:lvl1pPr lvl="0" rtl="0" algn="r">
              <a:buNone/>
              <a:defRPr b="1" sz="800">
                <a:solidFill>
                  <a:schemeClr val="dk1"/>
                </a:solidFill>
                <a:latin typeface="Outfit"/>
                <a:ea typeface="Outfit"/>
                <a:cs typeface="Outfit"/>
                <a:sym typeface="Outfit"/>
              </a:defRPr>
            </a:lvl1pPr>
            <a:lvl2pPr lvl="1" rtl="0" algn="r">
              <a:buNone/>
              <a:defRPr b="1" sz="800">
                <a:solidFill>
                  <a:schemeClr val="dk1"/>
                </a:solidFill>
                <a:latin typeface="Outfit"/>
                <a:ea typeface="Outfit"/>
                <a:cs typeface="Outfit"/>
                <a:sym typeface="Outfit"/>
              </a:defRPr>
            </a:lvl2pPr>
            <a:lvl3pPr lvl="2" rtl="0" algn="r">
              <a:buNone/>
              <a:defRPr b="1" sz="800">
                <a:solidFill>
                  <a:schemeClr val="dk1"/>
                </a:solidFill>
                <a:latin typeface="Outfit"/>
                <a:ea typeface="Outfit"/>
                <a:cs typeface="Outfit"/>
                <a:sym typeface="Outfit"/>
              </a:defRPr>
            </a:lvl3pPr>
            <a:lvl4pPr lvl="3" rtl="0" algn="r">
              <a:buNone/>
              <a:defRPr b="1" sz="800">
                <a:solidFill>
                  <a:schemeClr val="dk1"/>
                </a:solidFill>
                <a:latin typeface="Outfit"/>
                <a:ea typeface="Outfit"/>
                <a:cs typeface="Outfit"/>
                <a:sym typeface="Outfit"/>
              </a:defRPr>
            </a:lvl4pPr>
            <a:lvl5pPr lvl="4" rtl="0" algn="r">
              <a:buNone/>
              <a:defRPr b="1" sz="800">
                <a:solidFill>
                  <a:schemeClr val="dk1"/>
                </a:solidFill>
                <a:latin typeface="Outfit"/>
                <a:ea typeface="Outfit"/>
                <a:cs typeface="Outfit"/>
                <a:sym typeface="Outfit"/>
              </a:defRPr>
            </a:lvl5pPr>
            <a:lvl6pPr lvl="5" rtl="0" algn="r">
              <a:buNone/>
              <a:defRPr b="1" sz="800">
                <a:solidFill>
                  <a:schemeClr val="dk1"/>
                </a:solidFill>
                <a:latin typeface="Outfit"/>
                <a:ea typeface="Outfit"/>
                <a:cs typeface="Outfit"/>
                <a:sym typeface="Outfit"/>
              </a:defRPr>
            </a:lvl6pPr>
            <a:lvl7pPr lvl="6" rtl="0" algn="r">
              <a:buNone/>
              <a:defRPr b="1" sz="800">
                <a:solidFill>
                  <a:schemeClr val="dk1"/>
                </a:solidFill>
                <a:latin typeface="Outfit"/>
                <a:ea typeface="Outfit"/>
                <a:cs typeface="Outfit"/>
                <a:sym typeface="Outfit"/>
              </a:defRPr>
            </a:lvl7pPr>
            <a:lvl8pPr lvl="7" rtl="0" algn="r">
              <a:buNone/>
              <a:defRPr b="1" sz="800">
                <a:solidFill>
                  <a:schemeClr val="dk1"/>
                </a:solidFill>
                <a:latin typeface="Outfit"/>
                <a:ea typeface="Outfit"/>
                <a:cs typeface="Outfit"/>
                <a:sym typeface="Outfit"/>
              </a:defRPr>
            </a:lvl8pPr>
            <a:lvl9pPr lvl="8" rtl="0" algn="r">
              <a:buNone/>
              <a:defRPr b="1" sz="800">
                <a:solidFill>
                  <a:schemeClr val="dk1"/>
                </a:solidFill>
                <a:latin typeface="Outfit"/>
                <a:ea typeface="Outfit"/>
                <a:cs typeface="Outfit"/>
                <a:sym typeface="Outfit"/>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CTO">
  <p:cSld name="TITLE_ONLY_1">
    <p:bg>
      <p:bgPr>
        <a:solidFill>
          <a:schemeClr val="lt1"/>
        </a:solidFill>
      </p:bgPr>
    </p:bg>
    <p:spTree>
      <p:nvGrpSpPr>
        <p:cNvPr id="124" name="Shape 124"/>
        <p:cNvGrpSpPr/>
        <p:nvPr/>
      </p:nvGrpSpPr>
      <p:grpSpPr>
        <a:xfrm>
          <a:off x="0" y="0"/>
          <a:ext cx="0" cy="0"/>
          <a:chOff x="0" y="0"/>
          <a:chExt cx="0" cy="0"/>
        </a:xfrm>
      </p:grpSpPr>
      <p:sp>
        <p:nvSpPr>
          <p:cNvPr id="125" name="Google Shape;125;p16"/>
          <p:cNvSpPr/>
          <p:nvPr/>
        </p:nvSpPr>
        <p:spPr>
          <a:xfrm>
            <a:off x="213475" y="208900"/>
            <a:ext cx="8715600" cy="4728600"/>
          </a:xfrm>
          <a:prstGeom prst="roundRect">
            <a:avLst>
              <a:gd fmla="val 1616"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Century Gothic"/>
              <a:buNone/>
            </a:pPr>
            <a:r>
              <a:t/>
            </a:r>
            <a:endParaRPr b="0" i="0" sz="1400" u="none" cap="none" strike="noStrike">
              <a:solidFill>
                <a:srgbClr val="000000"/>
              </a:solidFill>
              <a:latin typeface="Century Gothic"/>
              <a:ea typeface="Century Gothic"/>
              <a:cs typeface="Century Gothic"/>
              <a:sym typeface="Century Gothic"/>
            </a:endParaRPr>
          </a:p>
        </p:txBody>
      </p:sp>
      <p:sp>
        <p:nvSpPr>
          <p:cNvPr id="126" name="Google Shape;126;p16"/>
          <p:cNvSpPr txBox="1"/>
          <p:nvPr>
            <p:ph type="title"/>
          </p:nvPr>
        </p:nvSpPr>
        <p:spPr>
          <a:xfrm>
            <a:off x="310500" y="310500"/>
            <a:ext cx="8523900" cy="369900"/>
          </a:xfrm>
          <a:prstGeom prst="rect">
            <a:avLst/>
          </a:prstGeom>
        </p:spPr>
        <p:txBody>
          <a:bodyPr anchorCtr="0" anchor="t" bIns="0" lIns="0" spcFirstLastPara="1" rIns="0" wrap="square" tIns="0">
            <a:spAutoFit/>
          </a:bodyPr>
          <a:lstStyle>
            <a:lvl1pPr lvl="0" rtl="0">
              <a:spcBef>
                <a:spcPts val="0"/>
              </a:spcBef>
              <a:spcAft>
                <a:spcPts val="0"/>
              </a:spcAft>
              <a:buClr>
                <a:schemeClr val="dk1"/>
              </a:buClr>
              <a:buSzPts val="2100"/>
              <a:buFont typeface="Outfit"/>
              <a:buNone/>
              <a:defRPr sz="2100">
                <a:solidFill>
                  <a:schemeClr val="dk1"/>
                </a:solidFill>
                <a:latin typeface="Outfit"/>
                <a:ea typeface="Outfit"/>
                <a:cs typeface="Outfit"/>
                <a:sym typeface="Outfit"/>
              </a:defRPr>
            </a:lvl1pPr>
            <a:lvl2pPr lvl="1" rtl="0">
              <a:spcBef>
                <a:spcPts val="0"/>
              </a:spcBef>
              <a:spcAft>
                <a:spcPts val="0"/>
              </a:spcAft>
              <a:buClr>
                <a:schemeClr val="dk1"/>
              </a:buClr>
              <a:buSzPts val="2600"/>
              <a:buNone/>
              <a:defRPr sz="2600">
                <a:solidFill>
                  <a:schemeClr val="dk1"/>
                </a:solidFill>
              </a:defRPr>
            </a:lvl2pPr>
            <a:lvl3pPr lvl="2" rtl="0">
              <a:spcBef>
                <a:spcPts val="0"/>
              </a:spcBef>
              <a:spcAft>
                <a:spcPts val="0"/>
              </a:spcAft>
              <a:buClr>
                <a:schemeClr val="dk1"/>
              </a:buClr>
              <a:buSzPts val="2600"/>
              <a:buNone/>
              <a:defRPr sz="2600">
                <a:solidFill>
                  <a:schemeClr val="dk1"/>
                </a:solidFill>
              </a:defRPr>
            </a:lvl3pPr>
            <a:lvl4pPr lvl="3" rtl="0">
              <a:spcBef>
                <a:spcPts val="0"/>
              </a:spcBef>
              <a:spcAft>
                <a:spcPts val="0"/>
              </a:spcAft>
              <a:buClr>
                <a:schemeClr val="dk1"/>
              </a:buClr>
              <a:buSzPts val="2600"/>
              <a:buNone/>
              <a:defRPr sz="2600">
                <a:solidFill>
                  <a:schemeClr val="dk1"/>
                </a:solidFill>
              </a:defRPr>
            </a:lvl4pPr>
            <a:lvl5pPr lvl="4" rtl="0">
              <a:spcBef>
                <a:spcPts val="0"/>
              </a:spcBef>
              <a:spcAft>
                <a:spcPts val="0"/>
              </a:spcAft>
              <a:buClr>
                <a:schemeClr val="dk1"/>
              </a:buClr>
              <a:buSzPts val="2600"/>
              <a:buNone/>
              <a:defRPr sz="2600">
                <a:solidFill>
                  <a:schemeClr val="dk1"/>
                </a:solidFill>
              </a:defRPr>
            </a:lvl5pPr>
            <a:lvl6pPr lvl="5" rtl="0">
              <a:spcBef>
                <a:spcPts val="0"/>
              </a:spcBef>
              <a:spcAft>
                <a:spcPts val="0"/>
              </a:spcAft>
              <a:buClr>
                <a:schemeClr val="dk1"/>
              </a:buClr>
              <a:buSzPts val="2600"/>
              <a:buNone/>
              <a:defRPr sz="2600">
                <a:solidFill>
                  <a:schemeClr val="dk1"/>
                </a:solidFill>
              </a:defRPr>
            </a:lvl6pPr>
            <a:lvl7pPr lvl="6" rtl="0">
              <a:spcBef>
                <a:spcPts val="0"/>
              </a:spcBef>
              <a:spcAft>
                <a:spcPts val="0"/>
              </a:spcAft>
              <a:buClr>
                <a:schemeClr val="dk1"/>
              </a:buClr>
              <a:buSzPts val="2600"/>
              <a:buNone/>
              <a:defRPr sz="2600">
                <a:solidFill>
                  <a:schemeClr val="dk1"/>
                </a:solidFill>
              </a:defRPr>
            </a:lvl7pPr>
            <a:lvl8pPr lvl="7" rtl="0">
              <a:spcBef>
                <a:spcPts val="0"/>
              </a:spcBef>
              <a:spcAft>
                <a:spcPts val="0"/>
              </a:spcAft>
              <a:buClr>
                <a:schemeClr val="dk1"/>
              </a:buClr>
              <a:buSzPts val="2600"/>
              <a:buNone/>
              <a:defRPr sz="2600">
                <a:solidFill>
                  <a:schemeClr val="dk1"/>
                </a:solidFill>
              </a:defRPr>
            </a:lvl8pPr>
            <a:lvl9pPr lvl="8" rtl="0">
              <a:spcBef>
                <a:spcPts val="0"/>
              </a:spcBef>
              <a:spcAft>
                <a:spcPts val="0"/>
              </a:spcAft>
              <a:buClr>
                <a:schemeClr val="dk1"/>
              </a:buClr>
              <a:buSzPts val="2600"/>
              <a:buNone/>
              <a:defRPr sz="2600">
                <a:solidFill>
                  <a:schemeClr val="dk1"/>
                </a:solidFill>
              </a:defRPr>
            </a:lvl9pPr>
          </a:lstStyle>
          <a:p/>
        </p:txBody>
      </p:sp>
      <p:sp>
        <p:nvSpPr>
          <p:cNvPr id="127" name="Google Shape;127;p16"/>
          <p:cNvSpPr txBox="1"/>
          <p:nvPr>
            <p:ph idx="1" type="body"/>
          </p:nvPr>
        </p:nvSpPr>
        <p:spPr>
          <a:xfrm>
            <a:off x="310500" y="4635706"/>
            <a:ext cx="8523900" cy="393600"/>
          </a:xfrm>
          <a:prstGeom prst="rect">
            <a:avLst/>
          </a:prstGeom>
        </p:spPr>
        <p:txBody>
          <a:bodyPr anchorCtr="0" anchor="b" bIns="172800" lIns="0" spcFirstLastPara="1" rIns="0" wrap="square" tIns="0">
            <a:noAutofit/>
          </a:bodyPr>
          <a:lstStyle>
            <a:lvl1pPr indent="-279400" lvl="0" marL="4572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indent="-279400" lvl="1" marL="914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indent="-279400" lvl="2" marL="1371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indent="-279400" lvl="3" marL="18288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indent="-279400" lvl="4" marL="22860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indent="-279400" lvl="5" marL="27432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indent="-279400" lvl="6" marL="3200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indent="-279400" lvl="7" marL="3657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indent="-279400" lvl="8" marL="41148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p:txBody>
      </p:sp>
      <p:sp>
        <p:nvSpPr>
          <p:cNvPr id="128" name="Google Shape;128;p16"/>
          <p:cNvSpPr/>
          <p:nvPr/>
        </p:nvSpPr>
        <p:spPr>
          <a:xfrm>
            <a:off x="6809625" y="4939025"/>
            <a:ext cx="2335200" cy="204600"/>
          </a:xfrm>
          <a:prstGeom prst="rect">
            <a:avLst/>
          </a:prstGeom>
          <a:noFill/>
          <a:ln>
            <a:noFill/>
          </a:ln>
        </p:spPr>
        <p:txBody>
          <a:bodyPr anchorCtr="0" anchor="ctr" bIns="45700" lIns="91425" spcFirstLastPara="1" rIns="310500" wrap="square" tIns="45700">
            <a:noAutofit/>
          </a:bodyPr>
          <a:lstStyle/>
          <a:p>
            <a:pPr indent="0" lvl="0" marL="0" marR="0" rtl="0" algn="r">
              <a:lnSpc>
                <a:spcPct val="100000"/>
              </a:lnSpc>
              <a:spcBef>
                <a:spcPts val="0"/>
              </a:spcBef>
              <a:spcAft>
                <a:spcPts val="0"/>
              </a:spcAft>
              <a:buClr>
                <a:srgbClr val="000000"/>
              </a:buClr>
              <a:buSzPts val="600"/>
              <a:buFont typeface="Century Gothic"/>
              <a:buNone/>
            </a:pPr>
            <a:r>
              <a:rPr i="0" lang="fr" sz="600" u="none" cap="none" strike="noStrike">
                <a:solidFill>
                  <a:srgbClr val="0E2356"/>
                </a:solidFill>
                <a:latin typeface="Outfit Light"/>
                <a:ea typeface="Outfit Light"/>
                <a:cs typeface="Outfit Light"/>
                <a:sym typeface="Outfit Light"/>
              </a:rPr>
              <a:t>OCTO Part of </a:t>
            </a:r>
            <a:r>
              <a:rPr lang="fr" sz="600">
                <a:solidFill>
                  <a:srgbClr val="0E2356"/>
                </a:solidFill>
                <a:latin typeface="Outfit Light"/>
                <a:ea typeface="Outfit Light"/>
                <a:cs typeface="Outfit Light"/>
                <a:sym typeface="Outfit Light"/>
              </a:rPr>
              <a:t>Accenture © 2023</a:t>
            </a:r>
            <a:r>
              <a:rPr i="0" lang="fr" sz="600" u="none" cap="none" strike="noStrike">
                <a:solidFill>
                  <a:srgbClr val="0E2356"/>
                </a:solidFill>
                <a:latin typeface="Outfit Light"/>
                <a:ea typeface="Outfit Light"/>
                <a:cs typeface="Outfit Light"/>
                <a:sym typeface="Outfit Light"/>
              </a:rPr>
              <a:t> - All rights reserved</a:t>
            </a:r>
            <a:endParaRPr i="0" sz="600" u="none" cap="none" strike="noStrike">
              <a:solidFill>
                <a:srgbClr val="0E2356"/>
              </a:solidFill>
              <a:latin typeface="Outfit Light"/>
              <a:ea typeface="Outfit Light"/>
              <a:cs typeface="Outfit Light"/>
              <a:sym typeface="Outfit Light"/>
            </a:endParaRPr>
          </a:p>
        </p:txBody>
      </p:sp>
      <p:sp>
        <p:nvSpPr>
          <p:cNvPr id="129" name="Google Shape;129;p16"/>
          <p:cNvSpPr txBox="1"/>
          <p:nvPr/>
        </p:nvSpPr>
        <p:spPr>
          <a:xfrm rot="-5400000">
            <a:off x="-803450" y="2464050"/>
            <a:ext cx="1815300" cy="21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700"/>
              <a:buFont typeface="Century Gothic"/>
              <a:buNone/>
            </a:pPr>
            <a:r>
              <a:rPr lang="fr" sz="700">
                <a:solidFill>
                  <a:srgbClr val="0E2356"/>
                </a:solidFill>
                <a:latin typeface="Outfit Light"/>
                <a:ea typeface="Outfit Light"/>
                <a:cs typeface="Outfit Light"/>
                <a:sym typeface="Outfit Light"/>
              </a:rPr>
              <a:t>There is a better way</a:t>
            </a:r>
            <a:endParaRPr sz="700">
              <a:solidFill>
                <a:srgbClr val="0E2356"/>
              </a:solidFill>
              <a:latin typeface="Outfit Light"/>
              <a:ea typeface="Outfit Light"/>
              <a:cs typeface="Outfit Light"/>
              <a:sym typeface="Outfit Light"/>
            </a:endParaRPr>
          </a:p>
        </p:txBody>
      </p:sp>
      <p:pic>
        <p:nvPicPr>
          <p:cNvPr id="130" name="Google Shape;130;p16"/>
          <p:cNvPicPr preferRelativeResize="0"/>
          <p:nvPr/>
        </p:nvPicPr>
        <p:blipFill rotWithShape="1">
          <a:blip r:embed="rId2">
            <a:alphaModFix/>
          </a:blip>
          <a:srcRect b="0" l="0" r="0" t="0"/>
          <a:stretch/>
        </p:blipFill>
        <p:spPr>
          <a:xfrm>
            <a:off x="57149" y="52400"/>
            <a:ext cx="156325" cy="156600"/>
          </a:xfrm>
          <a:prstGeom prst="rect">
            <a:avLst/>
          </a:prstGeom>
          <a:noFill/>
          <a:ln>
            <a:noFill/>
          </a:ln>
        </p:spPr>
      </p:pic>
      <p:sp>
        <p:nvSpPr>
          <p:cNvPr id="131" name="Google Shape;131;p16"/>
          <p:cNvSpPr txBox="1"/>
          <p:nvPr>
            <p:ph idx="12" type="sldNum"/>
          </p:nvPr>
        </p:nvSpPr>
        <p:spPr>
          <a:xfrm>
            <a:off x="8469004" y="4635706"/>
            <a:ext cx="675000" cy="393600"/>
          </a:xfrm>
          <a:prstGeom prst="rect">
            <a:avLst/>
          </a:prstGeom>
        </p:spPr>
        <p:txBody>
          <a:bodyPr anchorCtr="0" anchor="b" bIns="172800" lIns="135000" spcFirstLastPara="1" rIns="310500" wrap="square" tIns="13500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rai-faux" showMasterSp="0">
  <p:cSld name="07 - Slide vide fond foncé_1_1">
    <p:bg>
      <p:bgPr>
        <a:noFill/>
      </p:bgPr>
    </p:bg>
    <p:spTree>
      <p:nvGrpSpPr>
        <p:cNvPr id="132" name="Shape 132"/>
        <p:cNvGrpSpPr/>
        <p:nvPr/>
      </p:nvGrpSpPr>
      <p:grpSpPr>
        <a:xfrm>
          <a:off x="0" y="0"/>
          <a:ext cx="0" cy="0"/>
          <a:chOff x="0" y="0"/>
          <a:chExt cx="0" cy="0"/>
        </a:xfrm>
      </p:grpSpPr>
      <p:sp>
        <p:nvSpPr>
          <p:cNvPr id="133" name="Google Shape;133;p17"/>
          <p:cNvSpPr txBox="1"/>
          <p:nvPr>
            <p:ph idx="1" type="body"/>
          </p:nvPr>
        </p:nvSpPr>
        <p:spPr>
          <a:xfrm>
            <a:off x="4572000" y="225"/>
            <a:ext cx="4572000" cy="5143500"/>
          </a:xfrm>
          <a:prstGeom prst="rect">
            <a:avLst/>
          </a:prstGeom>
          <a:solidFill>
            <a:schemeClr val="accent6"/>
          </a:solidFill>
          <a:ln>
            <a:noFill/>
          </a:ln>
        </p:spPr>
        <p:txBody>
          <a:bodyPr anchorCtr="0" anchor="t" bIns="310500" lIns="310500" spcFirstLastPara="1" rIns="310500" wrap="square" tIns="310500">
            <a:normAutofit/>
          </a:bodyPr>
          <a:lstStyle>
            <a:lvl1pPr indent="-374650" lvl="0" marL="457200" marR="0" rtl="0" algn="l">
              <a:lnSpc>
                <a:spcPct val="115000"/>
              </a:lnSpc>
              <a:spcBef>
                <a:spcPts val="0"/>
              </a:spcBef>
              <a:spcAft>
                <a:spcPts val="0"/>
              </a:spcAft>
              <a:buClr>
                <a:srgbClr val="FFFFFF"/>
              </a:buClr>
              <a:buSzPts val="2300"/>
              <a:buChar char="๏"/>
              <a:defRPr i="0" sz="2300" u="none" cap="none" strike="noStrike">
                <a:solidFill>
                  <a:srgbClr val="FFFFFF"/>
                </a:solidFill>
              </a:defRPr>
            </a:lvl1pPr>
            <a:lvl2pPr indent="-374650" lvl="1" marL="914400" marR="0" rtl="0" algn="l">
              <a:lnSpc>
                <a:spcPct val="115000"/>
              </a:lnSpc>
              <a:spcBef>
                <a:spcPts val="0"/>
              </a:spcBef>
              <a:spcAft>
                <a:spcPts val="0"/>
              </a:spcAft>
              <a:buClr>
                <a:srgbClr val="FFFFFF"/>
              </a:buClr>
              <a:buSzPts val="2300"/>
              <a:buChar char="&gt;"/>
              <a:defRPr i="0" sz="2300" u="none" cap="none" strike="noStrike">
                <a:solidFill>
                  <a:srgbClr val="FFFFFF"/>
                </a:solidFill>
              </a:defRPr>
            </a:lvl2pPr>
            <a:lvl3pPr indent="-374650" lvl="2" marL="1371600" marR="0" rtl="0" algn="l">
              <a:lnSpc>
                <a:spcPct val="115000"/>
              </a:lnSpc>
              <a:spcBef>
                <a:spcPts val="0"/>
              </a:spcBef>
              <a:spcAft>
                <a:spcPts val="0"/>
              </a:spcAft>
              <a:buClr>
                <a:srgbClr val="FFFFFF"/>
              </a:buClr>
              <a:buSzPts val="2300"/>
              <a:buChar char="+"/>
              <a:defRPr i="0" sz="2300" u="none" cap="none" strike="noStrike">
                <a:solidFill>
                  <a:srgbClr val="FFFFFF"/>
                </a:solidFill>
              </a:defRPr>
            </a:lvl3pPr>
            <a:lvl4pPr indent="-374650" lvl="3" marL="1828800" marR="0" rtl="0" algn="l">
              <a:lnSpc>
                <a:spcPct val="115000"/>
              </a:lnSpc>
              <a:spcBef>
                <a:spcPts val="0"/>
              </a:spcBef>
              <a:spcAft>
                <a:spcPts val="0"/>
              </a:spcAft>
              <a:buClr>
                <a:srgbClr val="FFFFFF"/>
              </a:buClr>
              <a:buSzPts val="2300"/>
              <a:buChar char="o"/>
              <a:defRPr i="0" sz="2300" u="none" cap="none" strike="noStrike">
                <a:solidFill>
                  <a:srgbClr val="FFFFFF"/>
                </a:solidFill>
              </a:defRPr>
            </a:lvl4pPr>
            <a:lvl5pPr indent="-374650" lvl="4" marL="2286000" marR="0" rtl="0" algn="l">
              <a:lnSpc>
                <a:spcPct val="115000"/>
              </a:lnSpc>
              <a:spcBef>
                <a:spcPts val="0"/>
              </a:spcBef>
              <a:spcAft>
                <a:spcPts val="0"/>
              </a:spcAft>
              <a:buClr>
                <a:srgbClr val="FFFFFF"/>
              </a:buClr>
              <a:buSzPts val="2300"/>
              <a:buChar char="○"/>
              <a:defRPr i="0" sz="2300" u="none" cap="none" strike="noStrike">
                <a:solidFill>
                  <a:srgbClr val="FFFFFF"/>
                </a:solidFill>
              </a:defRPr>
            </a:lvl5pPr>
            <a:lvl6pPr indent="-374650" lvl="5" marL="2743200" marR="0" rtl="0" algn="l">
              <a:lnSpc>
                <a:spcPct val="115000"/>
              </a:lnSpc>
              <a:spcBef>
                <a:spcPts val="0"/>
              </a:spcBef>
              <a:spcAft>
                <a:spcPts val="0"/>
              </a:spcAft>
              <a:buClr>
                <a:srgbClr val="FFFFFF"/>
              </a:buClr>
              <a:buSzPts val="2300"/>
              <a:buChar char="○"/>
              <a:defRPr i="0" sz="2300" u="none" cap="none" strike="noStrike">
                <a:solidFill>
                  <a:srgbClr val="FFFFFF"/>
                </a:solidFill>
              </a:defRPr>
            </a:lvl6pPr>
            <a:lvl7pPr indent="-374650" lvl="6" marL="3200400" marR="0" rtl="0" algn="l">
              <a:lnSpc>
                <a:spcPct val="115000"/>
              </a:lnSpc>
              <a:spcBef>
                <a:spcPts val="0"/>
              </a:spcBef>
              <a:spcAft>
                <a:spcPts val="0"/>
              </a:spcAft>
              <a:buClr>
                <a:srgbClr val="FFFFFF"/>
              </a:buClr>
              <a:buSzPts val="2300"/>
              <a:buChar char="○"/>
              <a:defRPr i="0" sz="2300" u="none" cap="none" strike="noStrike">
                <a:solidFill>
                  <a:srgbClr val="FFFFFF"/>
                </a:solidFill>
              </a:defRPr>
            </a:lvl7pPr>
            <a:lvl8pPr indent="-374650" lvl="7" marL="3657600" marR="0" rtl="0" algn="l">
              <a:lnSpc>
                <a:spcPct val="115000"/>
              </a:lnSpc>
              <a:spcBef>
                <a:spcPts val="0"/>
              </a:spcBef>
              <a:spcAft>
                <a:spcPts val="0"/>
              </a:spcAft>
              <a:buClr>
                <a:srgbClr val="FFFFFF"/>
              </a:buClr>
              <a:buSzPts val="2300"/>
              <a:buChar char="○"/>
              <a:defRPr i="0" sz="2300" u="none" cap="none" strike="noStrike">
                <a:solidFill>
                  <a:srgbClr val="FFFFFF"/>
                </a:solidFill>
              </a:defRPr>
            </a:lvl8pPr>
            <a:lvl9pPr indent="-374650" lvl="8" marL="4114800" marR="0" rtl="0" algn="l">
              <a:lnSpc>
                <a:spcPct val="115000"/>
              </a:lnSpc>
              <a:spcBef>
                <a:spcPts val="0"/>
              </a:spcBef>
              <a:spcAft>
                <a:spcPts val="0"/>
              </a:spcAft>
              <a:buClr>
                <a:srgbClr val="FFFFFF"/>
              </a:buClr>
              <a:buSzPts val="2300"/>
              <a:buChar char="○"/>
              <a:defRPr i="0" sz="2300" u="none" cap="none" strike="noStrike">
                <a:solidFill>
                  <a:srgbClr val="FFFFFF"/>
                </a:solidFill>
              </a:defRPr>
            </a:lvl9pPr>
          </a:lstStyle>
          <a:p/>
        </p:txBody>
      </p:sp>
      <p:sp>
        <p:nvSpPr>
          <p:cNvPr id="134" name="Google Shape;134;p17"/>
          <p:cNvSpPr txBox="1"/>
          <p:nvPr>
            <p:ph type="title"/>
          </p:nvPr>
        </p:nvSpPr>
        <p:spPr>
          <a:xfrm>
            <a:off x="310518" y="1054106"/>
            <a:ext cx="4110900" cy="1727400"/>
          </a:xfrm>
          <a:prstGeom prst="rect">
            <a:avLst/>
          </a:prstGeom>
          <a:noFill/>
          <a:ln>
            <a:noFill/>
          </a:ln>
        </p:spPr>
        <p:txBody>
          <a:bodyPr anchorCtr="0" anchor="t" bIns="0" lIns="0" spcFirstLastPara="1" rIns="0" wrap="square" tIns="0">
            <a:spAutoFit/>
          </a:bodyPr>
          <a:lstStyle>
            <a:lvl1pPr lvl="0" marR="0" rtl="0" algn="l">
              <a:lnSpc>
                <a:spcPct val="115000"/>
              </a:lnSpc>
              <a:spcBef>
                <a:spcPts val="0"/>
              </a:spcBef>
              <a:spcAft>
                <a:spcPts val="0"/>
              </a:spcAft>
              <a:buClr>
                <a:schemeClr val="dk1"/>
              </a:buClr>
              <a:buSzPts val="2100"/>
              <a:buNone/>
              <a:defRPr b="0" i="0" sz="2100" u="none" cap="none" strike="noStrike">
                <a:solidFill>
                  <a:schemeClr val="dk1"/>
                </a:solidFill>
              </a:defRPr>
            </a:lvl1pPr>
            <a:lvl2pPr lvl="1" marR="0" rtl="0" algn="l">
              <a:lnSpc>
                <a:spcPct val="100000"/>
              </a:lnSpc>
              <a:spcBef>
                <a:spcPts val="0"/>
              </a:spcBef>
              <a:spcAft>
                <a:spcPts val="0"/>
              </a:spcAft>
              <a:buClr>
                <a:schemeClr val="dk1"/>
              </a:buClr>
              <a:buSzPts val="1400"/>
              <a:buNone/>
              <a:defRPr/>
            </a:lvl2pPr>
            <a:lvl3pPr lvl="2" marR="0" rtl="0" algn="l">
              <a:lnSpc>
                <a:spcPct val="100000"/>
              </a:lnSpc>
              <a:spcBef>
                <a:spcPts val="0"/>
              </a:spcBef>
              <a:spcAft>
                <a:spcPts val="0"/>
              </a:spcAft>
              <a:buClr>
                <a:schemeClr val="dk1"/>
              </a:buClr>
              <a:buSzPts val="1400"/>
              <a:buNone/>
              <a:defRPr/>
            </a:lvl3pPr>
            <a:lvl4pPr lvl="3" marR="0" rtl="0" algn="l">
              <a:lnSpc>
                <a:spcPct val="100000"/>
              </a:lnSpc>
              <a:spcBef>
                <a:spcPts val="0"/>
              </a:spcBef>
              <a:spcAft>
                <a:spcPts val="0"/>
              </a:spcAft>
              <a:buClr>
                <a:schemeClr val="dk1"/>
              </a:buClr>
              <a:buSzPts val="1400"/>
              <a:buNone/>
              <a:defRPr/>
            </a:lvl4pPr>
            <a:lvl5pPr lvl="4" marR="0" rtl="0" algn="l">
              <a:lnSpc>
                <a:spcPct val="100000"/>
              </a:lnSpc>
              <a:spcBef>
                <a:spcPts val="0"/>
              </a:spcBef>
              <a:spcAft>
                <a:spcPts val="0"/>
              </a:spcAft>
              <a:buClr>
                <a:schemeClr val="dk1"/>
              </a:buClr>
              <a:buSzPts val="1400"/>
              <a:buNone/>
              <a:defRPr/>
            </a:lvl5pPr>
            <a:lvl6pPr lvl="5" marR="0" rtl="0" algn="l">
              <a:lnSpc>
                <a:spcPct val="100000"/>
              </a:lnSpc>
              <a:spcBef>
                <a:spcPts val="0"/>
              </a:spcBef>
              <a:spcAft>
                <a:spcPts val="0"/>
              </a:spcAft>
              <a:buClr>
                <a:schemeClr val="dk1"/>
              </a:buClr>
              <a:buSzPts val="1400"/>
              <a:buNone/>
              <a:defRPr/>
            </a:lvl6pPr>
            <a:lvl7pPr lvl="6" marR="0" rtl="0" algn="l">
              <a:lnSpc>
                <a:spcPct val="100000"/>
              </a:lnSpc>
              <a:spcBef>
                <a:spcPts val="0"/>
              </a:spcBef>
              <a:spcAft>
                <a:spcPts val="0"/>
              </a:spcAft>
              <a:buClr>
                <a:schemeClr val="dk1"/>
              </a:buClr>
              <a:buSzPts val="1400"/>
              <a:buNone/>
              <a:defRPr/>
            </a:lvl7pPr>
            <a:lvl8pPr lvl="7" marR="0" rtl="0" algn="l">
              <a:lnSpc>
                <a:spcPct val="100000"/>
              </a:lnSpc>
              <a:spcBef>
                <a:spcPts val="0"/>
              </a:spcBef>
              <a:spcAft>
                <a:spcPts val="0"/>
              </a:spcAft>
              <a:buClr>
                <a:schemeClr val="dk1"/>
              </a:buClr>
              <a:buSzPts val="1400"/>
              <a:buNone/>
              <a:defRPr/>
            </a:lvl8pPr>
            <a:lvl9pPr lvl="8" marR="0" rtl="0" algn="l">
              <a:lnSpc>
                <a:spcPct val="100000"/>
              </a:lnSpc>
              <a:spcBef>
                <a:spcPts val="0"/>
              </a:spcBef>
              <a:spcAft>
                <a:spcPts val="0"/>
              </a:spcAft>
              <a:buClr>
                <a:schemeClr val="dk1"/>
              </a:buClr>
              <a:buSzPts val="1400"/>
              <a:buNone/>
              <a:defRPr/>
            </a:lvl9pPr>
          </a:lstStyle>
          <a:p/>
        </p:txBody>
      </p:sp>
      <p:sp>
        <p:nvSpPr>
          <p:cNvPr id="135" name="Google Shape;135;p17"/>
          <p:cNvSpPr txBox="1"/>
          <p:nvPr/>
        </p:nvSpPr>
        <p:spPr>
          <a:xfrm>
            <a:off x="310500" y="310500"/>
            <a:ext cx="4110900" cy="323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fr" sz="2100">
                <a:solidFill>
                  <a:schemeClr val="accent6"/>
                </a:solidFill>
                <a:latin typeface="Outfit"/>
                <a:ea typeface="Outfit"/>
                <a:cs typeface="Outfit"/>
                <a:sym typeface="Outfit"/>
              </a:rPr>
              <a:t>Vrai ou faux ?</a:t>
            </a:r>
            <a:endParaRPr b="1" sz="2100">
              <a:solidFill>
                <a:schemeClr val="accent6"/>
              </a:solidFill>
              <a:latin typeface="Outfit"/>
              <a:ea typeface="Outfit"/>
              <a:cs typeface="Outfit"/>
              <a:sym typeface="Outfit"/>
            </a:endParaRPr>
          </a:p>
        </p:txBody>
      </p:sp>
      <p:pic>
        <p:nvPicPr>
          <p:cNvPr id="136" name="Google Shape;136;p17"/>
          <p:cNvPicPr preferRelativeResize="0"/>
          <p:nvPr/>
        </p:nvPicPr>
        <p:blipFill>
          <a:blip r:embed="rId2">
            <a:alphaModFix amt="5000"/>
          </a:blip>
          <a:stretch>
            <a:fillRect/>
          </a:stretch>
        </p:blipFill>
        <p:spPr>
          <a:xfrm>
            <a:off x="156908" y="2979720"/>
            <a:ext cx="1933012" cy="2007825"/>
          </a:xfrm>
          <a:prstGeom prst="rect">
            <a:avLst/>
          </a:prstGeom>
          <a:noFill/>
          <a:ln>
            <a:noFill/>
          </a:ln>
        </p:spPr>
      </p:pic>
      <p:sp>
        <p:nvSpPr>
          <p:cNvPr id="137" name="Google Shape;137;p17"/>
          <p:cNvSpPr txBox="1"/>
          <p:nvPr>
            <p:ph idx="12" type="sldNum"/>
          </p:nvPr>
        </p:nvSpPr>
        <p:spPr>
          <a:xfrm>
            <a:off x="8469000" y="4833225"/>
            <a:ext cx="675000" cy="310500"/>
          </a:xfrm>
          <a:prstGeom prst="rect">
            <a:avLst/>
          </a:prstGeom>
        </p:spPr>
        <p:txBody>
          <a:bodyPr anchorCtr="0" anchor="b" bIns="172800" lIns="0" spcFirstLastPara="1" rIns="310500" wrap="square" tIns="0">
            <a:noAutofit/>
          </a:bodyPr>
          <a:lstStyle>
            <a:lvl1pPr lvl="0" rtl="0">
              <a:buNone/>
              <a:defRPr b="1" sz="800">
                <a:solidFill>
                  <a:srgbClr val="FFFFFF"/>
                </a:solidFill>
                <a:latin typeface="Outfit"/>
                <a:ea typeface="Outfit"/>
                <a:cs typeface="Outfit"/>
                <a:sym typeface="Outfit"/>
              </a:defRPr>
            </a:lvl1pPr>
            <a:lvl2pPr lvl="1" rtl="0">
              <a:buNone/>
              <a:defRPr b="1" sz="800">
                <a:solidFill>
                  <a:srgbClr val="FFFFFF"/>
                </a:solidFill>
                <a:latin typeface="Outfit"/>
                <a:ea typeface="Outfit"/>
                <a:cs typeface="Outfit"/>
                <a:sym typeface="Outfit"/>
              </a:defRPr>
            </a:lvl2pPr>
            <a:lvl3pPr lvl="2" rtl="0">
              <a:buNone/>
              <a:defRPr b="1" sz="800">
                <a:solidFill>
                  <a:srgbClr val="FFFFFF"/>
                </a:solidFill>
                <a:latin typeface="Outfit"/>
                <a:ea typeface="Outfit"/>
                <a:cs typeface="Outfit"/>
                <a:sym typeface="Outfit"/>
              </a:defRPr>
            </a:lvl3pPr>
            <a:lvl4pPr lvl="3" rtl="0">
              <a:buNone/>
              <a:defRPr b="1" sz="800">
                <a:solidFill>
                  <a:srgbClr val="FFFFFF"/>
                </a:solidFill>
                <a:latin typeface="Outfit"/>
                <a:ea typeface="Outfit"/>
                <a:cs typeface="Outfit"/>
                <a:sym typeface="Outfit"/>
              </a:defRPr>
            </a:lvl4pPr>
            <a:lvl5pPr lvl="4" rtl="0">
              <a:buNone/>
              <a:defRPr b="1" sz="800">
                <a:solidFill>
                  <a:srgbClr val="FFFFFF"/>
                </a:solidFill>
                <a:latin typeface="Outfit"/>
                <a:ea typeface="Outfit"/>
                <a:cs typeface="Outfit"/>
                <a:sym typeface="Outfit"/>
              </a:defRPr>
            </a:lvl5pPr>
            <a:lvl6pPr lvl="5" rtl="0">
              <a:buNone/>
              <a:defRPr b="1" sz="800">
                <a:solidFill>
                  <a:srgbClr val="FFFFFF"/>
                </a:solidFill>
                <a:latin typeface="Outfit"/>
                <a:ea typeface="Outfit"/>
                <a:cs typeface="Outfit"/>
                <a:sym typeface="Outfit"/>
              </a:defRPr>
            </a:lvl6pPr>
            <a:lvl7pPr lvl="6" rtl="0">
              <a:buNone/>
              <a:defRPr b="1" sz="800">
                <a:solidFill>
                  <a:srgbClr val="FFFFFF"/>
                </a:solidFill>
                <a:latin typeface="Outfit"/>
                <a:ea typeface="Outfit"/>
                <a:cs typeface="Outfit"/>
                <a:sym typeface="Outfit"/>
              </a:defRPr>
            </a:lvl7pPr>
            <a:lvl8pPr lvl="7" rtl="0">
              <a:buNone/>
              <a:defRPr b="1" sz="800">
                <a:solidFill>
                  <a:srgbClr val="FFFFFF"/>
                </a:solidFill>
                <a:latin typeface="Outfit"/>
                <a:ea typeface="Outfit"/>
                <a:cs typeface="Outfit"/>
                <a:sym typeface="Outfit"/>
              </a:defRPr>
            </a:lvl8pPr>
            <a:lvl9pPr lvl="8" rtl="0">
              <a:buNone/>
              <a:defRPr b="1" sz="800">
                <a:solidFill>
                  <a:srgbClr val="FFFFFF"/>
                </a:solidFill>
                <a:latin typeface="Outfit"/>
                <a:ea typeface="Outfit"/>
                <a:cs typeface="Outfit"/>
                <a:sym typeface="Outfit"/>
              </a:defRPr>
            </a:lvl9pPr>
          </a:lstStyle>
          <a:p>
            <a:pPr indent="0" lvl="0" marL="0" rtl="0" algn="r">
              <a:spcBef>
                <a:spcPts val="0"/>
              </a:spcBef>
              <a:spcAft>
                <a:spcPts val="0"/>
              </a:spcAft>
              <a:buNone/>
            </a:pPr>
            <a:fld id="{00000000-1234-1234-1234-123412341234}" type="slidenum">
              <a:rPr lang="fr"/>
              <a:t>‹#›</a:t>
            </a:fld>
            <a:endParaRPr/>
          </a:p>
        </p:txBody>
      </p:sp>
      <p:sp>
        <p:nvSpPr>
          <p:cNvPr id="138" name="Google Shape;138;p17"/>
          <p:cNvSpPr txBox="1"/>
          <p:nvPr>
            <p:ph idx="2" type="body"/>
          </p:nvPr>
        </p:nvSpPr>
        <p:spPr>
          <a:xfrm>
            <a:off x="310500" y="4750013"/>
            <a:ext cx="4110900" cy="393600"/>
          </a:xfrm>
          <a:prstGeom prst="rect">
            <a:avLst/>
          </a:prstGeom>
        </p:spPr>
        <p:txBody>
          <a:bodyPr anchorCtr="0" anchor="b" bIns="172800" lIns="0" spcFirstLastPara="1" rIns="0" wrap="square" tIns="0">
            <a:noAutofit/>
          </a:bodyPr>
          <a:lstStyle>
            <a:lvl1pPr indent="-279400" lvl="0" marL="4572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indent="-279400" lvl="1" marL="914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indent="-279400" lvl="2" marL="1371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indent="-279400" lvl="3" marL="18288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indent="-279400" lvl="4" marL="22860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indent="-279400" lvl="5" marL="27432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indent="-279400" lvl="6" marL="3200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indent="-279400" lvl="7" marL="3657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indent="-279400" lvl="8" marL="41148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showMasterSp="0">
  <p:cSld name="07 - Slide vide fond foncé_1_1_1">
    <p:bg>
      <p:bgPr>
        <a:noFill/>
      </p:bgPr>
    </p:bg>
    <p:spTree>
      <p:nvGrpSpPr>
        <p:cNvPr id="139" name="Shape 139"/>
        <p:cNvGrpSpPr/>
        <p:nvPr/>
      </p:nvGrpSpPr>
      <p:grpSpPr>
        <a:xfrm>
          <a:off x="0" y="0"/>
          <a:ext cx="0" cy="0"/>
          <a:chOff x="0" y="0"/>
          <a:chExt cx="0" cy="0"/>
        </a:xfrm>
      </p:grpSpPr>
      <p:pic>
        <p:nvPicPr>
          <p:cNvPr id="140" name="Google Shape;140;p18"/>
          <p:cNvPicPr preferRelativeResize="0"/>
          <p:nvPr/>
        </p:nvPicPr>
        <p:blipFill>
          <a:blip r:embed="rId2">
            <a:alphaModFix amt="5000"/>
          </a:blip>
          <a:stretch>
            <a:fillRect/>
          </a:stretch>
        </p:blipFill>
        <p:spPr>
          <a:xfrm>
            <a:off x="156908" y="2979720"/>
            <a:ext cx="1933012" cy="2007825"/>
          </a:xfrm>
          <a:prstGeom prst="rect">
            <a:avLst/>
          </a:prstGeom>
          <a:noFill/>
          <a:ln>
            <a:noFill/>
          </a:ln>
        </p:spPr>
      </p:pic>
      <p:sp>
        <p:nvSpPr>
          <p:cNvPr id="141" name="Google Shape;141;p18"/>
          <p:cNvSpPr txBox="1"/>
          <p:nvPr>
            <p:ph type="title"/>
          </p:nvPr>
        </p:nvSpPr>
        <p:spPr>
          <a:xfrm>
            <a:off x="310518" y="1054106"/>
            <a:ext cx="4110900" cy="1727400"/>
          </a:xfrm>
          <a:prstGeom prst="rect">
            <a:avLst/>
          </a:prstGeom>
          <a:noFill/>
          <a:ln>
            <a:noFill/>
          </a:ln>
        </p:spPr>
        <p:txBody>
          <a:bodyPr anchorCtr="0" anchor="t" bIns="0" lIns="0" spcFirstLastPara="1" rIns="0" wrap="square" tIns="0">
            <a:spAutoFit/>
          </a:bodyPr>
          <a:lstStyle>
            <a:lvl1pPr lvl="0" marR="0" rtl="0" algn="l">
              <a:lnSpc>
                <a:spcPct val="115000"/>
              </a:lnSpc>
              <a:spcBef>
                <a:spcPts val="0"/>
              </a:spcBef>
              <a:spcAft>
                <a:spcPts val="0"/>
              </a:spcAft>
              <a:buClr>
                <a:schemeClr val="accent6"/>
              </a:buClr>
              <a:buSzPts val="2100"/>
              <a:buNone/>
              <a:defRPr b="0" i="0" sz="2100" u="none" cap="none" strike="noStrike">
                <a:solidFill>
                  <a:schemeClr val="dk1"/>
                </a:solidFill>
              </a:defRPr>
            </a:lvl1pPr>
            <a:lvl2pPr lvl="1" marR="0" rtl="0" algn="l">
              <a:lnSpc>
                <a:spcPct val="100000"/>
              </a:lnSpc>
              <a:spcBef>
                <a:spcPts val="0"/>
              </a:spcBef>
              <a:spcAft>
                <a:spcPts val="0"/>
              </a:spcAft>
              <a:buClr>
                <a:schemeClr val="dk1"/>
              </a:buClr>
              <a:buSzPts val="1400"/>
              <a:buNone/>
              <a:defRPr/>
            </a:lvl2pPr>
            <a:lvl3pPr lvl="2" marR="0" rtl="0" algn="l">
              <a:lnSpc>
                <a:spcPct val="100000"/>
              </a:lnSpc>
              <a:spcBef>
                <a:spcPts val="0"/>
              </a:spcBef>
              <a:spcAft>
                <a:spcPts val="0"/>
              </a:spcAft>
              <a:buClr>
                <a:schemeClr val="dk1"/>
              </a:buClr>
              <a:buSzPts val="1400"/>
              <a:buNone/>
              <a:defRPr/>
            </a:lvl3pPr>
            <a:lvl4pPr lvl="3" marR="0" rtl="0" algn="l">
              <a:lnSpc>
                <a:spcPct val="100000"/>
              </a:lnSpc>
              <a:spcBef>
                <a:spcPts val="0"/>
              </a:spcBef>
              <a:spcAft>
                <a:spcPts val="0"/>
              </a:spcAft>
              <a:buClr>
                <a:schemeClr val="dk1"/>
              </a:buClr>
              <a:buSzPts val="1400"/>
              <a:buNone/>
              <a:defRPr/>
            </a:lvl4pPr>
            <a:lvl5pPr lvl="4" marR="0" rtl="0" algn="l">
              <a:lnSpc>
                <a:spcPct val="100000"/>
              </a:lnSpc>
              <a:spcBef>
                <a:spcPts val="0"/>
              </a:spcBef>
              <a:spcAft>
                <a:spcPts val="0"/>
              </a:spcAft>
              <a:buClr>
                <a:schemeClr val="dk1"/>
              </a:buClr>
              <a:buSzPts val="1400"/>
              <a:buNone/>
              <a:defRPr/>
            </a:lvl5pPr>
            <a:lvl6pPr lvl="5" marR="0" rtl="0" algn="l">
              <a:lnSpc>
                <a:spcPct val="100000"/>
              </a:lnSpc>
              <a:spcBef>
                <a:spcPts val="0"/>
              </a:spcBef>
              <a:spcAft>
                <a:spcPts val="0"/>
              </a:spcAft>
              <a:buClr>
                <a:schemeClr val="dk1"/>
              </a:buClr>
              <a:buSzPts val="1400"/>
              <a:buNone/>
              <a:defRPr/>
            </a:lvl6pPr>
            <a:lvl7pPr lvl="6" marR="0" rtl="0" algn="l">
              <a:lnSpc>
                <a:spcPct val="100000"/>
              </a:lnSpc>
              <a:spcBef>
                <a:spcPts val="0"/>
              </a:spcBef>
              <a:spcAft>
                <a:spcPts val="0"/>
              </a:spcAft>
              <a:buClr>
                <a:schemeClr val="dk1"/>
              </a:buClr>
              <a:buSzPts val="1400"/>
              <a:buNone/>
              <a:defRPr/>
            </a:lvl7pPr>
            <a:lvl8pPr lvl="7" marR="0" rtl="0" algn="l">
              <a:lnSpc>
                <a:spcPct val="100000"/>
              </a:lnSpc>
              <a:spcBef>
                <a:spcPts val="0"/>
              </a:spcBef>
              <a:spcAft>
                <a:spcPts val="0"/>
              </a:spcAft>
              <a:buClr>
                <a:schemeClr val="dk1"/>
              </a:buClr>
              <a:buSzPts val="1400"/>
              <a:buNone/>
              <a:defRPr/>
            </a:lvl8pPr>
            <a:lvl9pPr lvl="8" marR="0" rtl="0" algn="l">
              <a:lnSpc>
                <a:spcPct val="100000"/>
              </a:lnSpc>
              <a:spcBef>
                <a:spcPts val="0"/>
              </a:spcBef>
              <a:spcAft>
                <a:spcPts val="0"/>
              </a:spcAft>
              <a:buClr>
                <a:schemeClr val="dk1"/>
              </a:buClr>
              <a:buSzPts val="1400"/>
              <a:buNone/>
              <a:defRPr/>
            </a:lvl9pPr>
          </a:lstStyle>
          <a:p/>
        </p:txBody>
      </p:sp>
      <p:sp>
        <p:nvSpPr>
          <p:cNvPr id="142" name="Google Shape;142;p18"/>
          <p:cNvSpPr txBox="1"/>
          <p:nvPr>
            <p:ph idx="1" type="body"/>
          </p:nvPr>
        </p:nvSpPr>
        <p:spPr>
          <a:xfrm>
            <a:off x="4572000" y="225"/>
            <a:ext cx="4572000" cy="5143500"/>
          </a:xfrm>
          <a:prstGeom prst="rect">
            <a:avLst/>
          </a:prstGeom>
          <a:solidFill>
            <a:srgbClr val="FF00FF"/>
          </a:solidFill>
          <a:ln>
            <a:noFill/>
          </a:ln>
        </p:spPr>
        <p:txBody>
          <a:bodyPr anchorCtr="0" anchor="t" bIns="310500" lIns="310500" spcFirstLastPara="1" rIns="310500" wrap="square" tIns="310500">
            <a:normAutofit/>
          </a:bodyPr>
          <a:lstStyle>
            <a:lvl1pPr indent="-374650" lvl="0" marL="457200" marR="0" rtl="0" algn="l">
              <a:lnSpc>
                <a:spcPct val="115000"/>
              </a:lnSpc>
              <a:spcBef>
                <a:spcPts val="0"/>
              </a:spcBef>
              <a:spcAft>
                <a:spcPts val="0"/>
              </a:spcAft>
              <a:buClr>
                <a:srgbClr val="FFFFFF"/>
              </a:buClr>
              <a:buSzPts val="2300"/>
              <a:buChar char="๏"/>
              <a:defRPr i="0" sz="2300" u="none" cap="none" strike="noStrike">
                <a:solidFill>
                  <a:srgbClr val="FFFFFF"/>
                </a:solidFill>
              </a:defRPr>
            </a:lvl1pPr>
            <a:lvl2pPr indent="-374650" lvl="1" marL="914400" marR="0" rtl="0" algn="l">
              <a:lnSpc>
                <a:spcPct val="115000"/>
              </a:lnSpc>
              <a:spcBef>
                <a:spcPts val="800"/>
              </a:spcBef>
              <a:spcAft>
                <a:spcPts val="0"/>
              </a:spcAft>
              <a:buClr>
                <a:srgbClr val="FFFFFF"/>
              </a:buClr>
              <a:buSzPts val="2300"/>
              <a:buChar char="&gt;"/>
              <a:defRPr i="0" sz="2300" u="none" cap="none" strike="noStrike">
                <a:solidFill>
                  <a:srgbClr val="FFFFFF"/>
                </a:solidFill>
              </a:defRPr>
            </a:lvl2pPr>
            <a:lvl3pPr indent="-374650" lvl="2" marL="1371600" marR="0" rtl="0" algn="l">
              <a:lnSpc>
                <a:spcPct val="115000"/>
              </a:lnSpc>
              <a:spcBef>
                <a:spcPts val="800"/>
              </a:spcBef>
              <a:spcAft>
                <a:spcPts val="0"/>
              </a:spcAft>
              <a:buClr>
                <a:srgbClr val="FFFFFF"/>
              </a:buClr>
              <a:buSzPts val="2300"/>
              <a:buChar char="+"/>
              <a:defRPr i="0" sz="2300" u="none" cap="none" strike="noStrike">
                <a:solidFill>
                  <a:srgbClr val="FFFFFF"/>
                </a:solidFill>
              </a:defRPr>
            </a:lvl3pPr>
            <a:lvl4pPr indent="-374650" lvl="3" marL="1828800" marR="0" rtl="0" algn="l">
              <a:lnSpc>
                <a:spcPct val="115000"/>
              </a:lnSpc>
              <a:spcBef>
                <a:spcPts val="800"/>
              </a:spcBef>
              <a:spcAft>
                <a:spcPts val="0"/>
              </a:spcAft>
              <a:buClr>
                <a:srgbClr val="FFFFFF"/>
              </a:buClr>
              <a:buSzPts val="2300"/>
              <a:buChar char="o"/>
              <a:defRPr i="0" sz="2300" u="none" cap="none" strike="noStrike">
                <a:solidFill>
                  <a:srgbClr val="FFFFFF"/>
                </a:solidFill>
              </a:defRPr>
            </a:lvl4pPr>
            <a:lvl5pPr indent="-374650" lvl="4" marL="2286000" marR="0" rtl="0" algn="l">
              <a:lnSpc>
                <a:spcPct val="115000"/>
              </a:lnSpc>
              <a:spcBef>
                <a:spcPts val="800"/>
              </a:spcBef>
              <a:spcAft>
                <a:spcPts val="0"/>
              </a:spcAft>
              <a:buClr>
                <a:srgbClr val="FFFFFF"/>
              </a:buClr>
              <a:buSzPts val="2300"/>
              <a:buChar char="○"/>
              <a:defRPr i="0" sz="2300" u="none" cap="none" strike="noStrike">
                <a:solidFill>
                  <a:srgbClr val="FFFFFF"/>
                </a:solidFill>
              </a:defRPr>
            </a:lvl5pPr>
            <a:lvl6pPr indent="-374650" lvl="5" marL="2743200" marR="0" rtl="0" algn="l">
              <a:lnSpc>
                <a:spcPct val="115000"/>
              </a:lnSpc>
              <a:spcBef>
                <a:spcPts val="800"/>
              </a:spcBef>
              <a:spcAft>
                <a:spcPts val="0"/>
              </a:spcAft>
              <a:buClr>
                <a:srgbClr val="FFFFFF"/>
              </a:buClr>
              <a:buSzPts val="2300"/>
              <a:buChar char="○"/>
              <a:defRPr i="0" sz="2300" u="none" cap="none" strike="noStrike">
                <a:solidFill>
                  <a:srgbClr val="FFFFFF"/>
                </a:solidFill>
              </a:defRPr>
            </a:lvl6pPr>
            <a:lvl7pPr indent="-374650" lvl="6" marL="3200400" marR="0" rtl="0" algn="l">
              <a:lnSpc>
                <a:spcPct val="115000"/>
              </a:lnSpc>
              <a:spcBef>
                <a:spcPts val="800"/>
              </a:spcBef>
              <a:spcAft>
                <a:spcPts val="0"/>
              </a:spcAft>
              <a:buClr>
                <a:srgbClr val="FFFFFF"/>
              </a:buClr>
              <a:buSzPts val="2300"/>
              <a:buChar char="○"/>
              <a:defRPr i="0" sz="2300" u="none" cap="none" strike="noStrike">
                <a:solidFill>
                  <a:srgbClr val="FFFFFF"/>
                </a:solidFill>
              </a:defRPr>
            </a:lvl7pPr>
            <a:lvl8pPr indent="-374650" lvl="7" marL="3657600" marR="0" rtl="0" algn="l">
              <a:lnSpc>
                <a:spcPct val="115000"/>
              </a:lnSpc>
              <a:spcBef>
                <a:spcPts val="800"/>
              </a:spcBef>
              <a:spcAft>
                <a:spcPts val="0"/>
              </a:spcAft>
              <a:buClr>
                <a:srgbClr val="FFFFFF"/>
              </a:buClr>
              <a:buSzPts val="2300"/>
              <a:buChar char="○"/>
              <a:defRPr i="0" sz="2300" u="none" cap="none" strike="noStrike">
                <a:solidFill>
                  <a:srgbClr val="FFFFFF"/>
                </a:solidFill>
              </a:defRPr>
            </a:lvl8pPr>
            <a:lvl9pPr indent="-374650" lvl="8" marL="4114800" marR="0" rtl="0" algn="l">
              <a:lnSpc>
                <a:spcPct val="115000"/>
              </a:lnSpc>
              <a:spcBef>
                <a:spcPts val="800"/>
              </a:spcBef>
              <a:spcAft>
                <a:spcPts val="800"/>
              </a:spcAft>
              <a:buClr>
                <a:srgbClr val="FFFFFF"/>
              </a:buClr>
              <a:buSzPts val="2300"/>
              <a:buChar char="○"/>
              <a:defRPr i="0" sz="2300" u="none" cap="none" strike="noStrike">
                <a:solidFill>
                  <a:srgbClr val="FFFFFF"/>
                </a:solidFill>
              </a:defRPr>
            </a:lvl9pPr>
          </a:lstStyle>
          <a:p/>
        </p:txBody>
      </p:sp>
      <p:sp>
        <p:nvSpPr>
          <p:cNvPr id="143" name="Google Shape;143;p18"/>
          <p:cNvSpPr txBox="1"/>
          <p:nvPr/>
        </p:nvSpPr>
        <p:spPr>
          <a:xfrm>
            <a:off x="310500" y="310500"/>
            <a:ext cx="4110900" cy="323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fr" sz="2100">
                <a:solidFill>
                  <a:schemeClr val="accent6"/>
                </a:solidFill>
                <a:latin typeface="Outfit"/>
                <a:ea typeface="Outfit"/>
                <a:cs typeface="Outfit"/>
                <a:sym typeface="Outfit"/>
              </a:rPr>
              <a:t>Quiz</a:t>
            </a:r>
            <a:endParaRPr b="1" sz="2100">
              <a:solidFill>
                <a:schemeClr val="accent6"/>
              </a:solidFill>
              <a:latin typeface="Outfit"/>
              <a:ea typeface="Outfit"/>
              <a:cs typeface="Outfit"/>
              <a:sym typeface="Outfit"/>
            </a:endParaRPr>
          </a:p>
        </p:txBody>
      </p:sp>
      <p:sp>
        <p:nvSpPr>
          <p:cNvPr id="144" name="Google Shape;144;p18"/>
          <p:cNvSpPr txBox="1"/>
          <p:nvPr>
            <p:ph idx="12" type="sldNum"/>
          </p:nvPr>
        </p:nvSpPr>
        <p:spPr>
          <a:xfrm>
            <a:off x="8469000" y="4833225"/>
            <a:ext cx="675000" cy="310500"/>
          </a:xfrm>
          <a:prstGeom prst="rect">
            <a:avLst/>
          </a:prstGeom>
        </p:spPr>
        <p:txBody>
          <a:bodyPr anchorCtr="0" anchor="b" bIns="172800" lIns="0" spcFirstLastPara="1" rIns="310500" wrap="square" tIns="0">
            <a:noAutofit/>
          </a:bodyPr>
          <a:lstStyle>
            <a:lvl1pPr lvl="0" rtl="0">
              <a:buNone/>
              <a:defRPr b="1" sz="800">
                <a:solidFill>
                  <a:srgbClr val="FFFFFF"/>
                </a:solidFill>
                <a:latin typeface="Outfit"/>
                <a:ea typeface="Outfit"/>
                <a:cs typeface="Outfit"/>
                <a:sym typeface="Outfit"/>
              </a:defRPr>
            </a:lvl1pPr>
            <a:lvl2pPr lvl="1" rtl="0">
              <a:buNone/>
              <a:defRPr b="1" sz="800">
                <a:solidFill>
                  <a:srgbClr val="FFFFFF"/>
                </a:solidFill>
                <a:latin typeface="Outfit"/>
                <a:ea typeface="Outfit"/>
                <a:cs typeface="Outfit"/>
                <a:sym typeface="Outfit"/>
              </a:defRPr>
            </a:lvl2pPr>
            <a:lvl3pPr lvl="2" rtl="0">
              <a:buNone/>
              <a:defRPr b="1" sz="800">
                <a:solidFill>
                  <a:srgbClr val="FFFFFF"/>
                </a:solidFill>
                <a:latin typeface="Outfit"/>
                <a:ea typeface="Outfit"/>
                <a:cs typeface="Outfit"/>
                <a:sym typeface="Outfit"/>
              </a:defRPr>
            </a:lvl3pPr>
            <a:lvl4pPr lvl="3" rtl="0">
              <a:buNone/>
              <a:defRPr b="1" sz="800">
                <a:solidFill>
                  <a:srgbClr val="FFFFFF"/>
                </a:solidFill>
                <a:latin typeface="Outfit"/>
                <a:ea typeface="Outfit"/>
                <a:cs typeface="Outfit"/>
                <a:sym typeface="Outfit"/>
              </a:defRPr>
            </a:lvl4pPr>
            <a:lvl5pPr lvl="4" rtl="0">
              <a:buNone/>
              <a:defRPr b="1" sz="800">
                <a:solidFill>
                  <a:srgbClr val="FFFFFF"/>
                </a:solidFill>
                <a:latin typeface="Outfit"/>
                <a:ea typeface="Outfit"/>
                <a:cs typeface="Outfit"/>
                <a:sym typeface="Outfit"/>
              </a:defRPr>
            </a:lvl5pPr>
            <a:lvl6pPr lvl="5" rtl="0">
              <a:buNone/>
              <a:defRPr b="1" sz="800">
                <a:solidFill>
                  <a:srgbClr val="FFFFFF"/>
                </a:solidFill>
                <a:latin typeface="Outfit"/>
                <a:ea typeface="Outfit"/>
                <a:cs typeface="Outfit"/>
                <a:sym typeface="Outfit"/>
              </a:defRPr>
            </a:lvl6pPr>
            <a:lvl7pPr lvl="6" rtl="0">
              <a:buNone/>
              <a:defRPr b="1" sz="800">
                <a:solidFill>
                  <a:srgbClr val="FFFFFF"/>
                </a:solidFill>
                <a:latin typeface="Outfit"/>
                <a:ea typeface="Outfit"/>
                <a:cs typeface="Outfit"/>
                <a:sym typeface="Outfit"/>
              </a:defRPr>
            </a:lvl7pPr>
            <a:lvl8pPr lvl="7" rtl="0">
              <a:buNone/>
              <a:defRPr b="1" sz="800">
                <a:solidFill>
                  <a:srgbClr val="FFFFFF"/>
                </a:solidFill>
                <a:latin typeface="Outfit"/>
                <a:ea typeface="Outfit"/>
                <a:cs typeface="Outfit"/>
                <a:sym typeface="Outfit"/>
              </a:defRPr>
            </a:lvl8pPr>
            <a:lvl9pPr lvl="8" rtl="0">
              <a:buNone/>
              <a:defRPr b="1" sz="800">
                <a:solidFill>
                  <a:srgbClr val="FFFFFF"/>
                </a:solidFill>
                <a:latin typeface="Outfit"/>
                <a:ea typeface="Outfit"/>
                <a:cs typeface="Outfit"/>
                <a:sym typeface="Outfit"/>
              </a:defRPr>
            </a:lvl9pPr>
          </a:lstStyle>
          <a:p>
            <a:pPr indent="0" lvl="0" marL="0" rtl="0" algn="r">
              <a:spcBef>
                <a:spcPts val="0"/>
              </a:spcBef>
              <a:spcAft>
                <a:spcPts val="0"/>
              </a:spcAft>
              <a:buNone/>
            </a:pPr>
            <a:fld id="{00000000-1234-1234-1234-123412341234}" type="slidenum">
              <a:rPr lang="fr"/>
              <a:t>‹#›</a:t>
            </a:fld>
            <a:endParaRPr/>
          </a:p>
        </p:txBody>
      </p:sp>
      <p:sp>
        <p:nvSpPr>
          <p:cNvPr id="145" name="Google Shape;145;p18"/>
          <p:cNvSpPr txBox="1"/>
          <p:nvPr>
            <p:ph idx="2" type="body"/>
          </p:nvPr>
        </p:nvSpPr>
        <p:spPr>
          <a:xfrm>
            <a:off x="310500" y="4750013"/>
            <a:ext cx="4110900" cy="393600"/>
          </a:xfrm>
          <a:prstGeom prst="rect">
            <a:avLst/>
          </a:prstGeom>
        </p:spPr>
        <p:txBody>
          <a:bodyPr anchorCtr="0" anchor="b" bIns="172800" lIns="0" spcFirstLastPara="1" rIns="0" wrap="square" tIns="0">
            <a:noAutofit/>
          </a:bodyPr>
          <a:lstStyle>
            <a:lvl1pPr indent="-279400" lvl="0" marL="4572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indent="-279400" lvl="1" marL="914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indent="-279400" lvl="2" marL="1371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indent="-279400" lvl="3" marL="18288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indent="-279400" lvl="4" marL="22860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indent="-279400" lvl="5" marL="27432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indent="-279400" lvl="6" marL="3200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indent="-279400" lvl="7" marL="3657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indent="-279400" lvl="8" marL="41148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p:txBody>
      </p:sp>
      <p:sp>
        <p:nvSpPr>
          <p:cNvPr id="146" name="Google Shape;146;p18"/>
          <p:cNvSpPr/>
          <p:nvPr/>
        </p:nvSpPr>
        <p:spPr>
          <a:xfrm rot="2700000">
            <a:off x="7578969" y="284245"/>
            <a:ext cx="2205325" cy="456084"/>
          </a:xfrm>
          <a:prstGeom prst="rect">
            <a:avLst/>
          </a:prstGeom>
          <a:solidFill>
            <a:schemeClr val="dk2"/>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fr" sz="2100">
                <a:solidFill>
                  <a:srgbClr val="FFFFFF"/>
                </a:solidFill>
              </a:rPr>
              <a:t>cassé :(</a:t>
            </a:r>
            <a:endParaRPr b="1" sz="2100">
              <a:solidFill>
                <a:srgbClr val="FFFFFF"/>
              </a:solidFill>
              <a:latin typeface="Outfit"/>
              <a:ea typeface="Outfit"/>
              <a:cs typeface="Outfit"/>
              <a:sym typeface="Outfit"/>
            </a:endParaRPr>
          </a:p>
        </p:txBody>
      </p:sp>
      <p:sp>
        <p:nvSpPr>
          <p:cNvPr id="147" name="Google Shape;147;p18"/>
          <p:cNvSpPr txBox="1"/>
          <p:nvPr>
            <p:ph idx="3" type="body"/>
          </p:nvPr>
        </p:nvSpPr>
        <p:spPr>
          <a:xfrm>
            <a:off x="1961156" y="1054106"/>
            <a:ext cx="4112100" cy="2261100"/>
          </a:xfrm>
          <a:prstGeom prst="rect">
            <a:avLst/>
          </a:prstGeom>
          <a:solidFill>
            <a:schemeClr val="accent4"/>
          </a:solidFill>
        </p:spPr>
        <p:txBody>
          <a:bodyPr anchorCtr="0" anchor="t" bIns="0" lIns="0" spcFirstLastPara="1" rIns="0" wrap="square" tIns="0">
            <a:spAutoFit/>
          </a:bodyPr>
          <a:lstStyle>
            <a:lvl1pPr indent="-361950" lvl="0" marL="457200" rtl="0">
              <a:lnSpc>
                <a:spcPct val="115000"/>
              </a:lnSpc>
              <a:spcBef>
                <a:spcPts val="0"/>
              </a:spcBef>
              <a:spcAft>
                <a:spcPts val="0"/>
              </a:spcAft>
              <a:buClr>
                <a:schemeClr val="accent6"/>
              </a:buClr>
              <a:buSzPts val="2100"/>
              <a:buChar char="●"/>
              <a:defRPr sz="2100">
                <a:solidFill>
                  <a:schemeClr val="dk1"/>
                </a:solidFill>
                <a:latin typeface="Outfit"/>
                <a:ea typeface="Outfit"/>
                <a:cs typeface="Outfit"/>
                <a:sym typeface="Outfit"/>
              </a:defRPr>
            </a:lvl1pPr>
            <a:lvl2pPr indent="-361950" lvl="1" marL="91440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2pPr>
            <a:lvl3pPr indent="-361950" lvl="2" marL="137160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3pPr>
            <a:lvl4pPr indent="-361950" lvl="3" marL="182880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4pPr>
            <a:lvl5pPr indent="-361950" lvl="4" marL="228600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5pPr>
            <a:lvl6pPr indent="-361950" lvl="5" marL="274320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6pPr>
            <a:lvl7pPr indent="-361950" lvl="6" marL="320040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7pPr>
            <a:lvl8pPr indent="-361950" lvl="7" marL="365760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8pPr>
            <a:lvl9pPr indent="-361950" lvl="8" marL="411480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
  <p:cSld name="BLANK_1_1">
    <p:bg>
      <p:bgPr>
        <a:solidFill>
          <a:srgbClr val="FFFFFF"/>
        </a:solidFill>
      </p:bgPr>
    </p:bg>
    <p:spTree>
      <p:nvGrpSpPr>
        <p:cNvPr id="148" name="Shape 148"/>
        <p:cNvGrpSpPr/>
        <p:nvPr/>
      </p:nvGrpSpPr>
      <p:grpSpPr>
        <a:xfrm>
          <a:off x="0" y="0"/>
          <a:ext cx="0" cy="0"/>
          <a:chOff x="0" y="0"/>
          <a:chExt cx="0" cy="0"/>
        </a:xfrm>
      </p:grpSpPr>
      <p:cxnSp>
        <p:nvCxnSpPr>
          <p:cNvPr id="149" name="Google Shape;149;p19"/>
          <p:cNvCxnSpPr/>
          <p:nvPr/>
        </p:nvCxnSpPr>
        <p:spPr>
          <a:xfrm>
            <a:off x="0" y="4833031"/>
            <a:ext cx="9144000" cy="0"/>
          </a:xfrm>
          <a:prstGeom prst="straightConnector1">
            <a:avLst/>
          </a:prstGeom>
          <a:noFill/>
          <a:ln cap="flat" cmpd="sng" w="9525">
            <a:solidFill>
              <a:srgbClr val="00FF00"/>
            </a:solidFill>
            <a:prstDash val="solid"/>
            <a:round/>
            <a:headEnd len="med" w="med" type="none"/>
            <a:tailEnd len="med" w="med" type="none"/>
          </a:ln>
        </p:spPr>
      </p:cxnSp>
      <p:cxnSp>
        <p:nvCxnSpPr>
          <p:cNvPr id="150" name="Google Shape;150;p19"/>
          <p:cNvCxnSpPr/>
          <p:nvPr/>
        </p:nvCxnSpPr>
        <p:spPr>
          <a:xfrm>
            <a:off x="8833500" y="-225"/>
            <a:ext cx="0" cy="5144100"/>
          </a:xfrm>
          <a:prstGeom prst="straightConnector1">
            <a:avLst/>
          </a:prstGeom>
          <a:noFill/>
          <a:ln cap="flat" cmpd="sng" w="9525">
            <a:solidFill>
              <a:srgbClr val="00FF00"/>
            </a:solidFill>
            <a:prstDash val="solid"/>
            <a:round/>
            <a:headEnd len="med" w="med" type="none"/>
            <a:tailEnd len="med" w="med" type="none"/>
          </a:ln>
        </p:spPr>
      </p:cxnSp>
      <p:cxnSp>
        <p:nvCxnSpPr>
          <p:cNvPr id="151" name="Google Shape;151;p19"/>
          <p:cNvCxnSpPr/>
          <p:nvPr/>
        </p:nvCxnSpPr>
        <p:spPr>
          <a:xfrm>
            <a:off x="0" y="310500"/>
            <a:ext cx="9144000" cy="0"/>
          </a:xfrm>
          <a:prstGeom prst="straightConnector1">
            <a:avLst/>
          </a:prstGeom>
          <a:noFill/>
          <a:ln cap="flat" cmpd="sng" w="9525">
            <a:solidFill>
              <a:srgbClr val="00FF00"/>
            </a:solidFill>
            <a:prstDash val="solid"/>
            <a:round/>
            <a:headEnd len="med" w="med" type="none"/>
            <a:tailEnd len="med" w="med" type="none"/>
          </a:ln>
        </p:spPr>
      </p:cxnSp>
      <p:cxnSp>
        <p:nvCxnSpPr>
          <p:cNvPr id="152" name="Google Shape;152;p19"/>
          <p:cNvCxnSpPr/>
          <p:nvPr/>
        </p:nvCxnSpPr>
        <p:spPr>
          <a:xfrm>
            <a:off x="310500" y="-225"/>
            <a:ext cx="0" cy="5144100"/>
          </a:xfrm>
          <a:prstGeom prst="straightConnector1">
            <a:avLst/>
          </a:prstGeom>
          <a:noFill/>
          <a:ln cap="flat" cmpd="sng" w="9525">
            <a:solidFill>
              <a:srgbClr val="00FF00"/>
            </a:solidFill>
            <a:prstDash val="solid"/>
            <a:round/>
            <a:headEnd len="med" w="med" type="none"/>
            <a:tailEnd len="med" w="med" type="none"/>
          </a:ln>
        </p:spPr>
      </p:cxnSp>
      <p:cxnSp>
        <p:nvCxnSpPr>
          <p:cNvPr id="153" name="Google Shape;153;p19"/>
          <p:cNvCxnSpPr/>
          <p:nvPr/>
        </p:nvCxnSpPr>
        <p:spPr>
          <a:xfrm>
            <a:off x="4572000" y="-225"/>
            <a:ext cx="0" cy="5144100"/>
          </a:xfrm>
          <a:prstGeom prst="straightConnector1">
            <a:avLst/>
          </a:prstGeom>
          <a:noFill/>
          <a:ln cap="flat" cmpd="sng" w="9525">
            <a:solidFill>
              <a:srgbClr val="00FF00"/>
            </a:solidFill>
            <a:prstDash val="solid"/>
            <a:round/>
            <a:headEnd len="med" w="med" type="none"/>
            <a:tailEnd len="med" w="med" type="none"/>
          </a:ln>
        </p:spPr>
      </p:cxnSp>
      <p:cxnSp>
        <p:nvCxnSpPr>
          <p:cNvPr id="154" name="Google Shape;154;p19"/>
          <p:cNvCxnSpPr/>
          <p:nvPr/>
        </p:nvCxnSpPr>
        <p:spPr>
          <a:xfrm>
            <a:off x="0" y="2571750"/>
            <a:ext cx="9144000" cy="0"/>
          </a:xfrm>
          <a:prstGeom prst="straightConnector1">
            <a:avLst/>
          </a:prstGeom>
          <a:noFill/>
          <a:ln cap="flat" cmpd="sng" w="9525">
            <a:solidFill>
              <a:srgbClr val="00FF00"/>
            </a:solidFill>
            <a:prstDash val="solid"/>
            <a:round/>
            <a:headEnd len="med" w="med" type="none"/>
            <a:tailEnd len="med" w="med" type="none"/>
          </a:ln>
        </p:spPr>
      </p:cxnSp>
      <p:cxnSp>
        <p:nvCxnSpPr>
          <p:cNvPr id="155" name="Google Shape;155;p19"/>
          <p:cNvCxnSpPr/>
          <p:nvPr/>
        </p:nvCxnSpPr>
        <p:spPr>
          <a:xfrm>
            <a:off x="0" y="3702391"/>
            <a:ext cx="9144000" cy="0"/>
          </a:xfrm>
          <a:prstGeom prst="straightConnector1">
            <a:avLst/>
          </a:prstGeom>
          <a:noFill/>
          <a:ln cap="flat" cmpd="sng" w="9525">
            <a:solidFill>
              <a:srgbClr val="00FF00"/>
            </a:solidFill>
            <a:prstDash val="dot"/>
            <a:round/>
            <a:headEnd len="med" w="med" type="none"/>
            <a:tailEnd len="med" w="med" type="none"/>
          </a:ln>
        </p:spPr>
      </p:cxnSp>
      <p:cxnSp>
        <p:nvCxnSpPr>
          <p:cNvPr id="156" name="Google Shape;156;p19"/>
          <p:cNvCxnSpPr/>
          <p:nvPr/>
        </p:nvCxnSpPr>
        <p:spPr>
          <a:xfrm>
            <a:off x="0" y="1441125"/>
            <a:ext cx="9144000" cy="0"/>
          </a:xfrm>
          <a:prstGeom prst="straightConnector1">
            <a:avLst/>
          </a:prstGeom>
          <a:noFill/>
          <a:ln cap="flat" cmpd="sng" w="9525">
            <a:solidFill>
              <a:srgbClr val="00FF00"/>
            </a:solidFill>
            <a:prstDash val="dot"/>
            <a:round/>
            <a:headEnd len="med" w="med" type="none"/>
            <a:tailEnd len="med" w="med" type="none"/>
          </a:ln>
        </p:spPr>
      </p:cxnSp>
      <p:cxnSp>
        <p:nvCxnSpPr>
          <p:cNvPr id="157" name="Google Shape;157;p19"/>
          <p:cNvCxnSpPr/>
          <p:nvPr/>
        </p:nvCxnSpPr>
        <p:spPr>
          <a:xfrm>
            <a:off x="6702750" y="-225"/>
            <a:ext cx="0" cy="5144100"/>
          </a:xfrm>
          <a:prstGeom prst="straightConnector1">
            <a:avLst/>
          </a:prstGeom>
          <a:noFill/>
          <a:ln cap="flat" cmpd="sng" w="9525">
            <a:solidFill>
              <a:srgbClr val="00FF00"/>
            </a:solidFill>
            <a:prstDash val="dot"/>
            <a:round/>
            <a:headEnd len="med" w="med" type="none"/>
            <a:tailEnd len="med" w="med" type="none"/>
          </a:ln>
        </p:spPr>
      </p:cxnSp>
      <p:cxnSp>
        <p:nvCxnSpPr>
          <p:cNvPr id="158" name="Google Shape;158;p19"/>
          <p:cNvCxnSpPr/>
          <p:nvPr/>
        </p:nvCxnSpPr>
        <p:spPr>
          <a:xfrm>
            <a:off x="2441250" y="-225"/>
            <a:ext cx="0" cy="5144100"/>
          </a:xfrm>
          <a:prstGeom prst="straightConnector1">
            <a:avLst/>
          </a:prstGeom>
          <a:noFill/>
          <a:ln cap="flat" cmpd="sng" w="9525">
            <a:solidFill>
              <a:srgbClr val="00FF00"/>
            </a:solidFill>
            <a:prstDash val="dot"/>
            <a:round/>
            <a:headEnd len="med" w="med" type="none"/>
            <a:tailEnd len="med" w="med" type="none"/>
          </a:ln>
        </p:spPr>
      </p:cxnSp>
      <p:cxnSp>
        <p:nvCxnSpPr>
          <p:cNvPr id="159" name="Google Shape;159;p19"/>
          <p:cNvCxnSpPr/>
          <p:nvPr/>
        </p:nvCxnSpPr>
        <p:spPr>
          <a:xfrm>
            <a:off x="3151500" y="-225"/>
            <a:ext cx="0" cy="5144100"/>
          </a:xfrm>
          <a:prstGeom prst="straightConnector1">
            <a:avLst/>
          </a:prstGeom>
          <a:noFill/>
          <a:ln cap="flat" cmpd="sng" w="9525">
            <a:solidFill>
              <a:srgbClr val="00FF00"/>
            </a:solidFill>
            <a:prstDash val="dash"/>
            <a:round/>
            <a:headEnd len="med" w="med" type="none"/>
            <a:tailEnd len="med" w="med" type="none"/>
          </a:ln>
        </p:spPr>
      </p:cxnSp>
      <p:cxnSp>
        <p:nvCxnSpPr>
          <p:cNvPr id="160" name="Google Shape;160;p19"/>
          <p:cNvCxnSpPr/>
          <p:nvPr/>
        </p:nvCxnSpPr>
        <p:spPr>
          <a:xfrm>
            <a:off x="5992500" y="-225"/>
            <a:ext cx="0" cy="5144100"/>
          </a:xfrm>
          <a:prstGeom prst="straightConnector1">
            <a:avLst/>
          </a:prstGeom>
          <a:noFill/>
          <a:ln cap="flat" cmpd="sng" w="9525">
            <a:solidFill>
              <a:srgbClr val="00FF00"/>
            </a:solidFill>
            <a:prstDash val="dash"/>
            <a:round/>
            <a:headEnd len="med" w="med" type="none"/>
            <a:tailEnd len="med" w="med" type="none"/>
          </a:ln>
        </p:spPr>
      </p:cxnSp>
      <p:grpSp>
        <p:nvGrpSpPr>
          <p:cNvPr id="161" name="Google Shape;161;p19"/>
          <p:cNvGrpSpPr/>
          <p:nvPr/>
        </p:nvGrpSpPr>
        <p:grpSpPr>
          <a:xfrm flipH="1">
            <a:off x="8833500" y="4833031"/>
            <a:ext cx="310500" cy="310500"/>
            <a:chOff x="0" y="-8"/>
            <a:chExt cx="414000" cy="414000"/>
          </a:xfrm>
        </p:grpSpPr>
        <p:sp>
          <p:nvSpPr>
            <p:cNvPr id="162" name="Google Shape;162;p19"/>
            <p:cNvSpPr/>
            <p:nvPr/>
          </p:nvSpPr>
          <p:spPr>
            <a:xfrm>
              <a:off x="0" y="-8"/>
              <a:ext cx="414000" cy="4140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63" name="Google Shape;163;p19"/>
            <p:cNvSpPr/>
            <p:nvPr/>
          </p:nvSpPr>
          <p:spPr>
            <a:xfrm>
              <a:off x="0" y="-8"/>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64" name="Google Shape;164;p19"/>
            <p:cNvSpPr/>
            <p:nvPr/>
          </p:nvSpPr>
          <p:spPr>
            <a:xfrm>
              <a:off x="208800" y="208792"/>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grpSp>
      <p:grpSp>
        <p:nvGrpSpPr>
          <p:cNvPr id="165" name="Google Shape;165;p19"/>
          <p:cNvGrpSpPr/>
          <p:nvPr/>
        </p:nvGrpSpPr>
        <p:grpSpPr>
          <a:xfrm flipH="1" rot="-5400000">
            <a:off x="0" y="4833031"/>
            <a:ext cx="310500" cy="310500"/>
            <a:chOff x="0" y="-8"/>
            <a:chExt cx="414000" cy="414000"/>
          </a:xfrm>
        </p:grpSpPr>
        <p:sp>
          <p:nvSpPr>
            <p:cNvPr id="166" name="Google Shape;166;p19"/>
            <p:cNvSpPr/>
            <p:nvPr/>
          </p:nvSpPr>
          <p:spPr>
            <a:xfrm>
              <a:off x="0" y="-8"/>
              <a:ext cx="414000" cy="4140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67" name="Google Shape;167;p19"/>
            <p:cNvSpPr/>
            <p:nvPr/>
          </p:nvSpPr>
          <p:spPr>
            <a:xfrm>
              <a:off x="0" y="-8"/>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68" name="Google Shape;168;p19"/>
            <p:cNvSpPr/>
            <p:nvPr/>
          </p:nvSpPr>
          <p:spPr>
            <a:xfrm>
              <a:off x="208800" y="208792"/>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grpSp>
      <p:grpSp>
        <p:nvGrpSpPr>
          <p:cNvPr id="169" name="Google Shape;169;p19"/>
          <p:cNvGrpSpPr/>
          <p:nvPr/>
        </p:nvGrpSpPr>
        <p:grpSpPr>
          <a:xfrm flipH="1" rot="5400000">
            <a:off x="8833500" y="-6"/>
            <a:ext cx="310500" cy="310500"/>
            <a:chOff x="0" y="-8"/>
            <a:chExt cx="414000" cy="414000"/>
          </a:xfrm>
        </p:grpSpPr>
        <p:sp>
          <p:nvSpPr>
            <p:cNvPr id="170" name="Google Shape;170;p19"/>
            <p:cNvSpPr/>
            <p:nvPr/>
          </p:nvSpPr>
          <p:spPr>
            <a:xfrm>
              <a:off x="0" y="-8"/>
              <a:ext cx="414000" cy="4140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71" name="Google Shape;171;p19"/>
            <p:cNvSpPr/>
            <p:nvPr/>
          </p:nvSpPr>
          <p:spPr>
            <a:xfrm>
              <a:off x="0" y="-8"/>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72" name="Google Shape;172;p19"/>
            <p:cNvSpPr/>
            <p:nvPr/>
          </p:nvSpPr>
          <p:spPr>
            <a:xfrm>
              <a:off x="208800" y="208792"/>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grpSp>
      <p:grpSp>
        <p:nvGrpSpPr>
          <p:cNvPr id="173" name="Google Shape;173;p19"/>
          <p:cNvGrpSpPr/>
          <p:nvPr/>
        </p:nvGrpSpPr>
        <p:grpSpPr>
          <a:xfrm flipH="1">
            <a:off x="0" y="-6"/>
            <a:ext cx="310500" cy="310500"/>
            <a:chOff x="0" y="-8"/>
            <a:chExt cx="414000" cy="414000"/>
          </a:xfrm>
        </p:grpSpPr>
        <p:sp>
          <p:nvSpPr>
            <p:cNvPr id="174" name="Google Shape;174;p19"/>
            <p:cNvSpPr/>
            <p:nvPr/>
          </p:nvSpPr>
          <p:spPr>
            <a:xfrm>
              <a:off x="0" y="-8"/>
              <a:ext cx="414000" cy="4140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75" name="Google Shape;175;p19"/>
            <p:cNvSpPr/>
            <p:nvPr/>
          </p:nvSpPr>
          <p:spPr>
            <a:xfrm>
              <a:off x="0" y="-8"/>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76" name="Google Shape;176;p19"/>
            <p:cNvSpPr/>
            <p:nvPr/>
          </p:nvSpPr>
          <p:spPr>
            <a:xfrm>
              <a:off x="208800" y="208792"/>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grpSp>
      <p:grpSp>
        <p:nvGrpSpPr>
          <p:cNvPr id="177" name="Google Shape;177;p19"/>
          <p:cNvGrpSpPr/>
          <p:nvPr/>
        </p:nvGrpSpPr>
        <p:grpSpPr>
          <a:xfrm flipH="1">
            <a:off x="2130750" y="-225"/>
            <a:ext cx="310500" cy="310500"/>
            <a:chOff x="0" y="-8"/>
            <a:chExt cx="414000" cy="414000"/>
          </a:xfrm>
        </p:grpSpPr>
        <p:sp>
          <p:nvSpPr>
            <p:cNvPr id="178" name="Google Shape;178;p19"/>
            <p:cNvSpPr/>
            <p:nvPr/>
          </p:nvSpPr>
          <p:spPr>
            <a:xfrm>
              <a:off x="0" y="-8"/>
              <a:ext cx="414000" cy="4140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79" name="Google Shape;179;p19"/>
            <p:cNvSpPr/>
            <p:nvPr/>
          </p:nvSpPr>
          <p:spPr>
            <a:xfrm>
              <a:off x="0" y="-8"/>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80" name="Google Shape;180;p19"/>
            <p:cNvSpPr/>
            <p:nvPr/>
          </p:nvSpPr>
          <p:spPr>
            <a:xfrm>
              <a:off x="208800" y="208792"/>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grpSp>
      <p:cxnSp>
        <p:nvCxnSpPr>
          <p:cNvPr id="181" name="Google Shape;181;p19"/>
          <p:cNvCxnSpPr/>
          <p:nvPr/>
        </p:nvCxnSpPr>
        <p:spPr>
          <a:xfrm>
            <a:off x="729450" y="-225"/>
            <a:ext cx="0" cy="5144100"/>
          </a:xfrm>
          <a:prstGeom prst="straightConnector1">
            <a:avLst/>
          </a:prstGeom>
          <a:noFill/>
          <a:ln cap="flat" cmpd="sng" w="9525">
            <a:solidFill>
              <a:srgbClr val="FF9E16"/>
            </a:solidFill>
            <a:prstDash val="dot"/>
            <a:round/>
            <a:headEnd len="med" w="med" type="none"/>
            <a:tailEnd len="med" w="med" type="none"/>
          </a:ln>
        </p:spPr>
      </p:cxnSp>
      <p:grpSp>
        <p:nvGrpSpPr>
          <p:cNvPr id="182" name="Google Shape;182;p19"/>
          <p:cNvGrpSpPr/>
          <p:nvPr/>
        </p:nvGrpSpPr>
        <p:grpSpPr>
          <a:xfrm flipH="1">
            <a:off x="0" y="2416500"/>
            <a:ext cx="310500" cy="310500"/>
            <a:chOff x="0" y="-8"/>
            <a:chExt cx="414000" cy="414000"/>
          </a:xfrm>
        </p:grpSpPr>
        <p:sp>
          <p:nvSpPr>
            <p:cNvPr id="183" name="Google Shape;183;p19"/>
            <p:cNvSpPr/>
            <p:nvPr/>
          </p:nvSpPr>
          <p:spPr>
            <a:xfrm>
              <a:off x="0" y="-8"/>
              <a:ext cx="414000" cy="4140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84" name="Google Shape;184;p19"/>
            <p:cNvSpPr/>
            <p:nvPr/>
          </p:nvSpPr>
          <p:spPr>
            <a:xfrm>
              <a:off x="0" y="-8"/>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85" name="Google Shape;185;p19"/>
            <p:cNvSpPr/>
            <p:nvPr/>
          </p:nvSpPr>
          <p:spPr>
            <a:xfrm>
              <a:off x="208800" y="208792"/>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grpSp>
      <p:grpSp>
        <p:nvGrpSpPr>
          <p:cNvPr id="186" name="Google Shape;186;p19"/>
          <p:cNvGrpSpPr/>
          <p:nvPr/>
        </p:nvGrpSpPr>
        <p:grpSpPr>
          <a:xfrm flipH="1">
            <a:off x="2841000" y="-225"/>
            <a:ext cx="310500" cy="310500"/>
            <a:chOff x="0" y="-8"/>
            <a:chExt cx="414000" cy="414000"/>
          </a:xfrm>
        </p:grpSpPr>
        <p:sp>
          <p:nvSpPr>
            <p:cNvPr id="187" name="Google Shape;187;p19"/>
            <p:cNvSpPr/>
            <p:nvPr/>
          </p:nvSpPr>
          <p:spPr>
            <a:xfrm>
              <a:off x="0" y="-8"/>
              <a:ext cx="414000" cy="4140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88" name="Google Shape;188;p19"/>
            <p:cNvSpPr/>
            <p:nvPr/>
          </p:nvSpPr>
          <p:spPr>
            <a:xfrm>
              <a:off x="0" y="-8"/>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89" name="Google Shape;189;p19"/>
            <p:cNvSpPr/>
            <p:nvPr/>
          </p:nvSpPr>
          <p:spPr>
            <a:xfrm>
              <a:off x="208800" y="208792"/>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grpSp>
      <p:grpSp>
        <p:nvGrpSpPr>
          <p:cNvPr id="190" name="Google Shape;190;p19"/>
          <p:cNvGrpSpPr/>
          <p:nvPr/>
        </p:nvGrpSpPr>
        <p:grpSpPr>
          <a:xfrm flipH="1">
            <a:off x="3150900" y="310275"/>
            <a:ext cx="310500" cy="310500"/>
            <a:chOff x="0" y="-8"/>
            <a:chExt cx="414000" cy="414000"/>
          </a:xfrm>
        </p:grpSpPr>
        <p:sp>
          <p:nvSpPr>
            <p:cNvPr id="191" name="Google Shape;191;p19"/>
            <p:cNvSpPr/>
            <p:nvPr/>
          </p:nvSpPr>
          <p:spPr>
            <a:xfrm>
              <a:off x="0" y="-8"/>
              <a:ext cx="414000" cy="4140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92" name="Google Shape;192;p19"/>
            <p:cNvSpPr/>
            <p:nvPr/>
          </p:nvSpPr>
          <p:spPr>
            <a:xfrm>
              <a:off x="0" y="-8"/>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193" name="Google Shape;193;p19"/>
            <p:cNvSpPr/>
            <p:nvPr/>
          </p:nvSpPr>
          <p:spPr>
            <a:xfrm>
              <a:off x="208800" y="208792"/>
              <a:ext cx="205200" cy="2052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rps 1">
  <p:cSld name="TITLE_AND_BODY_1">
    <p:spTree>
      <p:nvGrpSpPr>
        <p:cNvPr id="194" name="Shape 194"/>
        <p:cNvGrpSpPr/>
        <p:nvPr/>
      </p:nvGrpSpPr>
      <p:grpSpPr>
        <a:xfrm>
          <a:off x="0" y="0"/>
          <a:ext cx="0" cy="0"/>
          <a:chOff x="0" y="0"/>
          <a:chExt cx="0" cy="0"/>
        </a:xfrm>
      </p:grpSpPr>
      <p:sp>
        <p:nvSpPr>
          <p:cNvPr id="195" name="Google Shape;195;p20"/>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rtl="0">
              <a:spcBef>
                <a:spcPts val="0"/>
              </a:spcBef>
              <a:spcAft>
                <a:spcPts val="0"/>
              </a:spcAft>
              <a:buSzPts val="2100"/>
              <a:buFont typeface="Lato"/>
              <a:buNone/>
              <a:defRPr>
                <a:latin typeface="Lato"/>
                <a:ea typeface="Lato"/>
                <a:cs typeface="Lato"/>
                <a:sym typeface="La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6" name="Google Shape;196;p20"/>
          <p:cNvSpPr txBox="1"/>
          <p:nvPr>
            <p:ph idx="1" type="body"/>
          </p:nvPr>
        </p:nvSpPr>
        <p:spPr>
          <a:xfrm>
            <a:off x="311700" y="1152475"/>
            <a:ext cx="8520600" cy="3416400"/>
          </a:xfrm>
          <a:prstGeom prst="rect">
            <a:avLst/>
          </a:prstGeom>
        </p:spPr>
        <p:txBody>
          <a:bodyPr anchorCtr="0" anchor="t" bIns="0" lIns="0" spcFirstLastPara="1" rIns="0" wrap="square" tIns="0">
            <a:normAutofit/>
          </a:bodyPr>
          <a:lstStyle>
            <a:lvl1pPr indent="-304800" lvl="0" marL="457200" rtl="0">
              <a:spcBef>
                <a:spcPts val="0"/>
              </a:spcBef>
              <a:spcAft>
                <a:spcPts val="0"/>
              </a:spcAft>
              <a:buSzPts val="1200"/>
              <a:buFont typeface="Lato"/>
              <a:buChar char="●"/>
              <a:defRPr>
                <a:latin typeface="Lato"/>
                <a:ea typeface="Lato"/>
                <a:cs typeface="Lato"/>
                <a:sym typeface="Lato"/>
              </a:defRPr>
            </a:lvl1pPr>
            <a:lvl2pPr indent="-304800" lvl="1" marL="914400" rtl="0">
              <a:spcBef>
                <a:spcPts val="0"/>
              </a:spcBef>
              <a:spcAft>
                <a:spcPts val="0"/>
              </a:spcAft>
              <a:buSzPts val="1200"/>
              <a:buFont typeface="Lato"/>
              <a:buChar char="○"/>
              <a:defRPr>
                <a:latin typeface="Lato"/>
                <a:ea typeface="Lato"/>
                <a:cs typeface="Lato"/>
                <a:sym typeface="Lato"/>
              </a:defRPr>
            </a:lvl2pPr>
            <a:lvl3pPr indent="-304800" lvl="2" marL="1371600" rtl="0">
              <a:spcBef>
                <a:spcPts val="0"/>
              </a:spcBef>
              <a:spcAft>
                <a:spcPts val="0"/>
              </a:spcAft>
              <a:buSzPts val="1200"/>
              <a:buFont typeface="Lato"/>
              <a:buChar char="■"/>
              <a:defRPr>
                <a:latin typeface="Lato"/>
                <a:ea typeface="Lato"/>
                <a:cs typeface="Lato"/>
                <a:sym typeface="Lato"/>
              </a:defRPr>
            </a:lvl3pPr>
            <a:lvl4pPr indent="-304800" lvl="3" marL="1828800" rtl="0">
              <a:spcBef>
                <a:spcPts val="0"/>
              </a:spcBef>
              <a:spcAft>
                <a:spcPts val="0"/>
              </a:spcAft>
              <a:buSzPts val="1200"/>
              <a:buFont typeface="Lato"/>
              <a:buChar char="●"/>
              <a:defRPr>
                <a:latin typeface="Lato"/>
                <a:ea typeface="Lato"/>
                <a:cs typeface="Lato"/>
                <a:sym typeface="Lato"/>
              </a:defRPr>
            </a:lvl4pPr>
            <a:lvl5pPr indent="-304800" lvl="4" marL="2286000" rtl="0">
              <a:spcBef>
                <a:spcPts val="0"/>
              </a:spcBef>
              <a:spcAft>
                <a:spcPts val="0"/>
              </a:spcAft>
              <a:buSzPts val="1200"/>
              <a:buFont typeface="Lato"/>
              <a:buChar char="○"/>
              <a:defRPr>
                <a:latin typeface="Lato"/>
                <a:ea typeface="Lato"/>
                <a:cs typeface="Lato"/>
                <a:sym typeface="Lato"/>
              </a:defRPr>
            </a:lvl5pPr>
            <a:lvl6pPr indent="-304800" lvl="5" marL="2743200" rtl="0">
              <a:spcBef>
                <a:spcPts val="0"/>
              </a:spcBef>
              <a:spcAft>
                <a:spcPts val="0"/>
              </a:spcAft>
              <a:buSzPts val="1200"/>
              <a:buFont typeface="Lato"/>
              <a:buChar char="■"/>
              <a:defRPr>
                <a:latin typeface="Lato"/>
                <a:ea typeface="Lato"/>
                <a:cs typeface="Lato"/>
                <a:sym typeface="Lato"/>
              </a:defRPr>
            </a:lvl6pPr>
            <a:lvl7pPr indent="-304800" lvl="6" marL="3200400" rtl="0">
              <a:spcBef>
                <a:spcPts val="0"/>
              </a:spcBef>
              <a:spcAft>
                <a:spcPts val="0"/>
              </a:spcAft>
              <a:buSzPts val="1200"/>
              <a:buFont typeface="Lato"/>
              <a:buChar char="●"/>
              <a:defRPr>
                <a:latin typeface="Lato"/>
                <a:ea typeface="Lato"/>
                <a:cs typeface="Lato"/>
                <a:sym typeface="Lato"/>
              </a:defRPr>
            </a:lvl7pPr>
            <a:lvl8pPr indent="-304800" lvl="7" marL="3657600" rtl="0">
              <a:spcBef>
                <a:spcPts val="0"/>
              </a:spcBef>
              <a:spcAft>
                <a:spcPts val="0"/>
              </a:spcAft>
              <a:buSzPts val="1200"/>
              <a:buFont typeface="Lato"/>
              <a:buChar char="○"/>
              <a:defRPr>
                <a:latin typeface="Lato"/>
                <a:ea typeface="Lato"/>
                <a:cs typeface="Lato"/>
                <a:sym typeface="Lato"/>
              </a:defRPr>
            </a:lvl8pPr>
            <a:lvl9pPr indent="-304800" lvl="8" marL="4114800" rtl="0">
              <a:spcBef>
                <a:spcPts val="0"/>
              </a:spcBef>
              <a:spcAft>
                <a:spcPts val="0"/>
              </a:spcAft>
              <a:buSzPts val="1200"/>
              <a:buFont typeface="Lato"/>
              <a:buChar char="■"/>
              <a:defRPr>
                <a:latin typeface="Lato"/>
                <a:ea typeface="Lato"/>
                <a:cs typeface="Lato"/>
                <a:sym typeface="Lato"/>
              </a:defRPr>
            </a:lvl9pPr>
          </a:lstStyle>
          <a:p/>
        </p:txBody>
      </p:sp>
      <p:sp>
        <p:nvSpPr>
          <p:cNvPr id="197" name="Google Shape;197;p20"/>
          <p:cNvSpPr txBox="1"/>
          <p:nvPr>
            <p:ph idx="12" type="sldNum"/>
          </p:nvPr>
        </p:nvSpPr>
        <p:spPr>
          <a:xfrm>
            <a:off x="8595308" y="4749892"/>
            <a:ext cx="548700" cy="393600"/>
          </a:xfrm>
          <a:prstGeom prst="rect">
            <a:avLst/>
          </a:prstGeom>
        </p:spPr>
        <p:txBody>
          <a:bodyPr anchorCtr="0" anchor="b" bIns="172800" lIns="0" spcFirstLastPara="1" rIns="310500" wrap="square" tIns="0">
            <a:noAutofit/>
          </a:bodyPr>
          <a:lstStyle>
            <a:lvl1pPr lvl="0" rtl="0">
              <a:buNone/>
              <a:defRPr>
                <a:latin typeface="Lato"/>
                <a:ea typeface="Lato"/>
                <a:cs typeface="Lato"/>
                <a:sym typeface="Lato"/>
              </a:defRPr>
            </a:lvl1pPr>
            <a:lvl2pPr lvl="1" rtl="0">
              <a:buNone/>
              <a:defRPr>
                <a:latin typeface="Lato"/>
                <a:ea typeface="Lato"/>
                <a:cs typeface="Lato"/>
                <a:sym typeface="Lato"/>
              </a:defRPr>
            </a:lvl2pPr>
            <a:lvl3pPr lvl="2" rtl="0">
              <a:buNone/>
              <a:defRPr>
                <a:latin typeface="Lato"/>
                <a:ea typeface="Lato"/>
                <a:cs typeface="Lato"/>
                <a:sym typeface="Lato"/>
              </a:defRPr>
            </a:lvl3pPr>
            <a:lvl4pPr lvl="3" rtl="0">
              <a:buNone/>
              <a:defRPr>
                <a:latin typeface="Lato"/>
                <a:ea typeface="Lato"/>
                <a:cs typeface="Lato"/>
                <a:sym typeface="Lato"/>
              </a:defRPr>
            </a:lvl4pPr>
            <a:lvl5pPr lvl="4" rtl="0">
              <a:buNone/>
              <a:defRPr>
                <a:latin typeface="Lato"/>
                <a:ea typeface="Lato"/>
                <a:cs typeface="Lato"/>
                <a:sym typeface="Lato"/>
              </a:defRPr>
            </a:lvl5pPr>
            <a:lvl6pPr lvl="5" rtl="0">
              <a:buNone/>
              <a:defRPr>
                <a:latin typeface="Lato"/>
                <a:ea typeface="Lato"/>
                <a:cs typeface="Lato"/>
                <a:sym typeface="Lato"/>
              </a:defRPr>
            </a:lvl6pPr>
            <a:lvl7pPr lvl="6" rtl="0">
              <a:buNone/>
              <a:defRPr>
                <a:latin typeface="Lato"/>
                <a:ea typeface="Lato"/>
                <a:cs typeface="Lato"/>
                <a:sym typeface="Lato"/>
              </a:defRPr>
            </a:lvl7pPr>
            <a:lvl8pPr lvl="7" rtl="0">
              <a:buNone/>
              <a:defRPr>
                <a:latin typeface="Lato"/>
                <a:ea typeface="Lato"/>
                <a:cs typeface="Lato"/>
                <a:sym typeface="Lato"/>
              </a:defRPr>
            </a:lvl8pPr>
            <a:lvl9pPr lvl="8" rtl="0">
              <a:buNone/>
              <a:defRPr>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ta">
  <p:cSld name="SECTION_HEADER_1">
    <p:bg>
      <p:bgPr>
        <a:solidFill>
          <a:srgbClr val="1155CC"/>
        </a:solidFill>
      </p:bgPr>
    </p:bg>
    <p:spTree>
      <p:nvGrpSpPr>
        <p:cNvPr id="198" name="Shape 198"/>
        <p:cNvGrpSpPr/>
        <p:nvPr/>
      </p:nvGrpSpPr>
      <p:grpSpPr>
        <a:xfrm>
          <a:off x="0" y="0"/>
          <a:ext cx="0" cy="0"/>
          <a:chOff x="0" y="0"/>
          <a:chExt cx="0" cy="0"/>
        </a:xfrm>
      </p:grpSpPr>
      <p:sp>
        <p:nvSpPr>
          <p:cNvPr id="199" name="Google Shape;199;p21"/>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rtl="0" algn="ctr">
              <a:spcBef>
                <a:spcPts val="0"/>
              </a:spcBef>
              <a:spcAft>
                <a:spcPts val="0"/>
              </a:spcAft>
              <a:buClr>
                <a:srgbClr val="FFFFFF"/>
              </a:buClr>
              <a:buSzPts val="3600"/>
              <a:buNone/>
              <a:defRPr sz="3600">
                <a:solidFill>
                  <a:srgbClr val="FFFFFF"/>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00" name="Google Shape;200;p21"/>
          <p:cNvSpPr txBox="1"/>
          <p:nvPr>
            <p:ph idx="12" type="sldNum"/>
          </p:nvPr>
        </p:nvSpPr>
        <p:spPr>
          <a:xfrm>
            <a:off x="8595308" y="4749892"/>
            <a:ext cx="548700" cy="393600"/>
          </a:xfrm>
          <a:prstGeom prst="rect">
            <a:avLst/>
          </a:prstGeom>
        </p:spPr>
        <p:txBody>
          <a:bodyPr anchorCtr="0" anchor="b" bIns="172800" lIns="0" spcFirstLastPara="1" rIns="31050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ta 1">
  <p:cSld name="SECTION_HEADER_2">
    <p:bg>
      <p:bgPr>
        <a:solidFill>
          <a:srgbClr val="F2F6F9"/>
        </a:solidFill>
      </p:bgPr>
    </p:bg>
    <p:spTree>
      <p:nvGrpSpPr>
        <p:cNvPr id="201" name="Shape 201"/>
        <p:cNvGrpSpPr/>
        <p:nvPr/>
      </p:nvGrpSpPr>
      <p:grpSpPr>
        <a:xfrm>
          <a:off x="0" y="0"/>
          <a:ext cx="0" cy="0"/>
          <a:chOff x="0" y="0"/>
          <a:chExt cx="0" cy="0"/>
        </a:xfrm>
      </p:grpSpPr>
      <p:sp>
        <p:nvSpPr>
          <p:cNvPr id="202" name="Google Shape;202;p22"/>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rtl="0" algn="ctr">
              <a:spcBef>
                <a:spcPts val="0"/>
              </a:spcBef>
              <a:spcAft>
                <a:spcPts val="0"/>
              </a:spcAft>
              <a:buClr>
                <a:srgbClr val="1155CC"/>
              </a:buClr>
              <a:buSzPts val="3600"/>
              <a:buNone/>
              <a:defRPr sz="3600">
                <a:solidFill>
                  <a:srgbClr val="1155CC"/>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03" name="Google Shape;203;p22"/>
          <p:cNvSpPr txBox="1"/>
          <p:nvPr>
            <p:ph idx="12" type="sldNum"/>
          </p:nvPr>
        </p:nvSpPr>
        <p:spPr>
          <a:xfrm>
            <a:off x="8595308" y="4749892"/>
            <a:ext cx="548700" cy="393600"/>
          </a:xfrm>
          <a:prstGeom prst="rect">
            <a:avLst/>
          </a:prstGeom>
        </p:spPr>
        <p:txBody>
          <a:bodyPr anchorCtr="0" anchor="b" bIns="172800" lIns="0" spcFirstLastPara="1" rIns="31050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rps 2">
  <p:cSld name="TITLE_AND_BODY_2">
    <p:spTree>
      <p:nvGrpSpPr>
        <p:cNvPr id="204" name="Shape 204"/>
        <p:cNvGrpSpPr/>
        <p:nvPr/>
      </p:nvGrpSpPr>
      <p:grpSpPr>
        <a:xfrm>
          <a:off x="0" y="0"/>
          <a:ext cx="0" cy="0"/>
          <a:chOff x="0" y="0"/>
          <a:chExt cx="0" cy="0"/>
        </a:xfrm>
      </p:grpSpPr>
      <p:sp>
        <p:nvSpPr>
          <p:cNvPr id="205" name="Google Shape;205;p23"/>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rtl="0">
              <a:spcBef>
                <a:spcPts val="0"/>
              </a:spcBef>
              <a:spcAft>
                <a:spcPts val="0"/>
              </a:spcAft>
              <a:buSzPts val="2100"/>
              <a:buFont typeface="Lato"/>
              <a:buNone/>
              <a:defRPr>
                <a:latin typeface="Lato"/>
                <a:ea typeface="Lato"/>
                <a:cs typeface="Lato"/>
                <a:sym typeface="La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6" name="Google Shape;206;p23"/>
          <p:cNvSpPr txBox="1"/>
          <p:nvPr>
            <p:ph idx="1" type="body"/>
          </p:nvPr>
        </p:nvSpPr>
        <p:spPr>
          <a:xfrm>
            <a:off x="311700" y="1152475"/>
            <a:ext cx="8520600" cy="3416400"/>
          </a:xfrm>
          <a:prstGeom prst="rect">
            <a:avLst/>
          </a:prstGeom>
        </p:spPr>
        <p:txBody>
          <a:bodyPr anchorCtr="0" anchor="t" bIns="0" lIns="0" spcFirstLastPara="1" rIns="0" wrap="square" tIns="0">
            <a:normAutofit/>
          </a:bodyPr>
          <a:lstStyle>
            <a:lvl1pPr indent="-304800" lvl="0" marL="457200" rtl="0">
              <a:spcBef>
                <a:spcPts val="0"/>
              </a:spcBef>
              <a:spcAft>
                <a:spcPts val="0"/>
              </a:spcAft>
              <a:buSzPts val="1200"/>
              <a:buFont typeface="Lato"/>
              <a:buChar char="●"/>
              <a:defRPr>
                <a:latin typeface="Lato"/>
                <a:ea typeface="Lato"/>
                <a:cs typeface="Lato"/>
                <a:sym typeface="Lato"/>
              </a:defRPr>
            </a:lvl1pPr>
            <a:lvl2pPr indent="-304800" lvl="1" marL="914400" rtl="0">
              <a:spcBef>
                <a:spcPts val="0"/>
              </a:spcBef>
              <a:spcAft>
                <a:spcPts val="0"/>
              </a:spcAft>
              <a:buSzPts val="1200"/>
              <a:buFont typeface="Lato"/>
              <a:buChar char="○"/>
              <a:defRPr>
                <a:latin typeface="Lato"/>
                <a:ea typeface="Lato"/>
                <a:cs typeface="Lato"/>
                <a:sym typeface="Lato"/>
              </a:defRPr>
            </a:lvl2pPr>
            <a:lvl3pPr indent="-304800" lvl="2" marL="1371600" rtl="0">
              <a:spcBef>
                <a:spcPts val="0"/>
              </a:spcBef>
              <a:spcAft>
                <a:spcPts val="0"/>
              </a:spcAft>
              <a:buSzPts val="1200"/>
              <a:buFont typeface="Lato"/>
              <a:buChar char="■"/>
              <a:defRPr>
                <a:latin typeface="Lato"/>
                <a:ea typeface="Lato"/>
                <a:cs typeface="Lato"/>
                <a:sym typeface="Lato"/>
              </a:defRPr>
            </a:lvl3pPr>
            <a:lvl4pPr indent="-304800" lvl="3" marL="1828800" rtl="0">
              <a:spcBef>
                <a:spcPts val="0"/>
              </a:spcBef>
              <a:spcAft>
                <a:spcPts val="0"/>
              </a:spcAft>
              <a:buSzPts val="1200"/>
              <a:buFont typeface="Lato"/>
              <a:buChar char="●"/>
              <a:defRPr>
                <a:latin typeface="Lato"/>
                <a:ea typeface="Lato"/>
                <a:cs typeface="Lato"/>
                <a:sym typeface="Lato"/>
              </a:defRPr>
            </a:lvl4pPr>
            <a:lvl5pPr indent="-304800" lvl="4" marL="2286000" rtl="0">
              <a:spcBef>
                <a:spcPts val="0"/>
              </a:spcBef>
              <a:spcAft>
                <a:spcPts val="0"/>
              </a:spcAft>
              <a:buSzPts val="1200"/>
              <a:buFont typeface="Lato"/>
              <a:buChar char="○"/>
              <a:defRPr>
                <a:latin typeface="Lato"/>
                <a:ea typeface="Lato"/>
                <a:cs typeface="Lato"/>
                <a:sym typeface="Lato"/>
              </a:defRPr>
            </a:lvl5pPr>
            <a:lvl6pPr indent="-304800" lvl="5" marL="2743200" rtl="0">
              <a:spcBef>
                <a:spcPts val="0"/>
              </a:spcBef>
              <a:spcAft>
                <a:spcPts val="0"/>
              </a:spcAft>
              <a:buSzPts val="1200"/>
              <a:buFont typeface="Lato"/>
              <a:buChar char="■"/>
              <a:defRPr>
                <a:latin typeface="Lato"/>
                <a:ea typeface="Lato"/>
                <a:cs typeface="Lato"/>
                <a:sym typeface="Lato"/>
              </a:defRPr>
            </a:lvl6pPr>
            <a:lvl7pPr indent="-304800" lvl="6" marL="3200400" rtl="0">
              <a:spcBef>
                <a:spcPts val="0"/>
              </a:spcBef>
              <a:spcAft>
                <a:spcPts val="0"/>
              </a:spcAft>
              <a:buSzPts val="1200"/>
              <a:buFont typeface="Lato"/>
              <a:buChar char="●"/>
              <a:defRPr>
                <a:latin typeface="Lato"/>
                <a:ea typeface="Lato"/>
                <a:cs typeface="Lato"/>
                <a:sym typeface="Lato"/>
              </a:defRPr>
            </a:lvl7pPr>
            <a:lvl8pPr indent="-304800" lvl="7" marL="3657600" rtl="0">
              <a:spcBef>
                <a:spcPts val="0"/>
              </a:spcBef>
              <a:spcAft>
                <a:spcPts val="0"/>
              </a:spcAft>
              <a:buSzPts val="1200"/>
              <a:buFont typeface="Lato"/>
              <a:buChar char="○"/>
              <a:defRPr>
                <a:latin typeface="Lato"/>
                <a:ea typeface="Lato"/>
                <a:cs typeface="Lato"/>
                <a:sym typeface="Lato"/>
              </a:defRPr>
            </a:lvl8pPr>
            <a:lvl9pPr indent="-304800" lvl="8" marL="4114800" rtl="0">
              <a:spcBef>
                <a:spcPts val="0"/>
              </a:spcBef>
              <a:spcAft>
                <a:spcPts val="0"/>
              </a:spcAft>
              <a:buSzPts val="1200"/>
              <a:buFont typeface="Lato"/>
              <a:buChar char="■"/>
              <a:defRPr>
                <a:latin typeface="Lato"/>
                <a:ea typeface="Lato"/>
                <a:cs typeface="Lato"/>
                <a:sym typeface="Lato"/>
              </a:defRPr>
            </a:lvl9pPr>
          </a:lstStyle>
          <a:p/>
        </p:txBody>
      </p:sp>
      <p:sp>
        <p:nvSpPr>
          <p:cNvPr id="207" name="Google Shape;207;p23"/>
          <p:cNvSpPr txBox="1"/>
          <p:nvPr>
            <p:ph idx="12" type="sldNum"/>
          </p:nvPr>
        </p:nvSpPr>
        <p:spPr>
          <a:xfrm>
            <a:off x="8595308" y="4749892"/>
            <a:ext cx="548700" cy="393600"/>
          </a:xfrm>
          <a:prstGeom prst="rect">
            <a:avLst/>
          </a:prstGeom>
        </p:spPr>
        <p:txBody>
          <a:bodyPr anchorCtr="0" anchor="b" bIns="172800" lIns="0" spcFirstLastPara="1" rIns="310500" wrap="square" tIns="0">
            <a:noAutofit/>
          </a:bodyPr>
          <a:lstStyle>
            <a:lvl1pPr lvl="0" rtl="0">
              <a:buNone/>
              <a:defRPr>
                <a:latin typeface="Lato"/>
                <a:ea typeface="Lato"/>
                <a:cs typeface="Lato"/>
                <a:sym typeface="Lato"/>
              </a:defRPr>
            </a:lvl1pPr>
            <a:lvl2pPr lvl="1" rtl="0">
              <a:buNone/>
              <a:defRPr>
                <a:latin typeface="Lato"/>
                <a:ea typeface="Lato"/>
                <a:cs typeface="Lato"/>
                <a:sym typeface="Lato"/>
              </a:defRPr>
            </a:lvl2pPr>
            <a:lvl3pPr lvl="2" rtl="0">
              <a:buNone/>
              <a:defRPr>
                <a:latin typeface="Lato"/>
                <a:ea typeface="Lato"/>
                <a:cs typeface="Lato"/>
                <a:sym typeface="Lato"/>
              </a:defRPr>
            </a:lvl3pPr>
            <a:lvl4pPr lvl="3" rtl="0">
              <a:buNone/>
              <a:defRPr>
                <a:latin typeface="Lato"/>
                <a:ea typeface="Lato"/>
                <a:cs typeface="Lato"/>
                <a:sym typeface="Lato"/>
              </a:defRPr>
            </a:lvl4pPr>
            <a:lvl5pPr lvl="4" rtl="0">
              <a:buNone/>
              <a:defRPr>
                <a:latin typeface="Lato"/>
                <a:ea typeface="Lato"/>
                <a:cs typeface="Lato"/>
                <a:sym typeface="Lato"/>
              </a:defRPr>
            </a:lvl5pPr>
            <a:lvl6pPr lvl="5" rtl="0">
              <a:buNone/>
              <a:defRPr>
                <a:latin typeface="Lato"/>
                <a:ea typeface="Lato"/>
                <a:cs typeface="Lato"/>
                <a:sym typeface="Lato"/>
              </a:defRPr>
            </a:lvl6pPr>
            <a:lvl7pPr lvl="6" rtl="0">
              <a:buNone/>
              <a:defRPr>
                <a:latin typeface="Lato"/>
                <a:ea typeface="Lato"/>
                <a:cs typeface="Lato"/>
                <a:sym typeface="Lato"/>
              </a:defRPr>
            </a:lvl7pPr>
            <a:lvl8pPr lvl="7" rtl="0">
              <a:buNone/>
              <a:defRPr>
                <a:latin typeface="Lato"/>
                <a:ea typeface="Lato"/>
                <a:cs typeface="Lato"/>
                <a:sym typeface="Lato"/>
              </a:defRPr>
            </a:lvl8pPr>
            <a:lvl9pPr lvl="8" rtl="0">
              <a:buNone/>
              <a:defRPr>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TITLE_AND_BODY_1_1">
    <p:spTree>
      <p:nvGrpSpPr>
        <p:cNvPr id="208" name="Shape 208"/>
        <p:cNvGrpSpPr/>
        <p:nvPr/>
      </p:nvGrpSpPr>
      <p:grpSpPr>
        <a:xfrm>
          <a:off x="0" y="0"/>
          <a:ext cx="0" cy="0"/>
          <a:chOff x="0" y="0"/>
          <a:chExt cx="0" cy="0"/>
        </a:xfrm>
      </p:grpSpPr>
      <p:sp>
        <p:nvSpPr>
          <p:cNvPr id="209" name="Google Shape;209;p24"/>
          <p:cNvSpPr txBox="1"/>
          <p:nvPr>
            <p:ph idx="12" type="sldNum"/>
          </p:nvPr>
        </p:nvSpPr>
        <p:spPr>
          <a:xfrm>
            <a:off x="4482789" y="4902398"/>
            <a:ext cx="174900" cy="179100"/>
          </a:xfrm>
          <a:prstGeom prst="rect">
            <a:avLst/>
          </a:prstGeom>
          <a:noFill/>
          <a:ln>
            <a:noFill/>
          </a:ln>
        </p:spPr>
        <p:txBody>
          <a:bodyPr anchorCtr="0" anchor="t" bIns="26775" lIns="26775" spcFirstLastPara="1" rIns="26775" wrap="square" tIns="26775">
            <a:noAutofit/>
          </a:bodyPr>
          <a:lstStyle>
            <a:lvl1pPr indent="0" lvl="0" marL="0" rtl="0" algn="ctr">
              <a:lnSpc>
                <a:spcPct val="100000"/>
              </a:lnSpc>
              <a:spcBef>
                <a:spcPts val="0"/>
              </a:spcBef>
              <a:spcAft>
                <a:spcPts val="0"/>
              </a:spcAft>
              <a:buClr>
                <a:srgbClr val="000000"/>
              </a:buClr>
              <a:buSzPts val="800"/>
              <a:buFont typeface="Helvetica Neue Light"/>
              <a:buNone/>
              <a:defRPr b="0" sz="800">
                <a:latin typeface="Helvetica Neue Light"/>
                <a:ea typeface="Helvetica Neue Light"/>
                <a:cs typeface="Helvetica Neue Light"/>
                <a:sym typeface="Helvetica Neue Light"/>
              </a:defRPr>
            </a:lvl1pPr>
            <a:lvl2pPr indent="0" lvl="1" marL="0" rtl="0" algn="ctr">
              <a:lnSpc>
                <a:spcPct val="100000"/>
              </a:lnSpc>
              <a:spcBef>
                <a:spcPts val="0"/>
              </a:spcBef>
              <a:spcAft>
                <a:spcPts val="0"/>
              </a:spcAft>
              <a:buClr>
                <a:srgbClr val="000000"/>
              </a:buClr>
              <a:buSzPts val="800"/>
              <a:buFont typeface="Helvetica Neue Light"/>
              <a:buNone/>
              <a:defRPr b="0" sz="800">
                <a:latin typeface="Helvetica Neue Light"/>
                <a:ea typeface="Helvetica Neue Light"/>
                <a:cs typeface="Helvetica Neue Light"/>
                <a:sym typeface="Helvetica Neue Light"/>
              </a:defRPr>
            </a:lvl2pPr>
            <a:lvl3pPr indent="0" lvl="2" marL="0" rtl="0" algn="ctr">
              <a:lnSpc>
                <a:spcPct val="100000"/>
              </a:lnSpc>
              <a:spcBef>
                <a:spcPts val="0"/>
              </a:spcBef>
              <a:spcAft>
                <a:spcPts val="0"/>
              </a:spcAft>
              <a:buClr>
                <a:srgbClr val="000000"/>
              </a:buClr>
              <a:buSzPts val="800"/>
              <a:buFont typeface="Helvetica Neue Light"/>
              <a:buNone/>
              <a:defRPr b="0" sz="800">
                <a:latin typeface="Helvetica Neue Light"/>
                <a:ea typeface="Helvetica Neue Light"/>
                <a:cs typeface="Helvetica Neue Light"/>
                <a:sym typeface="Helvetica Neue Light"/>
              </a:defRPr>
            </a:lvl3pPr>
            <a:lvl4pPr indent="0" lvl="3" marL="0" rtl="0" algn="ctr">
              <a:lnSpc>
                <a:spcPct val="100000"/>
              </a:lnSpc>
              <a:spcBef>
                <a:spcPts val="0"/>
              </a:spcBef>
              <a:spcAft>
                <a:spcPts val="0"/>
              </a:spcAft>
              <a:buClr>
                <a:srgbClr val="000000"/>
              </a:buClr>
              <a:buSzPts val="800"/>
              <a:buFont typeface="Helvetica Neue Light"/>
              <a:buNone/>
              <a:defRPr b="0" sz="800">
                <a:latin typeface="Helvetica Neue Light"/>
                <a:ea typeface="Helvetica Neue Light"/>
                <a:cs typeface="Helvetica Neue Light"/>
                <a:sym typeface="Helvetica Neue Light"/>
              </a:defRPr>
            </a:lvl4pPr>
            <a:lvl5pPr indent="0" lvl="4" marL="0" rtl="0" algn="ctr">
              <a:lnSpc>
                <a:spcPct val="100000"/>
              </a:lnSpc>
              <a:spcBef>
                <a:spcPts val="0"/>
              </a:spcBef>
              <a:spcAft>
                <a:spcPts val="0"/>
              </a:spcAft>
              <a:buClr>
                <a:srgbClr val="000000"/>
              </a:buClr>
              <a:buSzPts val="800"/>
              <a:buFont typeface="Helvetica Neue Light"/>
              <a:buNone/>
              <a:defRPr b="0" sz="800">
                <a:latin typeface="Helvetica Neue Light"/>
                <a:ea typeface="Helvetica Neue Light"/>
                <a:cs typeface="Helvetica Neue Light"/>
                <a:sym typeface="Helvetica Neue Light"/>
              </a:defRPr>
            </a:lvl5pPr>
            <a:lvl6pPr indent="0" lvl="5" marL="0" rtl="0" algn="ctr">
              <a:lnSpc>
                <a:spcPct val="100000"/>
              </a:lnSpc>
              <a:spcBef>
                <a:spcPts val="0"/>
              </a:spcBef>
              <a:spcAft>
                <a:spcPts val="0"/>
              </a:spcAft>
              <a:buClr>
                <a:srgbClr val="000000"/>
              </a:buClr>
              <a:buSzPts val="800"/>
              <a:buFont typeface="Helvetica Neue Light"/>
              <a:buNone/>
              <a:defRPr b="0" sz="800">
                <a:latin typeface="Helvetica Neue Light"/>
                <a:ea typeface="Helvetica Neue Light"/>
                <a:cs typeface="Helvetica Neue Light"/>
                <a:sym typeface="Helvetica Neue Light"/>
              </a:defRPr>
            </a:lvl6pPr>
            <a:lvl7pPr indent="0" lvl="6" marL="0" rtl="0" algn="ctr">
              <a:lnSpc>
                <a:spcPct val="100000"/>
              </a:lnSpc>
              <a:spcBef>
                <a:spcPts val="0"/>
              </a:spcBef>
              <a:spcAft>
                <a:spcPts val="0"/>
              </a:spcAft>
              <a:buClr>
                <a:srgbClr val="000000"/>
              </a:buClr>
              <a:buSzPts val="800"/>
              <a:buFont typeface="Helvetica Neue Light"/>
              <a:buNone/>
              <a:defRPr b="0" sz="800">
                <a:latin typeface="Helvetica Neue Light"/>
                <a:ea typeface="Helvetica Neue Light"/>
                <a:cs typeface="Helvetica Neue Light"/>
                <a:sym typeface="Helvetica Neue Light"/>
              </a:defRPr>
            </a:lvl7pPr>
            <a:lvl8pPr indent="0" lvl="7" marL="0" rtl="0" algn="ctr">
              <a:lnSpc>
                <a:spcPct val="100000"/>
              </a:lnSpc>
              <a:spcBef>
                <a:spcPts val="0"/>
              </a:spcBef>
              <a:spcAft>
                <a:spcPts val="0"/>
              </a:spcAft>
              <a:buClr>
                <a:srgbClr val="000000"/>
              </a:buClr>
              <a:buSzPts val="800"/>
              <a:buFont typeface="Helvetica Neue Light"/>
              <a:buNone/>
              <a:defRPr b="0" sz="800">
                <a:latin typeface="Helvetica Neue Light"/>
                <a:ea typeface="Helvetica Neue Light"/>
                <a:cs typeface="Helvetica Neue Light"/>
                <a:sym typeface="Helvetica Neue Light"/>
              </a:defRPr>
            </a:lvl8pPr>
            <a:lvl9pPr indent="0" lvl="8" marL="0" rtl="0" algn="ctr">
              <a:lnSpc>
                <a:spcPct val="100000"/>
              </a:lnSpc>
              <a:spcBef>
                <a:spcPts val="0"/>
              </a:spcBef>
              <a:spcAft>
                <a:spcPts val="0"/>
              </a:spcAft>
              <a:buClr>
                <a:srgbClr val="000000"/>
              </a:buClr>
              <a:buSzPts val="800"/>
              <a:buFont typeface="Helvetica Neue Light"/>
              <a:buNone/>
              <a:defRPr b="0" sz="8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fr"/>
              <a:t>‹#›</a:t>
            </a:fld>
            <a:endParaRPr b="1">
              <a:latin typeface="Outfit"/>
              <a:ea typeface="Outfit"/>
              <a:cs typeface="Outfit"/>
              <a:sym typeface="Outfi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rps 3">
  <p:cSld name="TITLE_AND_BODY_3">
    <p:spTree>
      <p:nvGrpSpPr>
        <p:cNvPr id="210" name="Shape 210"/>
        <p:cNvGrpSpPr/>
        <p:nvPr/>
      </p:nvGrpSpPr>
      <p:grpSpPr>
        <a:xfrm>
          <a:off x="0" y="0"/>
          <a:ext cx="0" cy="0"/>
          <a:chOff x="0" y="0"/>
          <a:chExt cx="0" cy="0"/>
        </a:xfrm>
      </p:grpSpPr>
      <p:sp>
        <p:nvSpPr>
          <p:cNvPr id="211" name="Google Shape;211;p2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rtl="0">
              <a:spcBef>
                <a:spcPts val="0"/>
              </a:spcBef>
              <a:spcAft>
                <a:spcPts val="0"/>
              </a:spcAft>
              <a:buSzPts val="2100"/>
              <a:buFont typeface="Source Sans Pro"/>
              <a:buNone/>
              <a:defRPr b="1">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2" name="Google Shape;212;p25"/>
          <p:cNvSpPr txBox="1"/>
          <p:nvPr>
            <p:ph idx="1" type="body"/>
          </p:nvPr>
        </p:nvSpPr>
        <p:spPr>
          <a:xfrm>
            <a:off x="311700" y="1152475"/>
            <a:ext cx="8520600" cy="3416400"/>
          </a:xfrm>
          <a:prstGeom prst="rect">
            <a:avLst/>
          </a:prstGeom>
        </p:spPr>
        <p:txBody>
          <a:bodyPr anchorCtr="0" anchor="t" bIns="0" lIns="0" spcFirstLastPara="1" rIns="0" wrap="square" tIns="0">
            <a:normAutofit/>
          </a:bodyPr>
          <a:lstStyle>
            <a:lvl1pPr indent="-304800" lvl="0" marL="457200" rtl="0">
              <a:spcBef>
                <a:spcPts val="0"/>
              </a:spcBef>
              <a:spcAft>
                <a:spcPts val="0"/>
              </a:spcAft>
              <a:buSzPts val="1200"/>
              <a:buFont typeface="Helvetica Neue"/>
              <a:buChar char="●"/>
              <a:defRPr>
                <a:latin typeface="Helvetica Neue"/>
                <a:ea typeface="Helvetica Neue"/>
                <a:cs typeface="Helvetica Neue"/>
                <a:sym typeface="Helvetica Neue"/>
              </a:defRPr>
            </a:lvl1pPr>
            <a:lvl2pPr indent="-304800" lvl="1" marL="914400" rtl="0">
              <a:spcBef>
                <a:spcPts val="0"/>
              </a:spcBef>
              <a:spcAft>
                <a:spcPts val="0"/>
              </a:spcAft>
              <a:buSzPts val="1200"/>
              <a:buFont typeface="Helvetica Neue"/>
              <a:buChar char="○"/>
              <a:defRPr>
                <a:latin typeface="Helvetica Neue"/>
                <a:ea typeface="Helvetica Neue"/>
                <a:cs typeface="Helvetica Neue"/>
                <a:sym typeface="Helvetica Neue"/>
              </a:defRPr>
            </a:lvl2pPr>
            <a:lvl3pPr indent="-304800" lvl="2" marL="1371600" rtl="0">
              <a:spcBef>
                <a:spcPts val="0"/>
              </a:spcBef>
              <a:spcAft>
                <a:spcPts val="0"/>
              </a:spcAft>
              <a:buSzPts val="1200"/>
              <a:buFont typeface="Helvetica Neue"/>
              <a:buChar char="■"/>
              <a:defRPr>
                <a:latin typeface="Helvetica Neue"/>
                <a:ea typeface="Helvetica Neue"/>
                <a:cs typeface="Helvetica Neue"/>
                <a:sym typeface="Helvetica Neue"/>
              </a:defRPr>
            </a:lvl3pPr>
            <a:lvl4pPr indent="-304800" lvl="3" marL="1828800" rtl="0">
              <a:spcBef>
                <a:spcPts val="0"/>
              </a:spcBef>
              <a:spcAft>
                <a:spcPts val="0"/>
              </a:spcAft>
              <a:buSzPts val="1200"/>
              <a:buFont typeface="Helvetica Neue"/>
              <a:buChar char="●"/>
              <a:defRPr>
                <a:latin typeface="Helvetica Neue"/>
                <a:ea typeface="Helvetica Neue"/>
                <a:cs typeface="Helvetica Neue"/>
                <a:sym typeface="Helvetica Neue"/>
              </a:defRPr>
            </a:lvl4pPr>
            <a:lvl5pPr indent="-304800" lvl="4" marL="2286000" rtl="0">
              <a:spcBef>
                <a:spcPts val="0"/>
              </a:spcBef>
              <a:spcAft>
                <a:spcPts val="0"/>
              </a:spcAft>
              <a:buSzPts val="1200"/>
              <a:buFont typeface="Helvetica Neue"/>
              <a:buChar char="○"/>
              <a:defRPr>
                <a:latin typeface="Helvetica Neue"/>
                <a:ea typeface="Helvetica Neue"/>
                <a:cs typeface="Helvetica Neue"/>
                <a:sym typeface="Helvetica Neue"/>
              </a:defRPr>
            </a:lvl5pPr>
            <a:lvl6pPr indent="-304800" lvl="5" marL="2743200" rtl="0">
              <a:spcBef>
                <a:spcPts val="0"/>
              </a:spcBef>
              <a:spcAft>
                <a:spcPts val="0"/>
              </a:spcAft>
              <a:buSzPts val="1200"/>
              <a:buFont typeface="Helvetica Neue"/>
              <a:buChar char="■"/>
              <a:defRPr>
                <a:latin typeface="Helvetica Neue"/>
                <a:ea typeface="Helvetica Neue"/>
                <a:cs typeface="Helvetica Neue"/>
                <a:sym typeface="Helvetica Neue"/>
              </a:defRPr>
            </a:lvl6pPr>
            <a:lvl7pPr indent="-304800" lvl="6" marL="3200400" rtl="0">
              <a:spcBef>
                <a:spcPts val="0"/>
              </a:spcBef>
              <a:spcAft>
                <a:spcPts val="0"/>
              </a:spcAft>
              <a:buSzPts val="1200"/>
              <a:buFont typeface="Helvetica Neue"/>
              <a:buChar char="●"/>
              <a:defRPr>
                <a:latin typeface="Helvetica Neue"/>
                <a:ea typeface="Helvetica Neue"/>
                <a:cs typeface="Helvetica Neue"/>
                <a:sym typeface="Helvetica Neue"/>
              </a:defRPr>
            </a:lvl7pPr>
            <a:lvl8pPr indent="-304800" lvl="7" marL="3657600" rtl="0">
              <a:spcBef>
                <a:spcPts val="0"/>
              </a:spcBef>
              <a:spcAft>
                <a:spcPts val="0"/>
              </a:spcAft>
              <a:buSzPts val="1200"/>
              <a:buFont typeface="Helvetica Neue"/>
              <a:buChar char="○"/>
              <a:defRPr>
                <a:latin typeface="Helvetica Neue"/>
                <a:ea typeface="Helvetica Neue"/>
                <a:cs typeface="Helvetica Neue"/>
                <a:sym typeface="Helvetica Neue"/>
              </a:defRPr>
            </a:lvl8pPr>
            <a:lvl9pPr indent="-304800" lvl="8" marL="4114800" rtl="0">
              <a:spcBef>
                <a:spcPts val="0"/>
              </a:spcBef>
              <a:spcAft>
                <a:spcPts val="0"/>
              </a:spcAft>
              <a:buSzPts val="1200"/>
              <a:buFont typeface="Helvetica Neue"/>
              <a:buChar char="■"/>
              <a:defRPr>
                <a:latin typeface="Helvetica Neue"/>
                <a:ea typeface="Helvetica Neue"/>
                <a:cs typeface="Helvetica Neue"/>
                <a:sym typeface="Helvetica Neue"/>
              </a:defRPr>
            </a:lvl9pPr>
          </a:lstStyle>
          <a:p/>
        </p:txBody>
      </p:sp>
      <p:sp>
        <p:nvSpPr>
          <p:cNvPr id="213" name="Google Shape;213;p25"/>
          <p:cNvSpPr txBox="1"/>
          <p:nvPr>
            <p:ph idx="12" type="sldNum"/>
          </p:nvPr>
        </p:nvSpPr>
        <p:spPr>
          <a:xfrm>
            <a:off x="8472458" y="4663217"/>
            <a:ext cx="548700" cy="393600"/>
          </a:xfrm>
          <a:prstGeom prst="rect">
            <a:avLst/>
          </a:prstGeom>
        </p:spPr>
        <p:txBody>
          <a:bodyPr anchorCtr="0" anchor="b" bIns="172800" lIns="0" spcFirstLastPara="1" rIns="31050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tête de section 1">
  <p:cSld name="SECTION_HEADER_3">
    <p:spTree>
      <p:nvGrpSpPr>
        <p:cNvPr id="214" name="Shape 214"/>
        <p:cNvGrpSpPr/>
        <p:nvPr/>
      </p:nvGrpSpPr>
      <p:grpSpPr>
        <a:xfrm>
          <a:off x="0" y="0"/>
          <a:ext cx="0" cy="0"/>
          <a:chOff x="0" y="0"/>
          <a:chExt cx="0" cy="0"/>
        </a:xfrm>
      </p:grpSpPr>
      <p:sp>
        <p:nvSpPr>
          <p:cNvPr id="215" name="Google Shape;215;p26"/>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16" name="Google Shape;216;p26"/>
          <p:cNvSpPr txBox="1"/>
          <p:nvPr>
            <p:ph idx="12" type="sldNum"/>
          </p:nvPr>
        </p:nvSpPr>
        <p:spPr>
          <a:xfrm>
            <a:off x="8472458" y="4663217"/>
            <a:ext cx="548700" cy="393600"/>
          </a:xfrm>
          <a:prstGeom prst="rect">
            <a:avLst/>
          </a:prstGeom>
        </p:spPr>
        <p:txBody>
          <a:bodyPr anchorCtr="0" anchor="b" bIns="172800" lIns="0" spcFirstLastPara="1" rIns="31050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sur deux colonnes 1">
  <p:cSld name="TITLE_AND_TWO_COLUMNS_1">
    <p:spTree>
      <p:nvGrpSpPr>
        <p:cNvPr id="217" name="Shape 217"/>
        <p:cNvGrpSpPr/>
        <p:nvPr/>
      </p:nvGrpSpPr>
      <p:grpSpPr>
        <a:xfrm>
          <a:off x="0" y="0"/>
          <a:ext cx="0" cy="0"/>
          <a:chOff x="0" y="0"/>
          <a:chExt cx="0" cy="0"/>
        </a:xfrm>
      </p:grpSpPr>
      <p:sp>
        <p:nvSpPr>
          <p:cNvPr id="218" name="Google Shape;218;p2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rtl="0">
              <a:spcBef>
                <a:spcPts val="0"/>
              </a:spcBef>
              <a:spcAft>
                <a:spcPts val="0"/>
              </a:spcAft>
              <a:buSzPts val="2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9" name="Google Shape;219;p27"/>
          <p:cNvSpPr txBox="1"/>
          <p:nvPr>
            <p:ph idx="1" type="body"/>
          </p:nvPr>
        </p:nvSpPr>
        <p:spPr>
          <a:xfrm>
            <a:off x="311700" y="1152475"/>
            <a:ext cx="3999900" cy="3416400"/>
          </a:xfrm>
          <a:prstGeom prst="rect">
            <a:avLst/>
          </a:prstGeom>
        </p:spPr>
        <p:txBody>
          <a:bodyPr anchorCtr="0" anchor="t" bIns="0" lIns="0" spcFirstLastPara="1" rIns="0" wrap="square" tIns="0">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20" name="Google Shape;220;p27"/>
          <p:cNvSpPr txBox="1"/>
          <p:nvPr>
            <p:ph idx="2" type="body"/>
          </p:nvPr>
        </p:nvSpPr>
        <p:spPr>
          <a:xfrm>
            <a:off x="4832400" y="1152475"/>
            <a:ext cx="3999900" cy="3416400"/>
          </a:xfrm>
          <a:prstGeom prst="rect">
            <a:avLst/>
          </a:prstGeom>
        </p:spPr>
        <p:txBody>
          <a:bodyPr anchorCtr="0" anchor="t" bIns="0" lIns="0" spcFirstLastPara="1" rIns="0" wrap="square" tIns="0">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21" name="Google Shape;221;p27"/>
          <p:cNvSpPr txBox="1"/>
          <p:nvPr>
            <p:ph idx="12" type="sldNum"/>
          </p:nvPr>
        </p:nvSpPr>
        <p:spPr>
          <a:xfrm>
            <a:off x="8472458" y="4663217"/>
            <a:ext cx="548700" cy="393600"/>
          </a:xfrm>
          <a:prstGeom prst="rect">
            <a:avLst/>
          </a:prstGeom>
        </p:spPr>
        <p:txBody>
          <a:bodyPr anchorCtr="0" anchor="b" bIns="172800" lIns="0" spcFirstLastPara="1" rIns="31050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ta 2">
  <p:cSld name="SECTION_HEADER_4">
    <p:bg>
      <p:bgPr>
        <a:solidFill>
          <a:srgbClr val="1155CC"/>
        </a:solidFill>
      </p:bgPr>
    </p:bg>
    <p:spTree>
      <p:nvGrpSpPr>
        <p:cNvPr id="222" name="Shape 222"/>
        <p:cNvGrpSpPr/>
        <p:nvPr/>
      </p:nvGrpSpPr>
      <p:grpSpPr>
        <a:xfrm>
          <a:off x="0" y="0"/>
          <a:ext cx="0" cy="0"/>
          <a:chOff x="0" y="0"/>
          <a:chExt cx="0" cy="0"/>
        </a:xfrm>
      </p:grpSpPr>
      <p:sp>
        <p:nvSpPr>
          <p:cNvPr id="223" name="Google Shape;223;p28"/>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rtl="0" algn="ctr">
              <a:spcBef>
                <a:spcPts val="0"/>
              </a:spcBef>
              <a:spcAft>
                <a:spcPts val="0"/>
              </a:spcAft>
              <a:buClr>
                <a:srgbClr val="FFFFFF"/>
              </a:buClr>
              <a:buSzPts val="3600"/>
              <a:buNone/>
              <a:defRPr sz="3600">
                <a:solidFill>
                  <a:srgbClr val="FFFFFF"/>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4" name="Google Shape;224;p28"/>
          <p:cNvSpPr txBox="1"/>
          <p:nvPr>
            <p:ph idx="12" type="sldNum"/>
          </p:nvPr>
        </p:nvSpPr>
        <p:spPr>
          <a:xfrm>
            <a:off x="8595308" y="4749892"/>
            <a:ext cx="548700" cy="393600"/>
          </a:xfrm>
          <a:prstGeom prst="rect">
            <a:avLst/>
          </a:prstGeom>
        </p:spPr>
        <p:txBody>
          <a:bodyPr anchorCtr="0" anchor="b" bIns="172800" lIns="0" spcFirstLastPara="1" rIns="31050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che pratique">
  <p:cSld name="AUTOLAYOUT_1">
    <p:bg>
      <p:bgPr>
        <a:solidFill>
          <a:srgbClr val="FFFFFF"/>
        </a:solidFill>
      </p:bgPr>
    </p:bg>
    <p:spTree>
      <p:nvGrpSpPr>
        <p:cNvPr id="225" name="Shape 225"/>
        <p:cNvGrpSpPr/>
        <p:nvPr/>
      </p:nvGrpSpPr>
      <p:grpSpPr>
        <a:xfrm>
          <a:off x="0" y="0"/>
          <a:ext cx="0" cy="0"/>
          <a:chOff x="0" y="0"/>
          <a:chExt cx="0" cy="0"/>
        </a:xfrm>
      </p:grpSpPr>
      <p:sp>
        <p:nvSpPr>
          <p:cNvPr id="226" name="Google Shape;226;p29"/>
          <p:cNvSpPr/>
          <p:nvPr/>
        </p:nvSpPr>
        <p:spPr>
          <a:xfrm>
            <a:off x="0" y="0"/>
            <a:ext cx="3150900" cy="5152800"/>
          </a:xfrm>
          <a:prstGeom prst="rect">
            <a:avLst/>
          </a:prstGeom>
          <a:solidFill>
            <a:schemeClr val="dk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100">
              <a:solidFill>
                <a:schemeClr val="dk1"/>
              </a:solidFill>
            </a:endParaRPr>
          </a:p>
        </p:txBody>
      </p:sp>
      <p:sp>
        <p:nvSpPr>
          <p:cNvPr id="227" name="Google Shape;227;p29"/>
          <p:cNvSpPr txBox="1"/>
          <p:nvPr>
            <p:ph type="title"/>
          </p:nvPr>
        </p:nvSpPr>
        <p:spPr>
          <a:xfrm>
            <a:off x="310500" y="310500"/>
            <a:ext cx="2461200" cy="4074900"/>
          </a:xfrm>
          <a:prstGeom prst="rect">
            <a:avLst/>
          </a:prstGeom>
          <a:noFill/>
        </p:spPr>
        <p:txBody>
          <a:bodyPr anchorCtr="0" anchor="t" bIns="0" lIns="0" spcFirstLastPara="1" rIns="0" wrap="square" tIns="0">
            <a:spAutoFit/>
          </a:bodyPr>
          <a:lstStyle>
            <a:lvl1pPr lvl="0" rtl="0" algn="r">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1pPr>
            <a:lvl2pPr lvl="1"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2pPr>
            <a:lvl3pPr lvl="2"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3pPr>
            <a:lvl4pPr lvl="3"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4pPr>
            <a:lvl5pPr lvl="4"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5pPr>
            <a:lvl6pPr lvl="5"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6pPr>
            <a:lvl7pPr lvl="6"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7pPr>
            <a:lvl8pPr lvl="7"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8pPr>
            <a:lvl9pPr lvl="8" rtl="0" algn="l">
              <a:lnSpc>
                <a:spcPct val="100000"/>
              </a:lnSpc>
              <a:spcBef>
                <a:spcPts val="0"/>
              </a:spcBef>
              <a:spcAft>
                <a:spcPts val="0"/>
              </a:spcAft>
              <a:buClr>
                <a:srgbClr val="FFFFFF"/>
              </a:buClr>
              <a:buSzPts val="3000"/>
              <a:buFont typeface="Outfit"/>
              <a:buNone/>
              <a:defRPr b="1" sz="3000">
                <a:solidFill>
                  <a:srgbClr val="FFFFFF"/>
                </a:solidFill>
                <a:latin typeface="Outfit"/>
                <a:ea typeface="Outfit"/>
                <a:cs typeface="Outfit"/>
                <a:sym typeface="Outfit"/>
              </a:defRPr>
            </a:lvl9pPr>
          </a:lstStyle>
          <a:p/>
        </p:txBody>
      </p:sp>
      <p:sp>
        <p:nvSpPr>
          <p:cNvPr id="228" name="Google Shape;228;p29"/>
          <p:cNvSpPr txBox="1"/>
          <p:nvPr>
            <p:ph idx="1" type="body"/>
          </p:nvPr>
        </p:nvSpPr>
        <p:spPr>
          <a:xfrm>
            <a:off x="3461400" y="310500"/>
            <a:ext cx="5370900" cy="4525200"/>
          </a:xfrm>
          <a:prstGeom prst="rect">
            <a:avLst/>
          </a:prstGeom>
          <a:noFill/>
        </p:spPr>
        <p:txBody>
          <a:bodyPr anchorCtr="0" anchor="t" bIns="0" lIns="0" spcFirstLastPara="1" rIns="0" wrap="square" tIns="0">
            <a:normAutofit/>
          </a:bodyPr>
          <a:lstStyle>
            <a:lvl1pPr indent="-342900" lvl="0" marL="457200" rtl="0" algn="l">
              <a:lnSpc>
                <a:spcPct val="115000"/>
              </a:lnSpc>
              <a:spcBef>
                <a:spcPts val="0"/>
              </a:spcBef>
              <a:spcAft>
                <a:spcPts val="0"/>
              </a:spcAft>
              <a:buClr>
                <a:schemeClr val="dk1"/>
              </a:buClr>
              <a:buSzPts val="1800"/>
              <a:buFont typeface="Outfit"/>
              <a:buChar char="●"/>
              <a:defRPr sz="1800">
                <a:solidFill>
                  <a:schemeClr val="dk1"/>
                </a:solidFill>
                <a:latin typeface="Outfit"/>
                <a:ea typeface="Outfit"/>
                <a:cs typeface="Outfit"/>
                <a:sym typeface="Outfit"/>
              </a:defRPr>
            </a:lvl1pPr>
            <a:lvl2pPr indent="-298450" lvl="1" marL="914400" rtl="0" algn="l">
              <a:lnSpc>
                <a:spcPct val="115000"/>
              </a:lnSpc>
              <a:spcBef>
                <a:spcPts val="800"/>
              </a:spcBef>
              <a:spcAft>
                <a:spcPts val="0"/>
              </a:spcAft>
              <a:buClr>
                <a:schemeClr val="dk1"/>
              </a:buClr>
              <a:buSzPts val="1100"/>
              <a:buFont typeface="Outfit"/>
              <a:buChar char="○"/>
              <a:defRPr sz="1400">
                <a:solidFill>
                  <a:schemeClr val="dk1"/>
                </a:solidFill>
                <a:latin typeface="Outfit"/>
                <a:ea typeface="Outfit"/>
                <a:cs typeface="Outfit"/>
                <a:sym typeface="Outfit"/>
              </a:defRPr>
            </a:lvl2pPr>
            <a:lvl3pPr indent="-298450" lvl="2" marL="1371600" rtl="0" algn="l">
              <a:lnSpc>
                <a:spcPct val="115000"/>
              </a:lnSpc>
              <a:spcBef>
                <a:spcPts val="800"/>
              </a:spcBef>
              <a:spcAft>
                <a:spcPts val="0"/>
              </a:spcAft>
              <a:buClr>
                <a:schemeClr val="dk1"/>
              </a:buClr>
              <a:buSzPts val="1100"/>
              <a:buFont typeface="Outfit"/>
              <a:buChar char="■"/>
              <a:defRPr sz="1400">
                <a:solidFill>
                  <a:schemeClr val="dk1"/>
                </a:solidFill>
                <a:latin typeface="Outfit"/>
                <a:ea typeface="Outfit"/>
                <a:cs typeface="Outfit"/>
                <a:sym typeface="Outfit"/>
              </a:defRPr>
            </a:lvl3pPr>
            <a:lvl4pPr indent="-298450" lvl="3" marL="1828800" rtl="0" algn="l">
              <a:lnSpc>
                <a:spcPct val="115000"/>
              </a:lnSpc>
              <a:spcBef>
                <a:spcPts val="800"/>
              </a:spcBef>
              <a:spcAft>
                <a:spcPts val="0"/>
              </a:spcAft>
              <a:buClr>
                <a:schemeClr val="dk1"/>
              </a:buClr>
              <a:buSzPts val="1100"/>
              <a:buFont typeface="Outfit"/>
              <a:buChar char="●"/>
              <a:defRPr sz="1400">
                <a:solidFill>
                  <a:schemeClr val="dk1"/>
                </a:solidFill>
                <a:latin typeface="Outfit"/>
                <a:ea typeface="Outfit"/>
                <a:cs typeface="Outfit"/>
                <a:sym typeface="Outfit"/>
              </a:defRPr>
            </a:lvl4pPr>
            <a:lvl5pPr indent="-298450" lvl="4" marL="2286000" rtl="0" algn="l">
              <a:lnSpc>
                <a:spcPct val="115000"/>
              </a:lnSpc>
              <a:spcBef>
                <a:spcPts val="800"/>
              </a:spcBef>
              <a:spcAft>
                <a:spcPts val="0"/>
              </a:spcAft>
              <a:buClr>
                <a:schemeClr val="dk1"/>
              </a:buClr>
              <a:buSzPts val="1100"/>
              <a:buFont typeface="Outfit"/>
              <a:buChar char="○"/>
              <a:defRPr sz="1400">
                <a:solidFill>
                  <a:schemeClr val="dk1"/>
                </a:solidFill>
                <a:latin typeface="Outfit"/>
                <a:ea typeface="Outfit"/>
                <a:cs typeface="Outfit"/>
                <a:sym typeface="Outfit"/>
              </a:defRPr>
            </a:lvl5pPr>
            <a:lvl6pPr indent="-298450" lvl="5" marL="2743200" rtl="0" algn="l">
              <a:lnSpc>
                <a:spcPct val="115000"/>
              </a:lnSpc>
              <a:spcBef>
                <a:spcPts val="800"/>
              </a:spcBef>
              <a:spcAft>
                <a:spcPts val="0"/>
              </a:spcAft>
              <a:buClr>
                <a:schemeClr val="dk1"/>
              </a:buClr>
              <a:buSzPts val="1100"/>
              <a:buFont typeface="Outfit"/>
              <a:buChar char="■"/>
              <a:defRPr sz="1400">
                <a:solidFill>
                  <a:schemeClr val="dk1"/>
                </a:solidFill>
                <a:latin typeface="Outfit"/>
                <a:ea typeface="Outfit"/>
                <a:cs typeface="Outfit"/>
                <a:sym typeface="Outfit"/>
              </a:defRPr>
            </a:lvl6pPr>
            <a:lvl7pPr indent="-298450" lvl="6" marL="3200400" rtl="0" algn="l">
              <a:lnSpc>
                <a:spcPct val="115000"/>
              </a:lnSpc>
              <a:spcBef>
                <a:spcPts val="800"/>
              </a:spcBef>
              <a:spcAft>
                <a:spcPts val="0"/>
              </a:spcAft>
              <a:buClr>
                <a:schemeClr val="dk1"/>
              </a:buClr>
              <a:buSzPts val="1100"/>
              <a:buFont typeface="Outfit"/>
              <a:buChar char="●"/>
              <a:defRPr sz="1400">
                <a:solidFill>
                  <a:schemeClr val="dk1"/>
                </a:solidFill>
                <a:latin typeface="Outfit"/>
                <a:ea typeface="Outfit"/>
                <a:cs typeface="Outfit"/>
                <a:sym typeface="Outfit"/>
              </a:defRPr>
            </a:lvl7pPr>
            <a:lvl8pPr indent="-298450" lvl="7" marL="3657600" rtl="0" algn="l">
              <a:lnSpc>
                <a:spcPct val="115000"/>
              </a:lnSpc>
              <a:spcBef>
                <a:spcPts val="800"/>
              </a:spcBef>
              <a:spcAft>
                <a:spcPts val="0"/>
              </a:spcAft>
              <a:buClr>
                <a:schemeClr val="dk1"/>
              </a:buClr>
              <a:buSzPts val="1100"/>
              <a:buFont typeface="Outfit"/>
              <a:buChar char="○"/>
              <a:defRPr sz="1400">
                <a:solidFill>
                  <a:schemeClr val="dk1"/>
                </a:solidFill>
                <a:latin typeface="Outfit"/>
                <a:ea typeface="Outfit"/>
                <a:cs typeface="Outfit"/>
                <a:sym typeface="Outfit"/>
              </a:defRPr>
            </a:lvl8pPr>
            <a:lvl9pPr indent="-298450" lvl="8" marL="4114800" rtl="0" algn="l">
              <a:lnSpc>
                <a:spcPct val="115000"/>
              </a:lnSpc>
              <a:spcBef>
                <a:spcPts val="800"/>
              </a:spcBef>
              <a:spcAft>
                <a:spcPts val="800"/>
              </a:spcAft>
              <a:buClr>
                <a:schemeClr val="dk1"/>
              </a:buClr>
              <a:buSzPts val="1100"/>
              <a:buFont typeface="Outfit"/>
              <a:buChar char="■"/>
              <a:defRPr sz="1400">
                <a:solidFill>
                  <a:schemeClr val="dk1"/>
                </a:solidFill>
                <a:latin typeface="Outfit"/>
                <a:ea typeface="Outfit"/>
                <a:cs typeface="Outfit"/>
                <a:sym typeface="Outfit"/>
              </a:defRPr>
            </a:lvl9pPr>
          </a:lstStyle>
          <a:p/>
        </p:txBody>
      </p:sp>
      <p:sp>
        <p:nvSpPr>
          <p:cNvPr id="229" name="Google Shape;229;p29"/>
          <p:cNvSpPr txBox="1"/>
          <p:nvPr>
            <p:ph idx="2" type="body"/>
          </p:nvPr>
        </p:nvSpPr>
        <p:spPr>
          <a:xfrm>
            <a:off x="3462075" y="4744351"/>
            <a:ext cx="5370300" cy="393600"/>
          </a:xfrm>
          <a:prstGeom prst="rect">
            <a:avLst/>
          </a:prstGeom>
        </p:spPr>
        <p:txBody>
          <a:bodyPr anchorCtr="0" anchor="b" bIns="172800" lIns="0" spcFirstLastPara="1" rIns="0" wrap="square" tIns="0">
            <a:noAutofit/>
          </a:bodyPr>
          <a:lstStyle>
            <a:lvl1pPr indent="-279400" lvl="0" marL="4572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indent="-279400" lvl="1" marL="914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indent="-279400" lvl="2" marL="1371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indent="-279400" lvl="3" marL="18288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indent="-279400" lvl="4" marL="22860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indent="-279400" lvl="5" marL="27432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indent="-279400" lvl="6" marL="3200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indent="-279400" lvl="7" marL="3657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indent="-279400" lvl="8" marL="41148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p:txBody>
      </p:sp>
      <p:sp>
        <p:nvSpPr>
          <p:cNvPr id="230" name="Google Shape;230;p29"/>
          <p:cNvSpPr txBox="1"/>
          <p:nvPr>
            <p:ph idx="12" type="sldNum"/>
          </p:nvPr>
        </p:nvSpPr>
        <p:spPr>
          <a:xfrm>
            <a:off x="8469004" y="4833225"/>
            <a:ext cx="675000" cy="310500"/>
          </a:xfrm>
          <a:prstGeom prst="rect">
            <a:avLst/>
          </a:prstGeom>
        </p:spPr>
        <p:txBody>
          <a:bodyPr anchorCtr="0" anchor="b" bIns="172800" lIns="0" spcFirstLastPara="1" rIns="310500" wrap="square" tIns="0">
            <a:noAutofit/>
          </a:bodyPr>
          <a:lstStyle>
            <a:lvl1pPr lvl="0" rtl="0" algn="r">
              <a:buNone/>
              <a:defRPr b="1" sz="800">
                <a:solidFill>
                  <a:schemeClr val="dk1"/>
                </a:solidFill>
                <a:latin typeface="Outfit"/>
                <a:ea typeface="Outfit"/>
                <a:cs typeface="Outfit"/>
                <a:sym typeface="Outfit"/>
              </a:defRPr>
            </a:lvl1pPr>
            <a:lvl2pPr lvl="1" rtl="0" algn="r">
              <a:buNone/>
              <a:defRPr b="1" sz="800">
                <a:solidFill>
                  <a:schemeClr val="dk1"/>
                </a:solidFill>
                <a:latin typeface="Outfit"/>
                <a:ea typeface="Outfit"/>
                <a:cs typeface="Outfit"/>
                <a:sym typeface="Outfit"/>
              </a:defRPr>
            </a:lvl2pPr>
            <a:lvl3pPr lvl="2" rtl="0" algn="r">
              <a:buNone/>
              <a:defRPr b="1" sz="800">
                <a:solidFill>
                  <a:schemeClr val="dk1"/>
                </a:solidFill>
                <a:latin typeface="Outfit"/>
                <a:ea typeface="Outfit"/>
                <a:cs typeface="Outfit"/>
                <a:sym typeface="Outfit"/>
              </a:defRPr>
            </a:lvl3pPr>
            <a:lvl4pPr lvl="3" rtl="0" algn="r">
              <a:buNone/>
              <a:defRPr b="1" sz="800">
                <a:solidFill>
                  <a:schemeClr val="dk1"/>
                </a:solidFill>
                <a:latin typeface="Outfit"/>
                <a:ea typeface="Outfit"/>
                <a:cs typeface="Outfit"/>
                <a:sym typeface="Outfit"/>
              </a:defRPr>
            </a:lvl4pPr>
            <a:lvl5pPr lvl="4" rtl="0" algn="r">
              <a:buNone/>
              <a:defRPr b="1" sz="800">
                <a:solidFill>
                  <a:schemeClr val="dk1"/>
                </a:solidFill>
                <a:latin typeface="Outfit"/>
                <a:ea typeface="Outfit"/>
                <a:cs typeface="Outfit"/>
                <a:sym typeface="Outfit"/>
              </a:defRPr>
            </a:lvl5pPr>
            <a:lvl6pPr lvl="5" rtl="0" algn="r">
              <a:buNone/>
              <a:defRPr b="1" sz="800">
                <a:solidFill>
                  <a:schemeClr val="dk1"/>
                </a:solidFill>
                <a:latin typeface="Outfit"/>
                <a:ea typeface="Outfit"/>
                <a:cs typeface="Outfit"/>
                <a:sym typeface="Outfit"/>
              </a:defRPr>
            </a:lvl6pPr>
            <a:lvl7pPr lvl="6" rtl="0" algn="r">
              <a:buNone/>
              <a:defRPr b="1" sz="800">
                <a:solidFill>
                  <a:schemeClr val="dk1"/>
                </a:solidFill>
                <a:latin typeface="Outfit"/>
                <a:ea typeface="Outfit"/>
                <a:cs typeface="Outfit"/>
                <a:sym typeface="Outfit"/>
              </a:defRPr>
            </a:lvl7pPr>
            <a:lvl8pPr lvl="7" rtl="0" algn="r">
              <a:buNone/>
              <a:defRPr b="1" sz="800">
                <a:solidFill>
                  <a:schemeClr val="dk1"/>
                </a:solidFill>
                <a:latin typeface="Outfit"/>
                <a:ea typeface="Outfit"/>
                <a:cs typeface="Outfit"/>
                <a:sym typeface="Outfit"/>
              </a:defRPr>
            </a:lvl8pPr>
            <a:lvl9pPr lvl="8" rtl="0" algn="r">
              <a:buNone/>
              <a:defRPr b="1" sz="800">
                <a:solidFill>
                  <a:schemeClr val="dk1"/>
                </a:solidFill>
                <a:latin typeface="Outfit"/>
                <a:ea typeface="Outfit"/>
                <a:cs typeface="Outfit"/>
                <a:sym typeface="Outfit"/>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rps 4">
  <p:cSld name="TITLE_AND_BODY_4">
    <p:spTree>
      <p:nvGrpSpPr>
        <p:cNvPr id="231" name="Shape 231"/>
        <p:cNvGrpSpPr/>
        <p:nvPr/>
      </p:nvGrpSpPr>
      <p:grpSpPr>
        <a:xfrm>
          <a:off x="0" y="0"/>
          <a:ext cx="0" cy="0"/>
          <a:chOff x="0" y="0"/>
          <a:chExt cx="0" cy="0"/>
        </a:xfrm>
      </p:grpSpPr>
      <p:sp>
        <p:nvSpPr>
          <p:cNvPr id="232" name="Google Shape;232;p30"/>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2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3" name="Google Shape;233;p30"/>
          <p:cNvSpPr txBox="1"/>
          <p:nvPr>
            <p:ph idx="1" type="body"/>
          </p:nvPr>
        </p:nvSpPr>
        <p:spPr>
          <a:xfrm>
            <a:off x="311700" y="1152475"/>
            <a:ext cx="8520600" cy="3416400"/>
          </a:xfrm>
          <a:prstGeom prst="rect">
            <a:avLst/>
          </a:prstGeom>
        </p:spPr>
        <p:txBody>
          <a:bodyPr anchorCtr="0" anchor="t" bIns="0" lIns="0" spcFirstLastPara="1" rIns="0" wrap="square" tIns="0">
            <a:norm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4" name="Google Shape;234;p30"/>
          <p:cNvSpPr txBox="1"/>
          <p:nvPr>
            <p:ph idx="12" type="sldNum"/>
          </p:nvPr>
        </p:nvSpPr>
        <p:spPr>
          <a:xfrm>
            <a:off x="8472458" y="4663217"/>
            <a:ext cx="548700" cy="393600"/>
          </a:xfrm>
          <a:prstGeom prst="rect">
            <a:avLst/>
          </a:prstGeom>
        </p:spPr>
        <p:txBody>
          <a:bodyPr anchorCtr="0" anchor="b" bIns="172800" lIns="0" spcFirstLastPara="1" rIns="31050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0050" y="310500"/>
            <a:ext cx="8523900" cy="345900"/>
          </a:xfrm>
          <a:prstGeom prst="rect">
            <a:avLst/>
          </a:prstGeom>
          <a:noFill/>
          <a:ln>
            <a:noFill/>
          </a:ln>
        </p:spPr>
        <p:txBody>
          <a:bodyPr anchorCtr="0" anchor="t" bIns="0" lIns="0" spcFirstLastPara="1" rIns="0" wrap="square" tIns="0">
            <a:spAutoFit/>
          </a:bodyPr>
          <a:lstStyle>
            <a:lvl1pPr lvl="0" rtl="0">
              <a:spcBef>
                <a:spcPts val="0"/>
              </a:spcBef>
              <a:spcAft>
                <a:spcPts val="0"/>
              </a:spcAft>
              <a:buClr>
                <a:schemeClr val="dk1"/>
              </a:buClr>
              <a:buSzPts val="2100"/>
              <a:buFont typeface="Outfit"/>
              <a:buNone/>
              <a:defRPr b="1" sz="2100">
                <a:solidFill>
                  <a:schemeClr val="dk1"/>
                </a:solidFill>
                <a:latin typeface="Outfit"/>
                <a:ea typeface="Outfit"/>
                <a:cs typeface="Outfit"/>
                <a:sym typeface="Outfit"/>
              </a:defRPr>
            </a:lvl1pPr>
            <a:lvl2pPr lvl="1" rtl="0">
              <a:spcBef>
                <a:spcPts val="0"/>
              </a:spcBef>
              <a:spcAft>
                <a:spcPts val="0"/>
              </a:spcAft>
              <a:buClr>
                <a:schemeClr val="dk1"/>
              </a:buClr>
              <a:buSzPts val="2800"/>
              <a:buFont typeface="Outfit"/>
              <a:buNone/>
              <a:defRPr b="1" sz="2800">
                <a:solidFill>
                  <a:schemeClr val="dk1"/>
                </a:solidFill>
                <a:latin typeface="Outfit"/>
                <a:ea typeface="Outfit"/>
                <a:cs typeface="Outfit"/>
                <a:sym typeface="Outfit"/>
              </a:defRPr>
            </a:lvl2pPr>
            <a:lvl3pPr lvl="2" rtl="0">
              <a:spcBef>
                <a:spcPts val="0"/>
              </a:spcBef>
              <a:spcAft>
                <a:spcPts val="0"/>
              </a:spcAft>
              <a:buClr>
                <a:schemeClr val="dk1"/>
              </a:buClr>
              <a:buSzPts val="2800"/>
              <a:buFont typeface="Outfit"/>
              <a:buNone/>
              <a:defRPr b="1" sz="2800">
                <a:solidFill>
                  <a:schemeClr val="dk1"/>
                </a:solidFill>
                <a:latin typeface="Outfit"/>
                <a:ea typeface="Outfit"/>
                <a:cs typeface="Outfit"/>
                <a:sym typeface="Outfit"/>
              </a:defRPr>
            </a:lvl3pPr>
            <a:lvl4pPr lvl="3" rtl="0">
              <a:spcBef>
                <a:spcPts val="0"/>
              </a:spcBef>
              <a:spcAft>
                <a:spcPts val="0"/>
              </a:spcAft>
              <a:buClr>
                <a:schemeClr val="dk1"/>
              </a:buClr>
              <a:buSzPts val="2800"/>
              <a:buFont typeface="Outfit"/>
              <a:buNone/>
              <a:defRPr b="1" sz="2800">
                <a:solidFill>
                  <a:schemeClr val="dk1"/>
                </a:solidFill>
                <a:latin typeface="Outfit"/>
                <a:ea typeface="Outfit"/>
                <a:cs typeface="Outfit"/>
                <a:sym typeface="Outfit"/>
              </a:defRPr>
            </a:lvl4pPr>
            <a:lvl5pPr lvl="4" rtl="0">
              <a:spcBef>
                <a:spcPts val="0"/>
              </a:spcBef>
              <a:spcAft>
                <a:spcPts val="0"/>
              </a:spcAft>
              <a:buClr>
                <a:schemeClr val="dk1"/>
              </a:buClr>
              <a:buSzPts val="2800"/>
              <a:buFont typeface="Outfit"/>
              <a:buNone/>
              <a:defRPr b="1" sz="2800">
                <a:solidFill>
                  <a:schemeClr val="dk1"/>
                </a:solidFill>
                <a:latin typeface="Outfit"/>
                <a:ea typeface="Outfit"/>
                <a:cs typeface="Outfit"/>
                <a:sym typeface="Outfit"/>
              </a:defRPr>
            </a:lvl5pPr>
            <a:lvl6pPr lvl="5" rtl="0">
              <a:spcBef>
                <a:spcPts val="0"/>
              </a:spcBef>
              <a:spcAft>
                <a:spcPts val="0"/>
              </a:spcAft>
              <a:buClr>
                <a:schemeClr val="dk1"/>
              </a:buClr>
              <a:buSzPts val="2800"/>
              <a:buFont typeface="Outfit"/>
              <a:buNone/>
              <a:defRPr b="1" sz="2800">
                <a:solidFill>
                  <a:schemeClr val="dk1"/>
                </a:solidFill>
                <a:latin typeface="Outfit"/>
                <a:ea typeface="Outfit"/>
                <a:cs typeface="Outfit"/>
                <a:sym typeface="Outfit"/>
              </a:defRPr>
            </a:lvl6pPr>
            <a:lvl7pPr lvl="6" rtl="0">
              <a:spcBef>
                <a:spcPts val="0"/>
              </a:spcBef>
              <a:spcAft>
                <a:spcPts val="0"/>
              </a:spcAft>
              <a:buClr>
                <a:schemeClr val="dk1"/>
              </a:buClr>
              <a:buSzPts val="2800"/>
              <a:buFont typeface="Outfit"/>
              <a:buNone/>
              <a:defRPr b="1" sz="2800">
                <a:solidFill>
                  <a:schemeClr val="dk1"/>
                </a:solidFill>
                <a:latin typeface="Outfit"/>
                <a:ea typeface="Outfit"/>
                <a:cs typeface="Outfit"/>
                <a:sym typeface="Outfit"/>
              </a:defRPr>
            </a:lvl7pPr>
            <a:lvl8pPr lvl="7" rtl="0">
              <a:spcBef>
                <a:spcPts val="0"/>
              </a:spcBef>
              <a:spcAft>
                <a:spcPts val="0"/>
              </a:spcAft>
              <a:buClr>
                <a:schemeClr val="dk1"/>
              </a:buClr>
              <a:buSzPts val="2800"/>
              <a:buFont typeface="Outfit"/>
              <a:buNone/>
              <a:defRPr b="1" sz="2800">
                <a:solidFill>
                  <a:schemeClr val="dk1"/>
                </a:solidFill>
                <a:latin typeface="Outfit"/>
                <a:ea typeface="Outfit"/>
                <a:cs typeface="Outfit"/>
                <a:sym typeface="Outfit"/>
              </a:defRPr>
            </a:lvl8pPr>
            <a:lvl9pPr lvl="8" rtl="0">
              <a:spcBef>
                <a:spcPts val="0"/>
              </a:spcBef>
              <a:spcAft>
                <a:spcPts val="0"/>
              </a:spcAft>
              <a:buClr>
                <a:schemeClr val="dk1"/>
              </a:buClr>
              <a:buSzPts val="2800"/>
              <a:buFont typeface="Outfit"/>
              <a:buNone/>
              <a:defRPr b="1" sz="2800">
                <a:solidFill>
                  <a:schemeClr val="dk1"/>
                </a:solidFill>
                <a:latin typeface="Outfit"/>
                <a:ea typeface="Outfit"/>
                <a:cs typeface="Outfit"/>
                <a:sym typeface="Outfit"/>
              </a:defRPr>
            </a:lvl9pPr>
          </a:lstStyle>
          <a:p/>
        </p:txBody>
      </p:sp>
      <p:sp>
        <p:nvSpPr>
          <p:cNvPr id="7" name="Google Shape;7;p1"/>
          <p:cNvSpPr txBox="1"/>
          <p:nvPr>
            <p:ph idx="1" type="body"/>
          </p:nvPr>
        </p:nvSpPr>
        <p:spPr>
          <a:xfrm>
            <a:off x="310500" y="747900"/>
            <a:ext cx="8523900" cy="4075800"/>
          </a:xfrm>
          <a:prstGeom prst="rect">
            <a:avLst/>
          </a:prstGeom>
          <a:noFill/>
          <a:ln>
            <a:noFill/>
          </a:ln>
        </p:spPr>
        <p:txBody>
          <a:bodyPr anchorCtr="0" anchor="t" bIns="0" lIns="0" spcFirstLastPara="1" rIns="0" wrap="square" tIns="0">
            <a:normAutofit/>
          </a:bodyPr>
          <a:lstStyle>
            <a:lvl1pPr indent="-304800" lvl="0" marL="4572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1pPr>
            <a:lvl2pPr indent="-304800" lvl="1" marL="9144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2pPr>
            <a:lvl3pPr indent="-304800" lvl="2" marL="13716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3pPr>
            <a:lvl4pPr indent="-304800" lvl="3" marL="18288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4pPr>
            <a:lvl5pPr indent="-304800" lvl="4" marL="22860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5pPr>
            <a:lvl6pPr indent="-304800" lvl="5" marL="27432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6pPr>
            <a:lvl7pPr indent="-304800" lvl="6" marL="32004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7pPr>
            <a:lvl8pPr indent="-304800" lvl="7" marL="36576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8pPr>
            <a:lvl9pPr indent="-304800" lvl="8" marL="41148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9pPr>
          </a:lstStyle>
          <a:p/>
        </p:txBody>
      </p:sp>
      <p:sp>
        <p:nvSpPr>
          <p:cNvPr id="8" name="Google Shape;8;p1"/>
          <p:cNvSpPr txBox="1"/>
          <p:nvPr>
            <p:ph idx="12" type="sldNum"/>
          </p:nvPr>
        </p:nvSpPr>
        <p:spPr>
          <a:xfrm>
            <a:off x="8469004" y="4833225"/>
            <a:ext cx="675000" cy="310500"/>
          </a:xfrm>
          <a:prstGeom prst="rect">
            <a:avLst/>
          </a:prstGeom>
          <a:noFill/>
          <a:ln>
            <a:noFill/>
          </a:ln>
        </p:spPr>
        <p:txBody>
          <a:bodyPr anchorCtr="0" anchor="b" bIns="172800" lIns="0" spcFirstLastPara="1" rIns="310500" wrap="square" tIns="0">
            <a:noAutofit/>
          </a:bodyPr>
          <a:lstStyle>
            <a:lvl1pPr lvl="0" rtl="0" algn="r">
              <a:buNone/>
              <a:defRPr b="1" sz="800">
                <a:solidFill>
                  <a:schemeClr val="dk1"/>
                </a:solidFill>
                <a:latin typeface="Outfit"/>
                <a:ea typeface="Outfit"/>
                <a:cs typeface="Outfit"/>
                <a:sym typeface="Outfit"/>
              </a:defRPr>
            </a:lvl1pPr>
            <a:lvl2pPr lvl="1" rtl="0" algn="r">
              <a:buNone/>
              <a:defRPr b="1" sz="800">
                <a:solidFill>
                  <a:schemeClr val="dk1"/>
                </a:solidFill>
                <a:latin typeface="Outfit"/>
                <a:ea typeface="Outfit"/>
                <a:cs typeface="Outfit"/>
                <a:sym typeface="Outfit"/>
              </a:defRPr>
            </a:lvl2pPr>
            <a:lvl3pPr lvl="2" rtl="0" algn="r">
              <a:buNone/>
              <a:defRPr b="1" sz="800">
                <a:solidFill>
                  <a:schemeClr val="dk1"/>
                </a:solidFill>
                <a:latin typeface="Outfit"/>
                <a:ea typeface="Outfit"/>
                <a:cs typeface="Outfit"/>
                <a:sym typeface="Outfit"/>
              </a:defRPr>
            </a:lvl3pPr>
            <a:lvl4pPr lvl="3" rtl="0" algn="r">
              <a:buNone/>
              <a:defRPr b="1" sz="800">
                <a:solidFill>
                  <a:schemeClr val="dk1"/>
                </a:solidFill>
                <a:latin typeface="Outfit"/>
                <a:ea typeface="Outfit"/>
                <a:cs typeface="Outfit"/>
                <a:sym typeface="Outfit"/>
              </a:defRPr>
            </a:lvl4pPr>
            <a:lvl5pPr lvl="4" rtl="0" algn="r">
              <a:buNone/>
              <a:defRPr b="1" sz="800">
                <a:solidFill>
                  <a:schemeClr val="dk1"/>
                </a:solidFill>
                <a:latin typeface="Outfit"/>
                <a:ea typeface="Outfit"/>
                <a:cs typeface="Outfit"/>
                <a:sym typeface="Outfit"/>
              </a:defRPr>
            </a:lvl5pPr>
            <a:lvl6pPr lvl="5" rtl="0" algn="r">
              <a:buNone/>
              <a:defRPr b="1" sz="800">
                <a:solidFill>
                  <a:schemeClr val="dk1"/>
                </a:solidFill>
                <a:latin typeface="Outfit"/>
                <a:ea typeface="Outfit"/>
                <a:cs typeface="Outfit"/>
                <a:sym typeface="Outfit"/>
              </a:defRPr>
            </a:lvl6pPr>
            <a:lvl7pPr lvl="6" rtl="0" algn="r">
              <a:buNone/>
              <a:defRPr b="1" sz="800">
                <a:solidFill>
                  <a:schemeClr val="dk1"/>
                </a:solidFill>
                <a:latin typeface="Outfit"/>
                <a:ea typeface="Outfit"/>
                <a:cs typeface="Outfit"/>
                <a:sym typeface="Outfit"/>
              </a:defRPr>
            </a:lvl7pPr>
            <a:lvl8pPr lvl="7" rtl="0" algn="r">
              <a:buNone/>
              <a:defRPr b="1" sz="800">
                <a:solidFill>
                  <a:schemeClr val="dk1"/>
                </a:solidFill>
                <a:latin typeface="Outfit"/>
                <a:ea typeface="Outfit"/>
                <a:cs typeface="Outfit"/>
                <a:sym typeface="Outfit"/>
              </a:defRPr>
            </a:lvl8pPr>
            <a:lvl9pPr lvl="8" rtl="0" algn="r">
              <a:buNone/>
              <a:defRPr b="1" sz="800">
                <a:solidFill>
                  <a:schemeClr val="dk1"/>
                </a:solidFill>
                <a:latin typeface="Outfit"/>
                <a:ea typeface="Outfit"/>
                <a:cs typeface="Outfit"/>
                <a:sym typeface="Outfit"/>
              </a:defRPr>
            </a:lvl9pPr>
          </a:lstStyle>
          <a:p>
            <a:pPr indent="0" lvl="0" marL="0" rtl="0" algn="r">
              <a:spcBef>
                <a:spcPts val="0"/>
              </a:spcBef>
              <a:spcAft>
                <a:spcPts val="0"/>
              </a:spcAft>
              <a:buNone/>
            </a:pPr>
            <a:fld id="{00000000-1234-1234-1234-123412341234}" type="slidenum">
              <a:rPr lang="fr"/>
              <a:t>‹#›</a:t>
            </a:fld>
            <a:endParaRPr/>
          </a:p>
        </p:txBody>
      </p:sp>
      <p:sp>
        <p:nvSpPr>
          <p:cNvPr id="9" name="Google Shape;9;p1"/>
          <p:cNvSpPr txBox="1"/>
          <p:nvPr>
            <p:ph idx="2" type="body"/>
          </p:nvPr>
        </p:nvSpPr>
        <p:spPr>
          <a:xfrm>
            <a:off x="310500" y="4750006"/>
            <a:ext cx="8523900" cy="393600"/>
          </a:xfrm>
          <a:prstGeom prst="rect">
            <a:avLst/>
          </a:prstGeom>
          <a:noFill/>
          <a:ln>
            <a:noFill/>
          </a:ln>
        </p:spPr>
        <p:txBody>
          <a:bodyPr anchorCtr="0" anchor="b" bIns="172800" lIns="0" spcFirstLastPara="1" rIns="0" wrap="square" tIns="0">
            <a:noAutofit/>
          </a:bodyPr>
          <a:lstStyle>
            <a:lvl1pPr indent="-279400" lvl="0" marL="4572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indent="-279400" lvl="1" marL="914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indent="-279400" lvl="2" marL="1371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indent="-279400" lvl="3" marL="18288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indent="-279400" lvl="4" marL="22860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indent="-279400" lvl="5" marL="27432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indent="-279400" lvl="6" marL="3200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indent="-279400" lvl="7" marL="36576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indent="-279400" lvl="8" marL="41148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 Id="rId3" Type="http://schemas.openxmlformats.org/officeDocument/2006/relationships/hyperlink" Target="https://github.com/etalab/licence-ouverte/blob/master/LO.m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45.png"/><Relationship Id="rId4" Type="http://schemas.openxmlformats.org/officeDocument/2006/relationships/image" Target="../media/image7.png"/><Relationship Id="rId5" Type="http://schemas.openxmlformats.org/officeDocument/2006/relationships/image" Target="../media/image44.jp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blog.hello-bokeh.fr/2020/07/23/des-emoji-accessibles/" TargetMode="External"/><Relationship Id="rId4" Type="http://schemas.openxmlformats.org/officeDocument/2006/relationships/hyperlink" Target="http://drive.google.com/file/d/1AoxcKjor1EX_flx0WTp-IOqlTQBkGOfY/view" TargetMode="External"/><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20.png"/><Relationship Id="rId8"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https://blog.hello-bokeh.fr/2020/07/23/des-emoji-accessibl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hyperlink" Target="https://blog.hello-bokeh.fr/2020/07/23/des-emoji-accessible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https://www.accessible-social.com/copy-and-formatting/hashtags" TargetMode="Externa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22.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hyperlink" Target="https://www.lalutineduweb.fr/detournement-unicode-emojis-accessibilite/" TargetMode="External"/><Relationship Id="rId4" Type="http://schemas.openxmlformats.org/officeDocument/2006/relationships/hyperlink" Target="http://www.youtube.com/watch?v=OO1G70if4RU" TargetMode="External"/><Relationship Id="rId5" Type="http://schemas.openxmlformats.org/officeDocument/2006/relationships/image" Target="../media/image15.jpg"/><Relationship Id="rId6" Type="http://schemas.openxmlformats.org/officeDocument/2006/relationships/hyperlink" Target="http://www.youtube.com/watch?v=OO1G70if4RU"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hyperlink" Target="http://lalutineduweb.fr/ecriture-inclusive-point-hyphenation-accessibilite-lecteurs-ecra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34.png"/><Relationship Id="rId6"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hyperlink" Target="http://w3.org/WAI/tutorials/images/decision-tree/fr" TargetMode="Externa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23.png"/><Relationship Id="rId5"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image" Target="../media/image24.png"/><Relationship Id="rId5" Type="http://schemas.openxmlformats.org/officeDocument/2006/relationships/hyperlink" Target="https://www.tpgi.com/color-contrast-checker/"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s://www.scribelytribe.com/case-studies/giphy"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39.png"/><Relationship Id="rId4" Type="http://schemas.openxmlformats.org/officeDocument/2006/relationships/image" Target="../media/image42.png"/><Relationship Id="rId5" Type="http://schemas.openxmlformats.org/officeDocument/2006/relationships/hyperlink" Target="https://www.tpgi.com/color-contrast-checker/"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36.png"/><Relationship Id="rId4" Type="http://schemas.openxmlformats.org/officeDocument/2006/relationships/image" Target="../media/image33.png"/><Relationship Id="rId5" Type="http://schemas.openxmlformats.org/officeDocument/2006/relationships/image" Target="../media/image35.png"/><Relationship Id="rId6"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6.png"/><Relationship Id="rId4" Type="http://schemas.openxmlformats.org/officeDocument/2006/relationships/image" Target="../media/image25.png"/><Relationship Id="rId5"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s://emmanuelle-aboaf.netlify.app/blog/article/comment-bien-sous-titrer-vos-videos" TargetMode="External"/><Relationship Id="rId4" Type="http://schemas.openxmlformats.org/officeDocument/2006/relationships/hyperlink" Target="https://github.com/emma11y/sous-titre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9.xml"/><Relationship Id="rId3" Type="http://schemas.openxmlformats.org/officeDocument/2006/relationships/hyperlink" Target="https://espace-membre.incubateur.net/formations?filter=Accessibilit%C3%A9" TargetMode="External"/><Relationship Id="rId4" Type="http://schemas.openxmlformats.org/officeDocument/2006/relationships/image" Target="../media/image30.png"/><Relationship Id="rId5"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0.xml"/><Relationship Id="rId3" Type="http://schemas.openxmlformats.org/officeDocument/2006/relationships/hyperlink" Target="https://forms.gle/VQL85D6RoY9oSCSk8" TargetMode="External"/><Relationship Id="rId4" Type="http://schemas.openxmlformats.org/officeDocument/2006/relationships/hyperlink" Target="mailto:accessibilite@beta.gouv.f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1"/>
          <p:cNvSpPr txBox="1"/>
          <p:nvPr>
            <p:ph type="ctrTitle"/>
          </p:nvPr>
        </p:nvSpPr>
        <p:spPr>
          <a:xfrm>
            <a:off x="729000" y="1323000"/>
            <a:ext cx="6552900" cy="1665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fr"/>
              <a:t>Communiquer</a:t>
            </a:r>
            <a:endParaRPr/>
          </a:p>
          <a:p>
            <a:pPr indent="0" lvl="0" marL="0" rtl="0" algn="l">
              <a:spcBef>
                <a:spcPts val="0"/>
              </a:spcBef>
              <a:spcAft>
                <a:spcPts val="0"/>
              </a:spcAft>
              <a:buNone/>
            </a:pPr>
            <a:r>
              <a:rPr lang="fr"/>
              <a:t>sur les réseaux</a:t>
            </a:r>
            <a:endParaRPr/>
          </a:p>
        </p:txBody>
      </p:sp>
      <p:sp>
        <p:nvSpPr>
          <p:cNvPr id="240" name="Google Shape;240;p31"/>
          <p:cNvSpPr txBox="1"/>
          <p:nvPr>
            <p:ph idx="1" type="subTitle"/>
          </p:nvPr>
        </p:nvSpPr>
        <p:spPr>
          <a:xfrm>
            <a:off x="729000" y="3717900"/>
            <a:ext cx="6552900" cy="378000"/>
          </a:xfrm>
          <a:prstGeom prst="rect">
            <a:avLst/>
          </a:prstGeom>
        </p:spPr>
        <p:txBody>
          <a:bodyPr anchorCtr="0" anchor="ctr" bIns="0" lIns="450000" spcFirstLastPara="1" rIns="0" wrap="square" tIns="0">
            <a:noAutofit/>
          </a:bodyPr>
          <a:lstStyle/>
          <a:p>
            <a:pPr indent="0" lvl="0" marL="0" rtl="0" algn="l">
              <a:spcBef>
                <a:spcPts val="0"/>
              </a:spcBef>
              <a:spcAft>
                <a:spcPts val="0"/>
              </a:spcAft>
              <a:buNone/>
            </a:pPr>
            <a:r>
              <a:rPr lang="fr" sz="1400">
                <a:solidFill>
                  <a:srgbClr val="F2F6F9"/>
                </a:solidFill>
                <a:latin typeface="Lato"/>
                <a:ea typeface="Lato"/>
                <a:cs typeface="Lato"/>
                <a:sym typeface="Lato"/>
              </a:rPr>
              <a:t>Pôle Numérique Inclusif · accessibilite@beta.gouv.fr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4" name="Shape 244"/>
        <p:cNvGrpSpPr/>
        <p:nvPr/>
      </p:nvGrpSpPr>
      <p:grpSpPr>
        <a:xfrm>
          <a:off x="0" y="0"/>
          <a:ext cx="0" cy="0"/>
          <a:chOff x="0" y="0"/>
          <a:chExt cx="0" cy="0"/>
        </a:xfrm>
      </p:grpSpPr>
      <p:sp>
        <p:nvSpPr>
          <p:cNvPr id="245" name="Google Shape;245;p32"/>
          <p:cNvSpPr txBox="1"/>
          <p:nvPr>
            <p:ph type="title"/>
          </p:nvPr>
        </p:nvSpPr>
        <p:spPr>
          <a:xfrm>
            <a:off x="311700" y="445025"/>
            <a:ext cx="85206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Licence Ouverte 2.0</a:t>
            </a:r>
            <a:endParaRPr/>
          </a:p>
        </p:txBody>
      </p:sp>
      <p:sp>
        <p:nvSpPr>
          <p:cNvPr id="246" name="Google Shape;246;p32"/>
          <p:cNvSpPr txBox="1"/>
          <p:nvPr>
            <p:ph idx="1" type="body"/>
          </p:nvPr>
        </p:nvSpPr>
        <p:spPr>
          <a:xfrm>
            <a:off x="311700" y="1152475"/>
            <a:ext cx="8520600" cy="3416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fr"/>
              <a:t>Ce document est sous </a:t>
            </a:r>
            <a:r>
              <a:rPr lang="fr" u="sng">
                <a:hlinkClick r:id="rId3"/>
              </a:rPr>
              <a:t>Licence Ouverte 2.0</a:t>
            </a:r>
            <a:r>
              <a:rPr lang="fr"/>
              <a:t>. </a:t>
            </a:r>
            <a:endParaRPr/>
          </a:p>
          <a:p>
            <a:pPr indent="0" lvl="0" marL="0" rtl="0" algn="l">
              <a:spcBef>
                <a:spcPts val="1200"/>
              </a:spcBef>
              <a:spcAft>
                <a:spcPts val="0"/>
              </a:spcAft>
              <a:buNone/>
            </a:pPr>
            <a:r>
              <a:rPr b="1" lang="fr"/>
              <a:t>Vous êtes libre de : </a:t>
            </a:r>
            <a:endParaRPr b="1"/>
          </a:p>
          <a:p>
            <a:pPr indent="-304800" lvl="0" marL="457200" rtl="0" algn="l">
              <a:spcBef>
                <a:spcPts val="1200"/>
              </a:spcBef>
              <a:spcAft>
                <a:spcPts val="0"/>
              </a:spcAft>
              <a:buClr>
                <a:srgbClr val="386FE5"/>
              </a:buClr>
              <a:buSzPts val="1200"/>
              <a:buChar char="➔"/>
            </a:pPr>
            <a:r>
              <a:rPr lang="fr"/>
              <a:t>le communiquer, le reproduire, le copier</a:t>
            </a:r>
            <a:endParaRPr/>
          </a:p>
          <a:p>
            <a:pPr indent="-304800" lvl="0" marL="457200" rtl="0" algn="l">
              <a:spcBef>
                <a:spcPts val="1000"/>
              </a:spcBef>
              <a:spcAft>
                <a:spcPts val="0"/>
              </a:spcAft>
              <a:buClr>
                <a:srgbClr val="386FE5"/>
              </a:buClr>
              <a:buSzPts val="1200"/>
              <a:buChar char="➔"/>
            </a:pPr>
            <a:r>
              <a:rPr lang="fr"/>
              <a:t>l’adapter, le modifier, l’extraire et le transformer</a:t>
            </a:r>
            <a:endParaRPr/>
          </a:p>
          <a:p>
            <a:pPr indent="-304800" lvl="0" marL="457200" rtl="0" algn="l">
              <a:lnSpc>
                <a:spcPct val="200000"/>
              </a:lnSpc>
              <a:spcBef>
                <a:spcPts val="1000"/>
              </a:spcBef>
              <a:spcAft>
                <a:spcPts val="0"/>
              </a:spcAft>
              <a:buClr>
                <a:srgbClr val="386FE5"/>
              </a:buClr>
              <a:buSzPts val="1200"/>
              <a:buChar char="➔"/>
            </a:pPr>
            <a:r>
              <a:rPr lang="fr"/>
              <a:t>le diffuser, le redistribuer, le publier et le transmettre, de l’exploiter à titre commercial, par exemple en la combinant avec d’autres informations, ou en l’incluant dans votre propre produit ou application.</a:t>
            </a:r>
            <a:endParaRPr/>
          </a:p>
          <a:p>
            <a:pPr indent="0" lvl="0" marL="0" rtl="0" algn="l">
              <a:spcBef>
                <a:spcPts val="1000"/>
              </a:spcBef>
              <a:spcAft>
                <a:spcPts val="0"/>
              </a:spcAft>
              <a:buNone/>
            </a:pPr>
            <a:r>
              <a:rPr b="1" lang="fr"/>
              <a:t>Sous réserve de :</a:t>
            </a:r>
            <a:endParaRPr b="1"/>
          </a:p>
          <a:p>
            <a:pPr indent="-304800" lvl="0" marL="457200" rtl="0" algn="l">
              <a:spcBef>
                <a:spcPts val="1200"/>
              </a:spcBef>
              <a:spcAft>
                <a:spcPts val="0"/>
              </a:spcAft>
              <a:buClr>
                <a:srgbClr val="386FE5"/>
              </a:buClr>
              <a:buSzPts val="1200"/>
              <a:buChar char="➔"/>
            </a:pPr>
            <a:r>
              <a:rPr lang="fr"/>
              <a:t>mentionner la paternité de l’information : sa source (ses auteurs et autrices) et la date de cette présentation.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3"/>
          <p:cNvSpPr txBox="1"/>
          <p:nvPr>
            <p:ph type="title"/>
          </p:nvPr>
        </p:nvSpPr>
        <p:spPr>
          <a:xfrm>
            <a:off x="311700" y="445025"/>
            <a:ext cx="8520600" cy="3231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0" lang="fr">
                <a:solidFill>
                  <a:srgbClr val="0E2356"/>
                </a:solidFill>
                <a:latin typeface="Outfit ExtraLight"/>
                <a:ea typeface="Outfit ExtraLight"/>
                <a:cs typeface="Outfit ExtraLight"/>
                <a:sym typeface="Outfit ExtraLight"/>
              </a:rPr>
              <a:t>À propos du </a:t>
            </a:r>
            <a:r>
              <a:rPr lang="fr">
                <a:solidFill>
                  <a:srgbClr val="0E2356"/>
                </a:solidFill>
                <a:latin typeface="Outfit"/>
                <a:ea typeface="Outfit"/>
                <a:cs typeface="Outfit"/>
                <a:sym typeface="Outfit"/>
              </a:rPr>
              <a:t>Pôle Numérique Inclusif</a:t>
            </a:r>
            <a:r>
              <a:rPr b="0" lang="fr">
                <a:solidFill>
                  <a:srgbClr val="0E2356"/>
                </a:solidFill>
                <a:latin typeface="Outfit ExtraLight"/>
                <a:ea typeface="Outfit ExtraLight"/>
                <a:cs typeface="Outfit ExtraLight"/>
                <a:sym typeface="Outfit ExtraLight"/>
              </a:rPr>
              <a:t> beta.gouv.fr</a:t>
            </a:r>
            <a:endParaRPr b="0">
              <a:solidFill>
                <a:srgbClr val="0E2356"/>
              </a:solidFill>
              <a:latin typeface="Outfit ExtraLight"/>
              <a:ea typeface="Outfit ExtraLight"/>
              <a:cs typeface="Outfit ExtraLight"/>
              <a:sym typeface="Outfit ExtraLight"/>
            </a:endParaRPr>
          </a:p>
        </p:txBody>
      </p:sp>
      <p:sp>
        <p:nvSpPr>
          <p:cNvPr id="252" name="Google Shape;252;p33"/>
          <p:cNvSpPr txBox="1"/>
          <p:nvPr/>
        </p:nvSpPr>
        <p:spPr>
          <a:xfrm>
            <a:off x="311400" y="4626975"/>
            <a:ext cx="8521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a:solidFill>
                  <a:schemeClr val="dk1"/>
                </a:solidFill>
                <a:latin typeface="Outfit"/>
                <a:ea typeface="Outfit"/>
                <a:cs typeface="Outfit"/>
                <a:sym typeface="Outfit"/>
              </a:rPr>
              <a:t>Contactez-nous sur </a:t>
            </a:r>
            <a:r>
              <a:rPr b="1" lang="fr">
                <a:solidFill>
                  <a:schemeClr val="dk1"/>
                </a:solidFill>
                <a:latin typeface="Outfit"/>
                <a:ea typeface="Outfit"/>
                <a:cs typeface="Outfit"/>
                <a:sym typeface="Outfit"/>
              </a:rPr>
              <a:t>#domaine-accessibilité</a:t>
            </a:r>
            <a:r>
              <a:rPr lang="fr">
                <a:solidFill>
                  <a:schemeClr val="dk1"/>
                </a:solidFill>
                <a:latin typeface="Outfit"/>
                <a:ea typeface="Outfit"/>
                <a:cs typeface="Outfit"/>
                <a:sym typeface="Outfit"/>
              </a:rPr>
              <a:t> ou par email </a:t>
            </a:r>
            <a:r>
              <a:rPr b="1" lang="fr">
                <a:solidFill>
                  <a:schemeClr val="dk1"/>
                </a:solidFill>
                <a:latin typeface="Outfit"/>
                <a:ea typeface="Outfit"/>
                <a:cs typeface="Outfit"/>
                <a:sym typeface="Outfit"/>
              </a:rPr>
              <a:t>accessibilite@beta.gouv.fr</a:t>
            </a:r>
            <a:endParaRPr b="1">
              <a:solidFill>
                <a:schemeClr val="dk1"/>
              </a:solidFill>
              <a:latin typeface="Outfit"/>
              <a:ea typeface="Outfit"/>
              <a:cs typeface="Outfit"/>
              <a:sym typeface="Outfit"/>
            </a:endParaRPr>
          </a:p>
        </p:txBody>
      </p:sp>
      <p:grpSp>
        <p:nvGrpSpPr>
          <p:cNvPr id="253" name="Google Shape;253;p33"/>
          <p:cNvGrpSpPr/>
          <p:nvPr/>
        </p:nvGrpSpPr>
        <p:grpSpPr>
          <a:xfrm>
            <a:off x="201018" y="1569271"/>
            <a:ext cx="2019000" cy="2004957"/>
            <a:chOff x="228600" y="1284023"/>
            <a:chExt cx="2019000" cy="2004957"/>
          </a:xfrm>
        </p:grpSpPr>
        <p:pic>
          <p:nvPicPr>
            <p:cNvPr id="254" name="Google Shape;254;p33"/>
            <p:cNvPicPr preferRelativeResize="0"/>
            <p:nvPr/>
          </p:nvPicPr>
          <p:blipFill rotWithShape="1">
            <a:blip r:embed="rId3">
              <a:alphaModFix/>
            </a:blip>
            <a:srcRect b="0" l="0" r="0" t="0"/>
            <a:stretch/>
          </p:blipFill>
          <p:spPr>
            <a:xfrm>
              <a:off x="580407" y="1284023"/>
              <a:ext cx="1392900" cy="1392900"/>
            </a:xfrm>
            <a:prstGeom prst="ellipse">
              <a:avLst/>
            </a:prstGeom>
            <a:noFill/>
            <a:ln>
              <a:noFill/>
            </a:ln>
          </p:spPr>
        </p:pic>
        <p:sp>
          <p:nvSpPr>
            <p:cNvPr id="255" name="Google Shape;255;p33"/>
            <p:cNvSpPr txBox="1"/>
            <p:nvPr/>
          </p:nvSpPr>
          <p:spPr>
            <a:xfrm>
              <a:off x="228600" y="2748381"/>
              <a:ext cx="2019000" cy="5406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E2356"/>
                </a:buClr>
                <a:buSzPts val="1600"/>
                <a:buFont typeface="Century Gothic"/>
                <a:buNone/>
              </a:pPr>
              <a:r>
                <a:rPr lang="fr" sz="1200">
                  <a:solidFill>
                    <a:srgbClr val="0E2356"/>
                  </a:solidFill>
                  <a:latin typeface="Outfit"/>
                  <a:ea typeface="Outfit"/>
                  <a:cs typeface="Outfit"/>
                  <a:sym typeface="Outfit"/>
                </a:rPr>
                <a:t>Romy DUHEM-VERDIÈRE</a:t>
              </a:r>
              <a:endParaRPr i="0" sz="1200" u="none" cap="none" strike="noStrike">
                <a:solidFill>
                  <a:srgbClr val="0E2356"/>
                </a:solidFill>
                <a:latin typeface="Outfit"/>
                <a:ea typeface="Outfit"/>
                <a:cs typeface="Outfit"/>
                <a:sym typeface="Outfit"/>
              </a:endParaRPr>
            </a:p>
            <a:p>
              <a:pPr indent="0" lvl="0" marL="0" marR="0" rtl="0" algn="ctr">
                <a:lnSpc>
                  <a:spcPct val="115000"/>
                </a:lnSpc>
                <a:spcBef>
                  <a:spcPts val="400"/>
                </a:spcBef>
                <a:spcAft>
                  <a:spcPts val="0"/>
                </a:spcAft>
                <a:buNone/>
              </a:pPr>
              <a:r>
                <a:rPr lang="fr" sz="1200">
                  <a:solidFill>
                    <a:srgbClr val="1155CC"/>
                  </a:solidFill>
                  <a:latin typeface="Outfit"/>
                  <a:ea typeface="Outfit"/>
                  <a:cs typeface="Outfit"/>
                  <a:sym typeface="Outfit"/>
                </a:rPr>
                <a:t>Coach a11y</a:t>
              </a:r>
              <a:endParaRPr sz="1200">
                <a:solidFill>
                  <a:srgbClr val="0E2356"/>
                </a:solidFill>
                <a:latin typeface="Outfit"/>
                <a:ea typeface="Outfit"/>
                <a:cs typeface="Outfit"/>
                <a:sym typeface="Outfit"/>
              </a:endParaRPr>
            </a:p>
          </p:txBody>
        </p:sp>
      </p:grpSp>
      <p:grpSp>
        <p:nvGrpSpPr>
          <p:cNvPr id="256" name="Google Shape;256;p33"/>
          <p:cNvGrpSpPr/>
          <p:nvPr/>
        </p:nvGrpSpPr>
        <p:grpSpPr>
          <a:xfrm>
            <a:off x="2442006" y="1569271"/>
            <a:ext cx="2019000" cy="2004957"/>
            <a:chOff x="2580576" y="1284023"/>
            <a:chExt cx="2019000" cy="2004957"/>
          </a:xfrm>
        </p:grpSpPr>
        <p:pic>
          <p:nvPicPr>
            <p:cNvPr id="257" name="Google Shape;257;p33"/>
            <p:cNvPicPr preferRelativeResize="0"/>
            <p:nvPr/>
          </p:nvPicPr>
          <p:blipFill rotWithShape="1">
            <a:blip r:embed="rId4">
              <a:alphaModFix/>
            </a:blip>
            <a:srcRect b="0" l="2634" r="2634" t="0"/>
            <a:stretch/>
          </p:blipFill>
          <p:spPr>
            <a:xfrm>
              <a:off x="2932434" y="1284023"/>
              <a:ext cx="1392900" cy="1392900"/>
            </a:xfrm>
            <a:prstGeom prst="ellipse">
              <a:avLst/>
            </a:prstGeom>
            <a:noFill/>
            <a:ln>
              <a:noFill/>
            </a:ln>
          </p:spPr>
        </p:pic>
        <p:sp>
          <p:nvSpPr>
            <p:cNvPr id="258" name="Google Shape;258;p33"/>
            <p:cNvSpPr txBox="1"/>
            <p:nvPr/>
          </p:nvSpPr>
          <p:spPr>
            <a:xfrm>
              <a:off x="2580576" y="2748381"/>
              <a:ext cx="2019000" cy="5406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E2356"/>
                </a:buClr>
                <a:buSzPts val="1600"/>
                <a:buFont typeface="Century Gothic"/>
                <a:buNone/>
              </a:pPr>
              <a:r>
                <a:rPr lang="fr" sz="1200">
                  <a:solidFill>
                    <a:srgbClr val="0E2356"/>
                  </a:solidFill>
                  <a:latin typeface="Outfit"/>
                  <a:ea typeface="Outfit"/>
                  <a:cs typeface="Outfit"/>
                  <a:sym typeface="Outfit"/>
                </a:rPr>
                <a:t>Anne-Sophie TRANCHET</a:t>
              </a:r>
              <a:endParaRPr i="0" sz="1200" u="none" cap="none" strike="noStrike">
                <a:solidFill>
                  <a:srgbClr val="0E2356"/>
                </a:solidFill>
                <a:latin typeface="Outfit"/>
                <a:ea typeface="Outfit"/>
                <a:cs typeface="Outfit"/>
                <a:sym typeface="Outfit"/>
              </a:endParaRPr>
            </a:p>
            <a:p>
              <a:pPr indent="0" lvl="0" marL="0" marR="0" rtl="0" algn="ctr">
                <a:lnSpc>
                  <a:spcPct val="115000"/>
                </a:lnSpc>
                <a:spcBef>
                  <a:spcPts val="400"/>
                </a:spcBef>
                <a:spcAft>
                  <a:spcPts val="0"/>
                </a:spcAft>
                <a:buClr>
                  <a:srgbClr val="00AFCB"/>
                </a:buClr>
                <a:buSzPts val="1600"/>
                <a:buFont typeface="Century Gothic"/>
                <a:buNone/>
              </a:pPr>
              <a:r>
                <a:rPr lang="fr" sz="1200">
                  <a:solidFill>
                    <a:srgbClr val="1155CC"/>
                  </a:solidFill>
                  <a:latin typeface="Outfit"/>
                  <a:ea typeface="Outfit"/>
                  <a:cs typeface="Outfit"/>
                  <a:sym typeface="Outfit"/>
                </a:rPr>
                <a:t>UX/UI Design</a:t>
              </a:r>
              <a:endParaRPr sz="1200">
                <a:solidFill>
                  <a:srgbClr val="0E2356"/>
                </a:solidFill>
                <a:latin typeface="Outfit"/>
                <a:ea typeface="Outfit"/>
                <a:cs typeface="Outfit"/>
                <a:sym typeface="Outfit"/>
              </a:endParaRPr>
            </a:p>
          </p:txBody>
        </p:sp>
      </p:grpSp>
      <p:grpSp>
        <p:nvGrpSpPr>
          <p:cNvPr id="259" name="Google Shape;259;p33"/>
          <p:cNvGrpSpPr/>
          <p:nvPr/>
        </p:nvGrpSpPr>
        <p:grpSpPr>
          <a:xfrm>
            <a:off x="4682994" y="1569271"/>
            <a:ext cx="2019000" cy="2004957"/>
            <a:chOff x="4932564" y="1284023"/>
            <a:chExt cx="2019000" cy="2004957"/>
          </a:xfrm>
        </p:grpSpPr>
        <p:pic>
          <p:nvPicPr>
            <p:cNvPr id="260" name="Google Shape;260;p33" title="unnamed.jpg"/>
            <p:cNvPicPr preferRelativeResize="0"/>
            <p:nvPr/>
          </p:nvPicPr>
          <p:blipFill rotWithShape="1">
            <a:blip r:embed="rId5">
              <a:alphaModFix/>
            </a:blip>
            <a:srcRect b="0" l="0" r="0" t="0"/>
            <a:stretch/>
          </p:blipFill>
          <p:spPr>
            <a:xfrm>
              <a:off x="5206952" y="1284023"/>
              <a:ext cx="1392900" cy="1392900"/>
            </a:xfrm>
            <a:prstGeom prst="ellipse">
              <a:avLst/>
            </a:prstGeom>
            <a:noFill/>
            <a:ln>
              <a:noFill/>
            </a:ln>
          </p:spPr>
        </p:pic>
        <p:sp>
          <p:nvSpPr>
            <p:cNvPr id="261" name="Google Shape;261;p33"/>
            <p:cNvSpPr txBox="1"/>
            <p:nvPr/>
          </p:nvSpPr>
          <p:spPr>
            <a:xfrm>
              <a:off x="4932564" y="2748381"/>
              <a:ext cx="2019000" cy="5406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E2356"/>
                </a:buClr>
                <a:buSzPts val="1600"/>
                <a:buFont typeface="Century Gothic"/>
                <a:buNone/>
              </a:pPr>
              <a:r>
                <a:rPr lang="fr" sz="1200">
                  <a:solidFill>
                    <a:srgbClr val="0E2356"/>
                  </a:solidFill>
                  <a:latin typeface="Outfit"/>
                  <a:ea typeface="Outfit"/>
                  <a:cs typeface="Outfit"/>
                  <a:sym typeface="Outfit"/>
                </a:rPr>
                <a:t>Juliette FERRER</a:t>
              </a:r>
              <a:endParaRPr i="0" sz="1200" u="none" cap="none" strike="noStrike">
                <a:solidFill>
                  <a:srgbClr val="0E2356"/>
                </a:solidFill>
                <a:latin typeface="Outfit"/>
                <a:ea typeface="Outfit"/>
                <a:cs typeface="Outfit"/>
                <a:sym typeface="Outfit"/>
              </a:endParaRPr>
            </a:p>
            <a:p>
              <a:pPr indent="0" lvl="0" marL="0" marR="0" rtl="0" algn="ctr">
                <a:lnSpc>
                  <a:spcPct val="115000"/>
                </a:lnSpc>
                <a:spcBef>
                  <a:spcPts val="400"/>
                </a:spcBef>
                <a:spcAft>
                  <a:spcPts val="0"/>
                </a:spcAft>
                <a:buClr>
                  <a:srgbClr val="00AFCB"/>
                </a:buClr>
                <a:buSzPts val="1600"/>
                <a:buFont typeface="Century Gothic"/>
                <a:buNone/>
              </a:pPr>
              <a:r>
                <a:rPr lang="fr" sz="1200">
                  <a:solidFill>
                    <a:srgbClr val="1155CC"/>
                  </a:solidFill>
                  <a:latin typeface="Outfit"/>
                  <a:ea typeface="Outfit"/>
                  <a:cs typeface="Outfit"/>
                  <a:sym typeface="Outfit"/>
                </a:rPr>
                <a:t>Dev front-end</a:t>
              </a:r>
              <a:endParaRPr sz="1200">
                <a:solidFill>
                  <a:srgbClr val="0E2356"/>
                </a:solidFill>
                <a:latin typeface="Outfit"/>
                <a:ea typeface="Outfit"/>
                <a:cs typeface="Outfit"/>
                <a:sym typeface="Outfit"/>
              </a:endParaRPr>
            </a:p>
          </p:txBody>
        </p:sp>
      </p:grpSp>
      <p:sp>
        <p:nvSpPr>
          <p:cNvPr id="262" name="Google Shape;262;p33"/>
          <p:cNvSpPr txBox="1"/>
          <p:nvPr/>
        </p:nvSpPr>
        <p:spPr>
          <a:xfrm>
            <a:off x="6923982" y="3033629"/>
            <a:ext cx="2019000" cy="5406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E2356"/>
              </a:buClr>
              <a:buSzPts val="1600"/>
              <a:buFont typeface="Century Gothic"/>
              <a:buNone/>
            </a:pPr>
            <a:r>
              <a:rPr lang="fr" sz="1200">
                <a:solidFill>
                  <a:srgbClr val="0E2356"/>
                </a:solidFill>
                <a:latin typeface="Outfit"/>
                <a:ea typeface="Outfit"/>
                <a:cs typeface="Outfit"/>
                <a:sym typeface="Outfit"/>
              </a:rPr>
              <a:t>Cécile FREYD-FOUCAULT</a:t>
            </a:r>
            <a:endParaRPr sz="1200">
              <a:solidFill>
                <a:srgbClr val="0E2356"/>
              </a:solidFill>
              <a:latin typeface="Outfit"/>
              <a:ea typeface="Outfit"/>
              <a:cs typeface="Outfit"/>
              <a:sym typeface="Outfit"/>
            </a:endParaRPr>
          </a:p>
          <a:p>
            <a:pPr indent="0" lvl="0" marL="0" marR="0" rtl="0" algn="ctr">
              <a:lnSpc>
                <a:spcPct val="115000"/>
              </a:lnSpc>
              <a:spcBef>
                <a:spcPts val="400"/>
              </a:spcBef>
              <a:spcAft>
                <a:spcPts val="0"/>
              </a:spcAft>
              <a:buClr>
                <a:srgbClr val="00AFCB"/>
              </a:buClr>
              <a:buSzPts val="1600"/>
              <a:buFont typeface="Century Gothic"/>
              <a:buNone/>
            </a:pPr>
            <a:r>
              <a:rPr lang="fr" sz="1200">
                <a:solidFill>
                  <a:srgbClr val="1155CC"/>
                </a:solidFill>
                <a:latin typeface="Outfit"/>
                <a:ea typeface="Outfit"/>
                <a:cs typeface="Outfit"/>
                <a:sym typeface="Outfit"/>
              </a:rPr>
              <a:t>Product design</a:t>
            </a:r>
            <a:endParaRPr sz="1200">
              <a:solidFill>
                <a:srgbClr val="0E2356"/>
              </a:solidFill>
              <a:latin typeface="Outfit"/>
              <a:ea typeface="Outfit"/>
              <a:cs typeface="Outfit"/>
              <a:sym typeface="Outfit"/>
            </a:endParaRPr>
          </a:p>
        </p:txBody>
      </p:sp>
      <p:pic>
        <p:nvPicPr>
          <p:cNvPr id="263" name="Google Shape;263;p33" title="cecilefreydf 1.png"/>
          <p:cNvPicPr preferRelativeResize="0"/>
          <p:nvPr/>
        </p:nvPicPr>
        <p:blipFill rotWithShape="1">
          <a:blip r:embed="rId6">
            <a:alphaModFix/>
          </a:blip>
          <a:srcRect b="0" l="0" r="0" t="0"/>
          <a:stretch/>
        </p:blipFill>
        <p:spPr>
          <a:xfrm>
            <a:off x="7250948" y="1569273"/>
            <a:ext cx="1388100" cy="1388100"/>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4"/>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De quoi va-t-on parler ?</a:t>
            </a:r>
            <a:endParaRPr/>
          </a:p>
        </p:txBody>
      </p:sp>
      <p:sp>
        <p:nvSpPr>
          <p:cNvPr id="269" name="Google Shape;269;p34"/>
          <p:cNvSpPr txBox="1"/>
          <p:nvPr>
            <p:ph idx="1" type="body"/>
          </p:nvPr>
        </p:nvSpPr>
        <p:spPr>
          <a:xfrm>
            <a:off x="310500" y="747900"/>
            <a:ext cx="8523900" cy="4075800"/>
          </a:xfrm>
          <a:prstGeom prst="rect">
            <a:avLst/>
          </a:prstGeom>
        </p:spPr>
        <p:txBody>
          <a:bodyPr anchorCtr="0" anchor="ctr" bIns="0" lIns="0" spcFirstLastPara="1" rIns="0" wrap="square" tIns="0">
            <a:noAutofit/>
          </a:bodyPr>
          <a:lstStyle/>
          <a:p>
            <a:pPr indent="-457200" lvl="0" marL="457200" rtl="0" algn="l">
              <a:lnSpc>
                <a:spcPct val="200000"/>
              </a:lnSpc>
              <a:spcBef>
                <a:spcPts val="0"/>
              </a:spcBef>
              <a:spcAft>
                <a:spcPts val="0"/>
              </a:spcAft>
              <a:buClr>
                <a:schemeClr val="accent1"/>
              </a:buClr>
              <a:buSzPts val="3600"/>
              <a:buFont typeface="Outfit"/>
              <a:buAutoNum type="arabicPeriod"/>
            </a:pPr>
            <a:r>
              <a:rPr lang="fr" sz="3600"/>
              <a:t>Publier des</a:t>
            </a:r>
            <a:r>
              <a:rPr b="1" lang="fr" sz="3600"/>
              <a:t> textes</a:t>
            </a:r>
            <a:endParaRPr sz="3600"/>
          </a:p>
          <a:p>
            <a:pPr indent="-457200" lvl="0" marL="457200" rtl="0" algn="l">
              <a:lnSpc>
                <a:spcPct val="200000"/>
              </a:lnSpc>
              <a:spcBef>
                <a:spcPts val="1000"/>
              </a:spcBef>
              <a:spcAft>
                <a:spcPts val="0"/>
              </a:spcAft>
              <a:buClr>
                <a:schemeClr val="accent1"/>
              </a:buClr>
              <a:buSzPts val="3600"/>
              <a:buFont typeface="Outfit"/>
              <a:buAutoNum type="arabicPeriod"/>
            </a:pPr>
            <a:r>
              <a:rPr lang="fr" sz="3600"/>
              <a:t>Publier des</a:t>
            </a:r>
            <a:r>
              <a:rPr b="1" lang="fr" sz="3600"/>
              <a:t> images</a:t>
            </a:r>
            <a:r>
              <a:rPr lang="fr" sz="3600"/>
              <a:t> </a:t>
            </a:r>
            <a:endParaRPr sz="3600"/>
          </a:p>
          <a:p>
            <a:pPr indent="-457200" lvl="0" marL="457200" rtl="0" algn="l">
              <a:lnSpc>
                <a:spcPct val="200000"/>
              </a:lnSpc>
              <a:spcBef>
                <a:spcPts val="1000"/>
              </a:spcBef>
              <a:spcAft>
                <a:spcPts val="1000"/>
              </a:spcAft>
              <a:buClr>
                <a:schemeClr val="accent1"/>
              </a:buClr>
              <a:buSzPts val="3600"/>
              <a:buFont typeface="Outfit"/>
              <a:buAutoNum type="arabicPeriod"/>
            </a:pPr>
            <a:r>
              <a:rPr lang="fr" sz="3600"/>
              <a:t>Publier des</a:t>
            </a:r>
            <a:r>
              <a:rPr b="1" lang="fr" sz="3600"/>
              <a:t> vidéos </a:t>
            </a:r>
            <a:r>
              <a:rPr lang="fr" sz="3600"/>
              <a:t>et </a:t>
            </a:r>
            <a:r>
              <a:rPr b="1" lang="fr" sz="3600"/>
              <a:t>podcasts</a:t>
            </a:r>
            <a:endParaRPr b="1" sz="3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5"/>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Un peu de contexte</a:t>
            </a:r>
            <a:endParaRPr/>
          </a:p>
        </p:txBody>
      </p:sp>
      <p:sp>
        <p:nvSpPr>
          <p:cNvPr id="275" name="Google Shape;275;p35"/>
          <p:cNvSpPr txBox="1"/>
          <p:nvPr>
            <p:ph idx="1" type="body"/>
          </p:nvPr>
        </p:nvSpPr>
        <p:spPr>
          <a:xfrm>
            <a:off x="198700" y="1505850"/>
            <a:ext cx="4261500" cy="2547000"/>
          </a:xfrm>
          <a:prstGeom prst="rect">
            <a:avLst/>
          </a:prstGeom>
        </p:spPr>
        <p:txBody>
          <a:bodyPr anchorCtr="0" anchor="t" bIns="0" lIns="0" spcFirstLastPara="1" rIns="0" wrap="square" tIns="0">
            <a:noAutofit/>
          </a:bodyPr>
          <a:lstStyle/>
          <a:p>
            <a:pPr indent="-317500" lvl="0" marL="457200" rtl="0" algn="l">
              <a:spcBef>
                <a:spcPts val="1200"/>
              </a:spcBef>
              <a:spcAft>
                <a:spcPts val="0"/>
              </a:spcAft>
              <a:buClr>
                <a:schemeClr val="accent6"/>
              </a:buClr>
              <a:buSzPts val="1400"/>
              <a:buChar char="➔"/>
            </a:pPr>
            <a:r>
              <a:rPr b="1" lang="fr"/>
              <a:t>77 % de la population utilise un smartphone</a:t>
            </a:r>
            <a:r>
              <a:rPr lang="fr"/>
              <a:t>, plus particulièrement les jeunes, qui se servent de celui-ci pour surfer sur Internet.</a:t>
            </a:r>
            <a:endParaRPr/>
          </a:p>
          <a:p>
            <a:pPr indent="-317500" lvl="0" marL="457200" rtl="0" algn="l">
              <a:spcBef>
                <a:spcPts val="1000"/>
              </a:spcBef>
              <a:spcAft>
                <a:spcPts val="1000"/>
              </a:spcAft>
              <a:buClr>
                <a:schemeClr val="accent6"/>
              </a:buClr>
              <a:buSzPts val="1400"/>
              <a:buChar char="➔"/>
            </a:pPr>
            <a:r>
              <a:rPr b="1" lang="fr"/>
              <a:t>62 % sont inscrites sur les réseaux sociaux</a:t>
            </a:r>
            <a:r>
              <a:rPr lang="fr"/>
              <a:t>.</a:t>
            </a:r>
            <a:endParaRPr/>
          </a:p>
        </p:txBody>
      </p:sp>
      <p:sp>
        <p:nvSpPr>
          <p:cNvPr id="276" name="Google Shape;276;p35"/>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Source :  Un numérique accessible pour les personnes handicapées, c’est pour quand ? https://fr.slides.access42.net/passageenseine2023/</a:t>
            </a:r>
            <a:endParaRPr/>
          </a:p>
        </p:txBody>
      </p:sp>
      <p:sp>
        <p:nvSpPr>
          <p:cNvPr id="277" name="Google Shape;277;p35"/>
          <p:cNvSpPr txBox="1"/>
          <p:nvPr/>
        </p:nvSpPr>
        <p:spPr>
          <a:xfrm>
            <a:off x="4633575" y="1356750"/>
            <a:ext cx="4411500" cy="1793100"/>
          </a:xfrm>
          <a:prstGeom prst="rect">
            <a:avLst/>
          </a:prstGeom>
          <a:noFill/>
          <a:ln>
            <a:noFill/>
          </a:ln>
        </p:spPr>
        <p:txBody>
          <a:bodyPr anchorCtr="0" anchor="ctr" bIns="91425" lIns="91425" spcFirstLastPara="1" rIns="91425" wrap="square" tIns="91425">
            <a:spAutoFit/>
          </a:bodyPr>
          <a:lstStyle/>
          <a:p>
            <a:pPr indent="-317500" lvl="0" marL="457200" rtl="0" algn="l">
              <a:lnSpc>
                <a:spcPct val="115000"/>
              </a:lnSpc>
              <a:spcBef>
                <a:spcPts val="1200"/>
              </a:spcBef>
              <a:spcAft>
                <a:spcPts val="0"/>
              </a:spcAft>
              <a:buClr>
                <a:schemeClr val="accent6"/>
              </a:buClr>
              <a:buSzPts val="1400"/>
              <a:buFont typeface="Outfit"/>
              <a:buChar char="➔"/>
            </a:pPr>
            <a:r>
              <a:rPr b="1" lang="fr">
                <a:solidFill>
                  <a:schemeClr val="dk1"/>
                </a:solidFill>
                <a:latin typeface="Outfit"/>
                <a:ea typeface="Outfit"/>
                <a:cs typeface="Outfit"/>
                <a:sym typeface="Outfit"/>
              </a:rPr>
              <a:t>48 % éprouvent une forme de difficulté</a:t>
            </a:r>
            <a:r>
              <a:rPr lang="fr">
                <a:solidFill>
                  <a:schemeClr val="dk1"/>
                </a:solidFill>
                <a:latin typeface="Outfit"/>
                <a:ea typeface="Outfit"/>
                <a:cs typeface="Outfit"/>
                <a:sym typeface="Outfit"/>
              </a:rPr>
              <a:t> qui les empêche d’utiliser pleinement les outils numériques et internet.</a:t>
            </a:r>
            <a:endParaRPr>
              <a:solidFill>
                <a:schemeClr val="dk1"/>
              </a:solidFill>
              <a:latin typeface="Outfit"/>
              <a:ea typeface="Outfit"/>
              <a:cs typeface="Outfit"/>
              <a:sym typeface="Outfit"/>
            </a:endParaRPr>
          </a:p>
          <a:p>
            <a:pPr indent="-317500" lvl="0" marL="457200" rtl="0" algn="l">
              <a:lnSpc>
                <a:spcPct val="115000"/>
              </a:lnSpc>
              <a:spcBef>
                <a:spcPts val="1200"/>
              </a:spcBef>
              <a:spcAft>
                <a:spcPts val="1000"/>
              </a:spcAft>
              <a:buClr>
                <a:schemeClr val="accent6"/>
              </a:buClr>
              <a:buSzPts val="1400"/>
              <a:buFont typeface="Outfit"/>
              <a:buChar char="➔"/>
            </a:pPr>
            <a:r>
              <a:rPr b="1" lang="fr">
                <a:solidFill>
                  <a:schemeClr val="dk1"/>
                </a:solidFill>
                <a:latin typeface="Outfit"/>
                <a:ea typeface="Outfit"/>
                <a:cs typeface="Outfit"/>
                <a:sym typeface="Outfit"/>
              </a:rPr>
              <a:t>7,6 millions de personnes sont concernées par le handicap</a:t>
            </a:r>
            <a:r>
              <a:rPr lang="fr">
                <a:solidFill>
                  <a:schemeClr val="dk1"/>
                </a:solidFill>
                <a:latin typeface="Outfit"/>
                <a:ea typeface="Outfit"/>
                <a:cs typeface="Outfit"/>
                <a:sym typeface="Outfit"/>
              </a:rPr>
              <a:t>. Cela correspond à 1 personne sur 7, soit 14 % de la population.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6"/>
          <p:cNvSpPr txBox="1"/>
          <p:nvPr>
            <p:ph type="title"/>
          </p:nvPr>
        </p:nvSpPr>
        <p:spPr>
          <a:xfrm>
            <a:off x="729000" y="1612800"/>
            <a:ext cx="7758600" cy="738900"/>
          </a:xfrm>
          <a:prstGeom prst="rect">
            <a:avLst/>
          </a:prstGeom>
        </p:spPr>
        <p:txBody>
          <a:bodyPr anchorCtr="0" anchor="t" bIns="91425" lIns="0" spcFirstLastPara="1" rIns="0" wrap="square" tIns="91425">
            <a:spAutoFit/>
          </a:bodyPr>
          <a:lstStyle/>
          <a:p>
            <a:pPr indent="0" lvl="0" marL="0" rtl="0" algn="l">
              <a:spcBef>
                <a:spcPts val="0"/>
              </a:spcBef>
              <a:spcAft>
                <a:spcPts val="0"/>
              </a:spcAft>
              <a:buNone/>
            </a:pPr>
            <a:r>
              <a:rPr lang="fr" sz="3600"/>
              <a:t>Les textes</a:t>
            </a:r>
            <a:endParaRPr sz="3600"/>
          </a:p>
        </p:txBody>
      </p:sp>
      <p:sp>
        <p:nvSpPr>
          <p:cNvPr id="283" name="Google Shape;283;p36"/>
          <p:cNvSpPr txBox="1"/>
          <p:nvPr/>
        </p:nvSpPr>
        <p:spPr>
          <a:xfrm>
            <a:off x="706525" y="2628275"/>
            <a:ext cx="4719600" cy="1431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accent6"/>
              </a:buClr>
              <a:buSzPts val="1400"/>
              <a:buFont typeface="Outfit"/>
              <a:buChar char="➔"/>
            </a:pPr>
            <a:r>
              <a:rPr lang="fr">
                <a:solidFill>
                  <a:schemeClr val="accent3"/>
                </a:solidFill>
                <a:latin typeface="Outfit"/>
                <a:ea typeface="Outfit"/>
                <a:cs typeface="Outfit"/>
                <a:sym typeface="Outfit"/>
              </a:rPr>
              <a:t>Emojis</a:t>
            </a:r>
            <a:endParaRPr>
              <a:solidFill>
                <a:schemeClr val="accent3"/>
              </a:solidFill>
              <a:latin typeface="Outfit"/>
              <a:ea typeface="Outfit"/>
              <a:cs typeface="Outfit"/>
              <a:sym typeface="Outfit"/>
            </a:endParaRPr>
          </a:p>
          <a:p>
            <a:pPr indent="-317500" lvl="0" marL="457200" rtl="0" algn="l">
              <a:spcBef>
                <a:spcPts val="1000"/>
              </a:spcBef>
              <a:spcAft>
                <a:spcPts val="0"/>
              </a:spcAft>
              <a:buClr>
                <a:schemeClr val="accent6"/>
              </a:buClr>
              <a:buSzPts val="1400"/>
              <a:buFont typeface="Outfit"/>
              <a:buChar char="➔"/>
            </a:pPr>
            <a:r>
              <a:rPr lang="fr">
                <a:solidFill>
                  <a:schemeClr val="accent3"/>
                </a:solidFill>
                <a:latin typeface="Outfit"/>
                <a:ea typeface="Outfit"/>
                <a:cs typeface="Outfit"/>
                <a:sym typeface="Outfit"/>
              </a:rPr>
              <a:t>Hashtag</a:t>
            </a:r>
            <a:endParaRPr>
              <a:solidFill>
                <a:schemeClr val="accent3"/>
              </a:solidFill>
              <a:latin typeface="Outfit"/>
              <a:ea typeface="Outfit"/>
              <a:cs typeface="Outfit"/>
              <a:sym typeface="Outfit"/>
            </a:endParaRPr>
          </a:p>
          <a:p>
            <a:pPr indent="-317500" lvl="0" marL="457200" rtl="0" algn="l">
              <a:spcBef>
                <a:spcPts val="1000"/>
              </a:spcBef>
              <a:spcAft>
                <a:spcPts val="0"/>
              </a:spcAft>
              <a:buClr>
                <a:schemeClr val="accent6"/>
              </a:buClr>
              <a:buSzPts val="1400"/>
              <a:buFont typeface="Outfit"/>
              <a:buChar char="➔"/>
            </a:pPr>
            <a:r>
              <a:rPr lang="fr">
                <a:solidFill>
                  <a:schemeClr val="accent3"/>
                </a:solidFill>
                <a:latin typeface="Outfit"/>
                <a:ea typeface="Outfit"/>
                <a:cs typeface="Outfit"/>
                <a:sym typeface="Outfit"/>
              </a:rPr>
              <a:t>Caractères spéciaux</a:t>
            </a:r>
            <a:endParaRPr>
              <a:solidFill>
                <a:schemeClr val="accent3"/>
              </a:solidFill>
              <a:latin typeface="Outfit"/>
              <a:ea typeface="Outfit"/>
              <a:cs typeface="Outfit"/>
              <a:sym typeface="Outfit"/>
            </a:endParaRPr>
          </a:p>
          <a:p>
            <a:pPr indent="-317500" lvl="0" marL="457200" rtl="0" algn="l">
              <a:spcBef>
                <a:spcPts val="1000"/>
              </a:spcBef>
              <a:spcAft>
                <a:spcPts val="1000"/>
              </a:spcAft>
              <a:buClr>
                <a:schemeClr val="accent6"/>
              </a:buClr>
              <a:buSzPts val="1400"/>
              <a:buFont typeface="Outfit"/>
              <a:buChar char="➔"/>
            </a:pPr>
            <a:r>
              <a:rPr lang="fr">
                <a:solidFill>
                  <a:schemeClr val="accent3"/>
                </a:solidFill>
                <a:latin typeface="Outfit"/>
                <a:ea typeface="Outfit"/>
                <a:cs typeface="Outfit"/>
                <a:sym typeface="Outfit"/>
              </a:rPr>
              <a:t>Écriture inclusive</a:t>
            </a:r>
            <a:endParaRPr>
              <a:solidFill>
                <a:schemeClr val="accent3"/>
              </a:solidFill>
              <a:latin typeface="Outfit"/>
              <a:ea typeface="Outfit"/>
              <a:cs typeface="Outfit"/>
              <a:sym typeface="Outfi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7"/>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Emojis</a:t>
            </a:r>
            <a:endParaRPr/>
          </a:p>
        </p:txBody>
      </p:sp>
      <p:sp>
        <p:nvSpPr>
          <p:cNvPr id="289" name="Google Shape;289;p37"/>
          <p:cNvSpPr txBox="1"/>
          <p:nvPr>
            <p:ph idx="1" type="body"/>
          </p:nvPr>
        </p:nvSpPr>
        <p:spPr>
          <a:xfrm>
            <a:off x="310500" y="747900"/>
            <a:ext cx="3444300" cy="4075800"/>
          </a:xfrm>
          <a:prstGeom prst="rect">
            <a:avLst/>
          </a:prstGeom>
        </p:spPr>
        <p:txBody>
          <a:bodyPr anchorCtr="0" anchor="ctr" bIns="0" lIns="0" spcFirstLastPara="1" rIns="0" wrap="square" tIns="0">
            <a:normAutofit/>
          </a:bodyPr>
          <a:lstStyle/>
          <a:p>
            <a:pPr indent="-317500" lvl="0" marL="457200" rtl="0" algn="l">
              <a:spcBef>
                <a:spcPts val="0"/>
              </a:spcBef>
              <a:spcAft>
                <a:spcPts val="0"/>
              </a:spcAft>
              <a:buClr>
                <a:srgbClr val="0063CB"/>
              </a:buClr>
              <a:buSzPts val="1400"/>
              <a:buChar char="➔"/>
            </a:pPr>
            <a:r>
              <a:rPr lang="fr"/>
              <a:t>Un emoji est plus long qu’il en a l’air</a:t>
            </a:r>
            <a:endParaRPr/>
          </a:p>
          <a:p>
            <a:pPr indent="-317500" lvl="0" marL="457200" rtl="0" algn="l">
              <a:spcBef>
                <a:spcPts val="1000"/>
              </a:spcBef>
              <a:spcAft>
                <a:spcPts val="0"/>
              </a:spcAft>
              <a:buClr>
                <a:srgbClr val="0063CB"/>
              </a:buClr>
              <a:buSzPts val="1400"/>
              <a:buChar char="➔"/>
            </a:pPr>
            <a:r>
              <a:rPr lang="fr"/>
              <a:t>Un emoji peut en cacher un autre</a:t>
            </a:r>
            <a:endParaRPr/>
          </a:p>
          <a:p>
            <a:pPr indent="-317500" lvl="0" marL="457200" rtl="0" algn="l">
              <a:spcBef>
                <a:spcPts val="1000"/>
              </a:spcBef>
              <a:spcAft>
                <a:spcPts val="0"/>
              </a:spcAft>
              <a:buClr>
                <a:srgbClr val="0063CB"/>
              </a:buClr>
              <a:buSzPts val="1400"/>
              <a:buChar char="➔"/>
            </a:pPr>
            <a:r>
              <a:rPr lang="fr"/>
              <a:t>Un emoji n’est pas toujours clair</a:t>
            </a:r>
            <a:endParaRPr/>
          </a:p>
          <a:p>
            <a:pPr indent="-317500" lvl="0" marL="457200" rtl="0" algn="l">
              <a:spcBef>
                <a:spcPts val="1000"/>
              </a:spcBef>
              <a:spcAft>
                <a:spcPts val="0"/>
              </a:spcAft>
              <a:buClr>
                <a:srgbClr val="0063CB"/>
              </a:buClr>
              <a:buSzPts val="1400"/>
              <a:buChar char="➔"/>
            </a:pPr>
            <a:r>
              <a:rPr lang="fr"/>
              <a:t>Un emoji n’est pas toujours visible</a:t>
            </a:r>
            <a:endParaRPr/>
          </a:p>
          <a:p>
            <a:pPr indent="0" lvl="0" marL="0" rtl="0" algn="l">
              <a:spcBef>
                <a:spcPts val="1000"/>
              </a:spcBef>
              <a:spcAft>
                <a:spcPts val="1000"/>
              </a:spcAft>
              <a:buNone/>
            </a:pPr>
            <a:r>
              <a:t/>
            </a:r>
            <a:endParaRPr/>
          </a:p>
        </p:txBody>
      </p:sp>
      <p:sp>
        <p:nvSpPr>
          <p:cNvPr id="290" name="Google Shape;290;p37"/>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Source : Des emojis accessibles  </a:t>
            </a:r>
            <a:r>
              <a:rPr lang="fr" u="sng">
                <a:solidFill>
                  <a:schemeClr val="hlink"/>
                </a:solidFill>
                <a:hlinkClick r:id="rId3"/>
              </a:rPr>
              <a:t>blog.hello-bokeh.fr/2020/07/23/des-emoji-accessibles/</a:t>
            </a:r>
            <a:endParaRPr/>
          </a:p>
        </p:txBody>
      </p:sp>
      <p:pic>
        <p:nvPicPr>
          <p:cNvPr id="291" name="Google Shape;291;p37" title="voiceover.mp3">
            <a:hlinkClick r:id="rId4"/>
          </p:cNvPr>
          <p:cNvPicPr preferRelativeResize="0"/>
          <p:nvPr/>
        </p:nvPicPr>
        <p:blipFill>
          <a:blip r:embed="rId5">
            <a:alphaModFix/>
          </a:blip>
          <a:stretch>
            <a:fillRect/>
          </a:stretch>
        </p:blipFill>
        <p:spPr>
          <a:xfrm>
            <a:off x="4237875" y="1426800"/>
            <a:ext cx="457200" cy="457200"/>
          </a:xfrm>
          <a:prstGeom prst="rect">
            <a:avLst/>
          </a:prstGeom>
          <a:noFill/>
          <a:ln>
            <a:noFill/>
          </a:ln>
        </p:spPr>
      </p:pic>
      <p:sp>
        <p:nvSpPr>
          <p:cNvPr id="292" name="Google Shape;292;p37"/>
          <p:cNvSpPr txBox="1"/>
          <p:nvPr/>
        </p:nvSpPr>
        <p:spPr>
          <a:xfrm>
            <a:off x="4762775" y="1455300"/>
            <a:ext cx="378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solidFill>
                  <a:schemeClr val="lt2"/>
                </a:solidFill>
                <a:latin typeface="Outfit"/>
                <a:ea typeface="Outfit"/>
                <a:cs typeface="Outfit"/>
                <a:sym typeface="Outfit"/>
              </a:rPr>
              <a:t>🙈🤞🏻🤞🏻🤞🏻 okok bon bah bon courage 😘😘 😘</a:t>
            </a:r>
            <a:endParaRPr>
              <a:solidFill>
                <a:schemeClr val="lt2"/>
              </a:solidFill>
              <a:latin typeface="Outfit"/>
              <a:ea typeface="Outfit"/>
              <a:cs typeface="Outfit"/>
              <a:sym typeface="Outfit"/>
            </a:endParaRPr>
          </a:p>
        </p:txBody>
      </p:sp>
      <p:pic>
        <p:nvPicPr>
          <p:cNvPr id="293" name="Google Shape;293;p37"/>
          <p:cNvPicPr preferRelativeResize="0"/>
          <p:nvPr/>
        </p:nvPicPr>
        <p:blipFill>
          <a:blip r:embed="rId6">
            <a:alphaModFix/>
          </a:blip>
          <a:stretch>
            <a:fillRect/>
          </a:stretch>
        </p:blipFill>
        <p:spPr>
          <a:xfrm>
            <a:off x="4237875" y="2205897"/>
            <a:ext cx="4596525" cy="830100"/>
          </a:xfrm>
          <a:prstGeom prst="rect">
            <a:avLst/>
          </a:prstGeom>
          <a:noFill/>
          <a:ln>
            <a:noFill/>
          </a:ln>
        </p:spPr>
      </p:pic>
      <p:pic>
        <p:nvPicPr>
          <p:cNvPr id="294" name="Google Shape;294;p37"/>
          <p:cNvPicPr preferRelativeResize="0"/>
          <p:nvPr/>
        </p:nvPicPr>
        <p:blipFill>
          <a:blip r:embed="rId7">
            <a:alphaModFix/>
          </a:blip>
          <a:stretch>
            <a:fillRect/>
          </a:stretch>
        </p:blipFill>
        <p:spPr>
          <a:xfrm>
            <a:off x="4237872" y="3320197"/>
            <a:ext cx="3179576" cy="1253400"/>
          </a:xfrm>
          <a:prstGeom prst="rect">
            <a:avLst/>
          </a:prstGeom>
          <a:noFill/>
          <a:ln>
            <a:noFill/>
          </a:ln>
        </p:spPr>
      </p:pic>
      <p:pic>
        <p:nvPicPr>
          <p:cNvPr id="295" name="Google Shape;295;p37"/>
          <p:cNvPicPr preferRelativeResize="0"/>
          <p:nvPr/>
        </p:nvPicPr>
        <p:blipFill>
          <a:blip r:embed="rId8">
            <a:alphaModFix/>
          </a:blip>
          <a:stretch>
            <a:fillRect/>
          </a:stretch>
        </p:blipFill>
        <p:spPr>
          <a:xfrm>
            <a:off x="4201362" y="310503"/>
            <a:ext cx="4906125" cy="9171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8"/>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E</a:t>
            </a:r>
            <a:r>
              <a:rPr lang="fr"/>
              <a:t>mojis</a:t>
            </a:r>
            <a:endParaRPr/>
          </a:p>
        </p:txBody>
      </p:sp>
      <p:sp>
        <p:nvSpPr>
          <p:cNvPr id="301" name="Google Shape;301;p38"/>
          <p:cNvSpPr txBox="1"/>
          <p:nvPr>
            <p:ph idx="1" type="body"/>
          </p:nvPr>
        </p:nvSpPr>
        <p:spPr>
          <a:xfrm>
            <a:off x="310500" y="747900"/>
            <a:ext cx="8523900" cy="4075800"/>
          </a:xfrm>
          <a:prstGeom prst="rect">
            <a:avLst/>
          </a:prstGeom>
        </p:spPr>
        <p:txBody>
          <a:bodyPr anchorCtr="0" anchor="ctr" bIns="0" lIns="0" spcFirstLastPara="1" rIns="0" wrap="square" tIns="0">
            <a:normAutofit/>
          </a:bodyPr>
          <a:lstStyle/>
          <a:p>
            <a:pPr indent="-317500" lvl="0" marL="457200" rtl="0" algn="l">
              <a:spcBef>
                <a:spcPts val="0"/>
              </a:spcBef>
              <a:spcAft>
                <a:spcPts val="0"/>
              </a:spcAft>
              <a:buClr>
                <a:srgbClr val="0063CB"/>
              </a:buClr>
              <a:buSzPts val="1400"/>
              <a:buChar char="➔"/>
            </a:pPr>
            <a:r>
              <a:rPr lang="fr"/>
              <a:t>Un emoji est plus long qu’il en a l’air</a:t>
            </a:r>
            <a:endParaRPr/>
          </a:p>
          <a:p>
            <a:pPr indent="-317500" lvl="0" marL="457200" rtl="0" algn="l">
              <a:spcBef>
                <a:spcPts val="1000"/>
              </a:spcBef>
              <a:spcAft>
                <a:spcPts val="0"/>
              </a:spcAft>
              <a:buClr>
                <a:srgbClr val="0063CB"/>
              </a:buClr>
              <a:buSzPts val="1400"/>
              <a:buChar char="➔"/>
            </a:pPr>
            <a:r>
              <a:rPr lang="fr"/>
              <a:t>Un emoji peut en cacher un autre</a:t>
            </a:r>
            <a:endParaRPr/>
          </a:p>
          <a:p>
            <a:pPr indent="-317500" lvl="0" marL="457200" rtl="0" algn="l">
              <a:spcBef>
                <a:spcPts val="1000"/>
              </a:spcBef>
              <a:spcAft>
                <a:spcPts val="0"/>
              </a:spcAft>
              <a:buClr>
                <a:srgbClr val="0063CB"/>
              </a:buClr>
              <a:buSzPts val="1400"/>
              <a:buChar char="➔"/>
            </a:pPr>
            <a:r>
              <a:rPr lang="fr"/>
              <a:t>Un emoji n’est pas toujours clair</a:t>
            </a:r>
            <a:endParaRPr/>
          </a:p>
          <a:p>
            <a:pPr indent="-317500" lvl="0" marL="457200" rtl="0" algn="l">
              <a:spcBef>
                <a:spcPts val="1000"/>
              </a:spcBef>
              <a:spcAft>
                <a:spcPts val="0"/>
              </a:spcAft>
              <a:buClr>
                <a:srgbClr val="0063CB"/>
              </a:buClr>
              <a:buSzPts val="1400"/>
              <a:buChar char="➔"/>
            </a:pPr>
            <a:r>
              <a:rPr lang="fr"/>
              <a:t>Un emoji n’est pas toujours visible</a:t>
            </a:r>
            <a:endParaRPr/>
          </a:p>
          <a:p>
            <a:pPr indent="0" lvl="0" marL="0" rtl="0" algn="l">
              <a:spcBef>
                <a:spcPts val="1000"/>
              </a:spcBef>
              <a:spcAft>
                <a:spcPts val="1000"/>
              </a:spcAft>
              <a:buNone/>
            </a:pPr>
            <a:r>
              <a:t/>
            </a:r>
            <a:endParaRPr/>
          </a:p>
        </p:txBody>
      </p:sp>
      <p:sp>
        <p:nvSpPr>
          <p:cNvPr id="302" name="Google Shape;302;p38"/>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Source : Des emojis accessibles  </a:t>
            </a:r>
            <a:r>
              <a:rPr lang="fr" u="sng">
                <a:solidFill>
                  <a:schemeClr val="hlink"/>
                </a:solidFill>
                <a:hlinkClick r:id="rId3"/>
              </a:rPr>
              <a:t>blog.hello-bokeh.fr/2020/07/23/des-emoji-accessibles/</a:t>
            </a:r>
            <a:endParaRPr/>
          </a:p>
        </p:txBody>
      </p:sp>
      <p:sp>
        <p:nvSpPr>
          <p:cNvPr id="303" name="Google Shape;303;p38"/>
          <p:cNvSpPr/>
          <p:nvPr/>
        </p:nvSpPr>
        <p:spPr>
          <a:xfrm>
            <a:off x="4151350" y="1570950"/>
            <a:ext cx="4842600" cy="2001600"/>
          </a:xfrm>
          <a:prstGeom prst="rect">
            <a:avLst/>
          </a:prstGeom>
          <a:solidFill>
            <a:srgbClr val="FFF8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indent="0" lvl="0" marL="0" rtl="0" algn="l">
              <a:spcBef>
                <a:spcPts val="1000"/>
              </a:spcBef>
              <a:spcAft>
                <a:spcPts val="0"/>
              </a:spcAft>
              <a:buNone/>
            </a:pPr>
            <a:r>
              <a:rPr lang="fr">
                <a:solidFill>
                  <a:schemeClr val="dk1"/>
                </a:solidFill>
                <a:latin typeface="Outfit"/>
                <a:ea typeface="Outfit"/>
                <a:cs typeface="Outfit"/>
                <a:sym typeface="Outfit"/>
              </a:rPr>
              <a:t>Utiliser des emojis de temps en temps, c’est ok ✅.</a:t>
            </a:r>
            <a:endParaRPr>
              <a:solidFill>
                <a:schemeClr val="dk1"/>
              </a:solidFill>
              <a:latin typeface="Outfit"/>
              <a:ea typeface="Outfit"/>
              <a:cs typeface="Outfit"/>
              <a:sym typeface="Outfit"/>
            </a:endParaRPr>
          </a:p>
          <a:p>
            <a:pPr indent="0" lvl="0" marL="0" rtl="0" algn="l">
              <a:spcBef>
                <a:spcPts val="1000"/>
              </a:spcBef>
              <a:spcAft>
                <a:spcPts val="0"/>
              </a:spcAft>
              <a:buNone/>
            </a:pPr>
            <a:r>
              <a:rPr lang="fr">
                <a:solidFill>
                  <a:schemeClr val="dk1"/>
                </a:solidFill>
                <a:latin typeface="Outfit"/>
                <a:ea typeface="Outfit"/>
                <a:cs typeface="Outfit"/>
                <a:sym typeface="Outfit"/>
              </a:rPr>
              <a:t>Placer l’émoji de préférence à la fin d’un message 👍.</a:t>
            </a:r>
            <a:endParaRPr>
              <a:solidFill>
                <a:schemeClr val="dk1"/>
              </a:solidFill>
              <a:latin typeface="Outfit"/>
              <a:ea typeface="Outfit"/>
              <a:cs typeface="Outfit"/>
              <a:sym typeface="Outfit"/>
            </a:endParaRPr>
          </a:p>
          <a:p>
            <a:pPr indent="0" lvl="0" marL="0" rtl="0" algn="l">
              <a:spcBef>
                <a:spcPts val="1000"/>
              </a:spcBef>
              <a:spcAft>
                <a:spcPts val="0"/>
              </a:spcAft>
              <a:buNone/>
            </a:pPr>
            <a:r>
              <a:rPr lang="fr">
                <a:solidFill>
                  <a:schemeClr val="dk1"/>
                </a:solidFill>
                <a:latin typeface="Outfit"/>
                <a:ea typeface="Outfit"/>
                <a:cs typeface="Outfit"/>
                <a:sym typeface="Outfit"/>
              </a:rPr>
              <a:t>Mettre les informations importantes avant l’émoji ⬅️.</a:t>
            </a:r>
            <a:endParaRPr>
              <a:solidFill>
                <a:schemeClr val="dk1"/>
              </a:solidFill>
              <a:latin typeface="Outfit"/>
              <a:ea typeface="Outfit"/>
              <a:cs typeface="Outfit"/>
              <a:sym typeface="Outfit"/>
            </a:endParaRPr>
          </a:p>
          <a:p>
            <a:pPr indent="0" lvl="0" marL="0" rtl="0" algn="l">
              <a:spcBef>
                <a:spcPts val="1000"/>
              </a:spcBef>
              <a:spcAft>
                <a:spcPts val="1000"/>
              </a:spcAft>
              <a:buNone/>
            </a:pPr>
            <a:r>
              <a:rPr lang="fr">
                <a:solidFill>
                  <a:schemeClr val="dk1"/>
                </a:solidFill>
                <a:latin typeface="Outfit"/>
                <a:ea typeface="Outfit"/>
                <a:cs typeface="Outfit"/>
                <a:sym typeface="Outfit"/>
              </a:rPr>
              <a:t>S’assurer que le message a du sens même sans emoji 😇.</a:t>
            </a:r>
            <a:endParaRPr>
              <a:solidFill>
                <a:schemeClr val="dk1"/>
              </a:solidFill>
              <a:latin typeface="Outfit"/>
              <a:ea typeface="Outfit"/>
              <a:cs typeface="Outfit"/>
              <a:sym typeface="Outfi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9"/>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Emojis</a:t>
            </a:r>
            <a:endParaRPr/>
          </a:p>
        </p:txBody>
      </p:sp>
      <p:sp>
        <p:nvSpPr>
          <p:cNvPr id="309" name="Google Shape;309;p39"/>
          <p:cNvSpPr txBox="1"/>
          <p:nvPr>
            <p:ph idx="1" type="body"/>
          </p:nvPr>
        </p:nvSpPr>
        <p:spPr>
          <a:xfrm>
            <a:off x="310500" y="747900"/>
            <a:ext cx="8523900" cy="4075800"/>
          </a:xfrm>
          <a:prstGeom prst="rect">
            <a:avLst/>
          </a:prstGeom>
        </p:spPr>
        <p:txBody>
          <a:bodyPr anchorCtr="0" anchor="ctr" bIns="0" lIns="0" spcFirstLastPara="1" rIns="0" wrap="square" tIns="0">
            <a:normAutofit/>
          </a:bodyPr>
          <a:lstStyle/>
          <a:p>
            <a:pPr indent="-317500" lvl="0" marL="457200" rtl="0" algn="l">
              <a:spcBef>
                <a:spcPts val="0"/>
              </a:spcBef>
              <a:spcAft>
                <a:spcPts val="0"/>
              </a:spcAft>
              <a:buClr>
                <a:srgbClr val="0063CB"/>
              </a:buClr>
              <a:buSzPts val="1400"/>
              <a:buChar char="➔"/>
            </a:pPr>
            <a:r>
              <a:rPr lang="fr"/>
              <a:t>Un emoji est plus long qu’il en a l’air</a:t>
            </a:r>
            <a:endParaRPr/>
          </a:p>
          <a:p>
            <a:pPr indent="-317500" lvl="0" marL="457200" rtl="0" algn="l">
              <a:spcBef>
                <a:spcPts val="1000"/>
              </a:spcBef>
              <a:spcAft>
                <a:spcPts val="0"/>
              </a:spcAft>
              <a:buClr>
                <a:srgbClr val="0063CB"/>
              </a:buClr>
              <a:buSzPts val="1400"/>
              <a:buChar char="➔"/>
            </a:pPr>
            <a:r>
              <a:rPr lang="fr"/>
              <a:t>Un emoji peut en cacher un autre</a:t>
            </a:r>
            <a:endParaRPr/>
          </a:p>
          <a:p>
            <a:pPr indent="-317500" lvl="0" marL="457200" rtl="0" algn="l">
              <a:spcBef>
                <a:spcPts val="1000"/>
              </a:spcBef>
              <a:spcAft>
                <a:spcPts val="0"/>
              </a:spcAft>
              <a:buClr>
                <a:srgbClr val="0063CB"/>
              </a:buClr>
              <a:buSzPts val="1400"/>
              <a:buChar char="➔"/>
            </a:pPr>
            <a:r>
              <a:rPr lang="fr"/>
              <a:t>Un emoji n’est pas toujours clair</a:t>
            </a:r>
            <a:endParaRPr/>
          </a:p>
          <a:p>
            <a:pPr indent="-317500" lvl="0" marL="457200" rtl="0" algn="l">
              <a:spcBef>
                <a:spcPts val="1000"/>
              </a:spcBef>
              <a:spcAft>
                <a:spcPts val="0"/>
              </a:spcAft>
              <a:buClr>
                <a:srgbClr val="0063CB"/>
              </a:buClr>
              <a:buSzPts val="1400"/>
              <a:buChar char="➔"/>
            </a:pPr>
            <a:r>
              <a:rPr lang="fr"/>
              <a:t>Un emoji n’est pas toujours visible</a:t>
            </a:r>
            <a:endParaRPr/>
          </a:p>
          <a:p>
            <a:pPr indent="0" lvl="0" marL="0" rtl="0" algn="l">
              <a:spcBef>
                <a:spcPts val="1000"/>
              </a:spcBef>
              <a:spcAft>
                <a:spcPts val="1000"/>
              </a:spcAft>
              <a:buNone/>
            </a:pPr>
            <a:r>
              <a:t/>
            </a:r>
            <a:endParaRPr/>
          </a:p>
        </p:txBody>
      </p:sp>
      <p:sp>
        <p:nvSpPr>
          <p:cNvPr id="310" name="Google Shape;310;p39"/>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Source : Des emojis accessibles  </a:t>
            </a:r>
            <a:r>
              <a:rPr lang="fr" u="sng">
                <a:solidFill>
                  <a:schemeClr val="hlink"/>
                </a:solidFill>
                <a:hlinkClick r:id="rId3"/>
              </a:rPr>
              <a:t>blog.hello-bokeh.fr/2020/07/23/des-emoji-accessibles/</a:t>
            </a:r>
            <a:endParaRPr/>
          </a:p>
        </p:txBody>
      </p:sp>
      <p:sp>
        <p:nvSpPr>
          <p:cNvPr id="311" name="Google Shape;311;p39"/>
          <p:cNvSpPr/>
          <p:nvPr/>
        </p:nvSpPr>
        <p:spPr>
          <a:xfrm>
            <a:off x="4151350" y="1570950"/>
            <a:ext cx="4842600" cy="2001600"/>
          </a:xfrm>
          <a:prstGeom prst="rect">
            <a:avLst/>
          </a:prstGeom>
          <a:solidFill>
            <a:srgbClr val="FFF8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indent="0" lvl="0" marL="0" rtl="0" algn="l">
              <a:spcBef>
                <a:spcPts val="1000"/>
              </a:spcBef>
              <a:spcAft>
                <a:spcPts val="0"/>
              </a:spcAft>
              <a:buNone/>
            </a:pPr>
            <a:r>
              <a:rPr lang="fr">
                <a:solidFill>
                  <a:schemeClr val="dk1"/>
                </a:solidFill>
                <a:latin typeface="Outfit"/>
                <a:ea typeface="Outfit"/>
                <a:cs typeface="Outfit"/>
                <a:sym typeface="Outfit"/>
              </a:rPr>
              <a:t>Utiliser des emojis de temps en temps, c’est ok ✅.</a:t>
            </a:r>
            <a:endParaRPr>
              <a:solidFill>
                <a:schemeClr val="dk1"/>
              </a:solidFill>
              <a:latin typeface="Outfit"/>
              <a:ea typeface="Outfit"/>
              <a:cs typeface="Outfit"/>
              <a:sym typeface="Outfit"/>
            </a:endParaRPr>
          </a:p>
          <a:p>
            <a:pPr indent="0" lvl="0" marL="0" rtl="0" algn="l">
              <a:spcBef>
                <a:spcPts val="1000"/>
              </a:spcBef>
              <a:spcAft>
                <a:spcPts val="0"/>
              </a:spcAft>
              <a:buNone/>
            </a:pPr>
            <a:r>
              <a:rPr lang="fr">
                <a:solidFill>
                  <a:schemeClr val="dk1"/>
                </a:solidFill>
                <a:latin typeface="Outfit"/>
                <a:ea typeface="Outfit"/>
                <a:cs typeface="Outfit"/>
                <a:sym typeface="Outfit"/>
              </a:rPr>
              <a:t>Placer l’émoji de préférence à la fin d’un message 👍.</a:t>
            </a:r>
            <a:endParaRPr>
              <a:solidFill>
                <a:schemeClr val="dk1"/>
              </a:solidFill>
              <a:latin typeface="Outfit"/>
              <a:ea typeface="Outfit"/>
              <a:cs typeface="Outfit"/>
              <a:sym typeface="Outfit"/>
            </a:endParaRPr>
          </a:p>
          <a:p>
            <a:pPr indent="0" lvl="0" marL="0" rtl="0" algn="l">
              <a:spcBef>
                <a:spcPts val="1000"/>
              </a:spcBef>
              <a:spcAft>
                <a:spcPts val="0"/>
              </a:spcAft>
              <a:buNone/>
            </a:pPr>
            <a:r>
              <a:rPr lang="fr">
                <a:solidFill>
                  <a:schemeClr val="dk1"/>
                </a:solidFill>
                <a:latin typeface="Outfit"/>
                <a:ea typeface="Outfit"/>
                <a:cs typeface="Outfit"/>
                <a:sym typeface="Outfit"/>
              </a:rPr>
              <a:t>Mettre les informations importantes avant l’émoji ⬅️.</a:t>
            </a:r>
            <a:endParaRPr>
              <a:solidFill>
                <a:schemeClr val="dk1"/>
              </a:solidFill>
              <a:latin typeface="Outfit"/>
              <a:ea typeface="Outfit"/>
              <a:cs typeface="Outfit"/>
              <a:sym typeface="Outfit"/>
            </a:endParaRPr>
          </a:p>
          <a:p>
            <a:pPr indent="0" lvl="0" marL="0" rtl="0" algn="l">
              <a:spcBef>
                <a:spcPts val="1000"/>
              </a:spcBef>
              <a:spcAft>
                <a:spcPts val="1000"/>
              </a:spcAft>
              <a:buNone/>
            </a:pPr>
            <a:r>
              <a:rPr lang="fr">
                <a:solidFill>
                  <a:schemeClr val="dk1"/>
                </a:solidFill>
                <a:latin typeface="Outfit"/>
                <a:ea typeface="Outfit"/>
                <a:cs typeface="Outfit"/>
                <a:sym typeface="Outfit"/>
              </a:rPr>
              <a:t>S’assurer que le message a du sens même sans emoji 😇.</a:t>
            </a:r>
            <a:endParaRPr>
              <a:solidFill>
                <a:schemeClr val="dk1"/>
              </a:solidFill>
              <a:latin typeface="Outfit"/>
              <a:ea typeface="Outfit"/>
              <a:cs typeface="Outfit"/>
              <a:sym typeface="Outfit"/>
            </a:endParaRPr>
          </a:p>
        </p:txBody>
      </p:sp>
      <p:sp>
        <p:nvSpPr>
          <p:cNvPr id="312" name="Google Shape;312;p39"/>
          <p:cNvSpPr txBox="1"/>
          <p:nvPr/>
        </p:nvSpPr>
        <p:spPr>
          <a:xfrm>
            <a:off x="310500" y="3572550"/>
            <a:ext cx="6910800" cy="941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fr" sz="1200">
                <a:solidFill>
                  <a:schemeClr val="dk1"/>
                </a:solidFill>
                <a:latin typeface="Outfit"/>
                <a:ea typeface="Outfit"/>
                <a:cs typeface="Outfit"/>
                <a:sym typeface="Outfit"/>
              </a:rPr>
              <a:t>Note</a:t>
            </a:r>
            <a:r>
              <a:rPr lang="fr" sz="1200">
                <a:solidFill>
                  <a:schemeClr val="dk1"/>
                </a:solidFill>
                <a:latin typeface="Outfit"/>
                <a:ea typeface="Outfit"/>
                <a:cs typeface="Outfit"/>
                <a:sym typeface="Outfit"/>
              </a:rPr>
              <a:t> : </a:t>
            </a:r>
            <a:endParaRPr sz="1200">
              <a:solidFill>
                <a:schemeClr val="dk1"/>
              </a:solidFill>
              <a:latin typeface="Outfit"/>
              <a:ea typeface="Outfit"/>
              <a:cs typeface="Outfit"/>
              <a:sym typeface="Outfit"/>
            </a:endParaRPr>
          </a:p>
          <a:p>
            <a:pPr indent="0" lvl="0" marL="0" rtl="0" algn="l">
              <a:lnSpc>
                <a:spcPct val="150000"/>
              </a:lnSpc>
              <a:spcBef>
                <a:spcPts val="0"/>
              </a:spcBef>
              <a:spcAft>
                <a:spcPts val="0"/>
              </a:spcAft>
              <a:buNone/>
            </a:pPr>
            <a:r>
              <a:rPr lang="fr" sz="1200">
                <a:solidFill>
                  <a:schemeClr val="dk1"/>
                </a:solidFill>
                <a:latin typeface="Outfit"/>
                <a:ea typeface="Outfit"/>
                <a:cs typeface="Outfit"/>
                <a:sym typeface="Outfit"/>
              </a:rPr>
              <a:t>Sur le web, stratégie différente : on peut rendre les emojis silencieux pour les lecteurs d’écran :</a:t>
            </a:r>
            <a:endParaRPr sz="1200">
              <a:solidFill>
                <a:schemeClr val="dk1"/>
              </a:solidFill>
              <a:latin typeface="Outfit"/>
              <a:ea typeface="Outfit"/>
              <a:cs typeface="Outfit"/>
              <a:sym typeface="Outfit"/>
            </a:endParaRPr>
          </a:p>
          <a:p>
            <a:pPr indent="0" lvl="0" marL="0" rtl="0" algn="l">
              <a:lnSpc>
                <a:spcPct val="150000"/>
              </a:lnSpc>
              <a:spcBef>
                <a:spcPts val="0"/>
              </a:spcBef>
              <a:spcAft>
                <a:spcPts val="0"/>
              </a:spcAft>
              <a:buNone/>
            </a:pPr>
            <a:r>
              <a:rPr lang="fr" sz="1200">
                <a:solidFill>
                  <a:schemeClr val="dk1"/>
                </a:solidFill>
                <a:highlight>
                  <a:schemeClr val="lt1"/>
                </a:highlight>
                <a:latin typeface="Courier New"/>
                <a:ea typeface="Courier New"/>
                <a:cs typeface="Courier New"/>
                <a:sym typeface="Courier New"/>
              </a:rPr>
              <a:t>&lt;span aria-hidden=”true”&gt;🤩&lt;/span&gt;</a:t>
            </a:r>
            <a:endParaRPr sz="1200">
              <a:solidFill>
                <a:schemeClr val="dk1"/>
              </a:solidFill>
              <a:highlight>
                <a:schemeClr val="lt1"/>
              </a:highlight>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0"/>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Hashtags</a:t>
            </a:r>
            <a:endParaRPr/>
          </a:p>
        </p:txBody>
      </p:sp>
      <p:sp>
        <p:nvSpPr>
          <p:cNvPr id="318" name="Google Shape;318;p40"/>
          <p:cNvSpPr txBox="1"/>
          <p:nvPr>
            <p:ph idx="1" type="body"/>
          </p:nvPr>
        </p:nvSpPr>
        <p:spPr>
          <a:xfrm>
            <a:off x="310500" y="747900"/>
            <a:ext cx="8523900" cy="40758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fr"/>
              <a:t>Les hashtags en </a:t>
            </a:r>
            <a:r>
              <a:rPr b="1" lang="fr"/>
              <a:t>#CamelCase</a:t>
            </a:r>
            <a:endParaRPr b="1"/>
          </a:p>
          <a:p>
            <a:pPr indent="-317500" lvl="0" marL="457200" rtl="0" algn="l">
              <a:spcBef>
                <a:spcPts val="1000"/>
              </a:spcBef>
              <a:spcAft>
                <a:spcPts val="0"/>
              </a:spcAft>
              <a:buClr>
                <a:srgbClr val="0063CB"/>
              </a:buClr>
              <a:buSzPts val="1400"/>
              <a:buChar char="➔"/>
            </a:pPr>
            <a:r>
              <a:rPr lang="fr"/>
              <a:t>sont plus facile à lire</a:t>
            </a:r>
            <a:endParaRPr/>
          </a:p>
          <a:p>
            <a:pPr indent="-317500" lvl="0" marL="457200" rtl="0" algn="l">
              <a:spcBef>
                <a:spcPts val="1000"/>
              </a:spcBef>
              <a:spcAft>
                <a:spcPts val="0"/>
              </a:spcAft>
              <a:buClr>
                <a:srgbClr val="0063CB"/>
              </a:buClr>
              <a:buSzPts val="1400"/>
              <a:buChar char="➔"/>
            </a:pPr>
            <a:r>
              <a:rPr lang="fr"/>
              <a:t>peuvent être lu par des lecteurs d’écrans</a:t>
            </a:r>
            <a:endParaRPr/>
          </a:p>
          <a:p>
            <a:pPr indent="-317500" lvl="0" marL="457200" rtl="0" algn="l">
              <a:spcBef>
                <a:spcPts val="1000"/>
              </a:spcBef>
              <a:spcAft>
                <a:spcPts val="0"/>
              </a:spcAft>
              <a:buClr>
                <a:srgbClr val="0063CB"/>
              </a:buClr>
              <a:buSzPts val="1400"/>
              <a:buChar char="➔"/>
            </a:pPr>
            <a:r>
              <a:rPr lang="fr"/>
              <a:t>ne risquent pas de déformer le message</a:t>
            </a:r>
            <a:endParaRPr/>
          </a:p>
          <a:p>
            <a:pPr indent="0" lvl="0" marL="0" rtl="0" algn="l">
              <a:spcBef>
                <a:spcPts val="10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319" name="Google Shape;319;p40"/>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Source : Formatting Hashtags </a:t>
            </a:r>
            <a:r>
              <a:rPr lang="fr" u="sng">
                <a:solidFill>
                  <a:schemeClr val="hlink"/>
                </a:solidFill>
                <a:hlinkClick r:id="rId3"/>
              </a:rPr>
              <a:t>accessible-social.com/copy-and-formatting/hashtags</a:t>
            </a:r>
            <a:endParaRPr/>
          </a:p>
        </p:txBody>
      </p:sp>
      <p:pic>
        <p:nvPicPr>
          <p:cNvPr id="320" name="Google Shape;320;p40"/>
          <p:cNvPicPr preferRelativeResize="0"/>
          <p:nvPr/>
        </p:nvPicPr>
        <p:blipFill>
          <a:blip r:embed="rId4">
            <a:alphaModFix/>
          </a:blip>
          <a:stretch>
            <a:fillRect/>
          </a:stretch>
        </p:blipFill>
        <p:spPr>
          <a:xfrm>
            <a:off x="310500" y="2609175"/>
            <a:ext cx="3616574" cy="1827325"/>
          </a:xfrm>
          <a:prstGeom prst="rect">
            <a:avLst/>
          </a:prstGeom>
          <a:noFill/>
          <a:ln>
            <a:noFill/>
          </a:ln>
        </p:spPr>
      </p:pic>
      <p:sp>
        <p:nvSpPr>
          <p:cNvPr id="321" name="Google Shape;321;p40"/>
          <p:cNvSpPr/>
          <p:nvPr/>
        </p:nvSpPr>
        <p:spPr>
          <a:xfrm>
            <a:off x="4789100" y="2134500"/>
            <a:ext cx="4128300" cy="1302600"/>
          </a:xfrm>
          <a:prstGeom prst="rect">
            <a:avLst/>
          </a:prstGeom>
          <a:solidFill>
            <a:srgbClr val="FFF8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indent="0" lvl="0" marL="0" rtl="0" algn="l">
              <a:spcBef>
                <a:spcPts val="1000"/>
              </a:spcBef>
              <a:spcAft>
                <a:spcPts val="1000"/>
              </a:spcAft>
              <a:buNone/>
            </a:pPr>
            <a:r>
              <a:rPr lang="fr">
                <a:solidFill>
                  <a:schemeClr val="dk1"/>
                </a:solidFill>
                <a:latin typeface="Outfit"/>
                <a:ea typeface="Outfit"/>
                <a:cs typeface="Outfit"/>
                <a:sym typeface="Outfit"/>
              </a:rPr>
              <a:t>Mettre une majuscule aux premières lettres de chaque mots d’un hashtag</a:t>
            </a:r>
            <a:endParaRPr>
              <a:solidFill>
                <a:schemeClr val="dk1"/>
              </a:solidFill>
              <a:latin typeface="Outfit"/>
              <a:ea typeface="Outfit"/>
              <a:cs typeface="Outfit"/>
              <a:sym typeface="Outfi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1"/>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Caractères spéciaux</a:t>
            </a:r>
            <a:endParaRPr/>
          </a:p>
        </p:txBody>
      </p:sp>
      <p:pic>
        <p:nvPicPr>
          <p:cNvPr id="327" name="Google Shape;327;p41"/>
          <p:cNvPicPr preferRelativeResize="0"/>
          <p:nvPr/>
        </p:nvPicPr>
        <p:blipFill>
          <a:blip r:embed="rId3">
            <a:alphaModFix/>
          </a:blip>
          <a:stretch>
            <a:fillRect/>
          </a:stretch>
        </p:blipFill>
        <p:spPr>
          <a:xfrm>
            <a:off x="226700" y="747902"/>
            <a:ext cx="4475875" cy="2532923"/>
          </a:xfrm>
          <a:prstGeom prst="rect">
            <a:avLst/>
          </a:prstGeom>
          <a:noFill/>
          <a:ln cap="flat" cmpd="sng" w="19050">
            <a:solidFill>
              <a:srgbClr val="B7B7B7"/>
            </a:solidFill>
            <a:prstDash val="solid"/>
            <a:round/>
            <a:headEnd len="sm" w="sm" type="none"/>
            <a:tailEnd len="sm" w="sm" type="none"/>
          </a:ln>
        </p:spPr>
      </p:pic>
      <p:pic>
        <p:nvPicPr>
          <p:cNvPr id="328" name="Google Shape;328;p41" title="Capture d’écran 2025-03-28 à 13.37.25.png"/>
          <p:cNvPicPr preferRelativeResize="0"/>
          <p:nvPr/>
        </p:nvPicPr>
        <p:blipFill>
          <a:blip r:embed="rId4">
            <a:alphaModFix/>
          </a:blip>
          <a:stretch>
            <a:fillRect/>
          </a:stretch>
        </p:blipFill>
        <p:spPr>
          <a:xfrm>
            <a:off x="977150" y="2843625"/>
            <a:ext cx="4450793" cy="2129725"/>
          </a:xfrm>
          <a:prstGeom prst="rect">
            <a:avLst/>
          </a:prstGeom>
          <a:noFill/>
          <a:ln cap="flat" cmpd="sng" w="19050">
            <a:solidFill>
              <a:srgbClr val="B7B7B7"/>
            </a:solidFill>
            <a:prstDash val="solid"/>
            <a:round/>
            <a:headEnd len="sm" w="sm" type="none"/>
            <a:tailEnd len="sm" w="sm" type="none"/>
          </a:ln>
        </p:spPr>
      </p:pic>
      <p:pic>
        <p:nvPicPr>
          <p:cNvPr id="329" name="Google Shape;329;p41"/>
          <p:cNvPicPr preferRelativeResize="0"/>
          <p:nvPr/>
        </p:nvPicPr>
        <p:blipFill>
          <a:blip r:embed="rId5">
            <a:alphaModFix/>
          </a:blip>
          <a:stretch>
            <a:fillRect/>
          </a:stretch>
        </p:blipFill>
        <p:spPr>
          <a:xfrm>
            <a:off x="167725" y="3677228"/>
            <a:ext cx="4593825" cy="690807"/>
          </a:xfrm>
          <a:prstGeom prst="rect">
            <a:avLst/>
          </a:prstGeom>
          <a:noFill/>
          <a:ln cap="flat" cmpd="sng" w="19050">
            <a:solidFill>
              <a:srgbClr val="B7B7B7"/>
            </a:solidFill>
            <a:prstDash val="solid"/>
            <a:round/>
            <a:headEnd len="sm" w="sm" type="none"/>
            <a:tailEnd len="sm" w="sm" type="none"/>
          </a:ln>
        </p:spPr>
      </p:pic>
      <p:pic>
        <p:nvPicPr>
          <p:cNvPr id="330" name="Google Shape;330;p41" title="Capture d’écran 2025-03-28 à 13.39.43.png"/>
          <p:cNvPicPr preferRelativeResize="0"/>
          <p:nvPr/>
        </p:nvPicPr>
        <p:blipFill>
          <a:blip r:embed="rId6">
            <a:alphaModFix/>
          </a:blip>
          <a:stretch>
            <a:fillRect/>
          </a:stretch>
        </p:blipFill>
        <p:spPr>
          <a:xfrm>
            <a:off x="4632600" y="4029513"/>
            <a:ext cx="4511399" cy="1301000"/>
          </a:xfrm>
          <a:prstGeom prst="rect">
            <a:avLst/>
          </a:prstGeom>
          <a:noFill/>
          <a:ln cap="flat" cmpd="sng" w="19050">
            <a:solidFill>
              <a:srgbClr val="B7B7B7"/>
            </a:solidFill>
            <a:prstDash val="solid"/>
            <a:round/>
            <a:headEnd len="sm" w="sm" type="none"/>
            <a:tailEnd len="sm" w="sm" type="none"/>
          </a:ln>
        </p:spPr>
      </p:pic>
      <p:pic>
        <p:nvPicPr>
          <p:cNvPr id="331" name="Google Shape;331;p41"/>
          <p:cNvPicPr preferRelativeResize="0"/>
          <p:nvPr/>
        </p:nvPicPr>
        <p:blipFill>
          <a:blip r:embed="rId7">
            <a:alphaModFix/>
          </a:blip>
          <a:stretch>
            <a:fillRect/>
          </a:stretch>
        </p:blipFill>
        <p:spPr>
          <a:xfrm>
            <a:off x="5589218" y="440250"/>
            <a:ext cx="2838024" cy="3236963"/>
          </a:xfrm>
          <a:prstGeom prst="rect">
            <a:avLst/>
          </a:prstGeom>
          <a:noFill/>
          <a:ln cap="flat" cmpd="sng" w="152400">
            <a:solidFill>
              <a:srgbClr val="000000"/>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2"/>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Caractères spéciaux</a:t>
            </a:r>
            <a:endParaRPr/>
          </a:p>
        </p:txBody>
      </p:sp>
      <p:sp>
        <p:nvSpPr>
          <p:cNvPr id="337" name="Google Shape;337;p42"/>
          <p:cNvSpPr txBox="1"/>
          <p:nvPr>
            <p:ph idx="1" type="body"/>
          </p:nvPr>
        </p:nvSpPr>
        <p:spPr>
          <a:xfrm>
            <a:off x="310500" y="1038225"/>
            <a:ext cx="3633600" cy="17961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fr"/>
              <a:t>Les caractères spéciaux ne sont </a:t>
            </a:r>
            <a:endParaRPr/>
          </a:p>
          <a:p>
            <a:pPr indent="-317500" lvl="0" marL="457200" rtl="0" algn="l">
              <a:spcBef>
                <a:spcPts val="1000"/>
              </a:spcBef>
              <a:spcAft>
                <a:spcPts val="0"/>
              </a:spcAft>
              <a:buClr>
                <a:srgbClr val="0063CB"/>
              </a:buClr>
              <a:buSzPts val="1400"/>
              <a:buChar char="➔"/>
            </a:pPr>
            <a:r>
              <a:rPr lang="fr"/>
              <a:t>pas reconnus (ou mal reconnus) par les lecteurs d’écrans</a:t>
            </a:r>
            <a:endParaRPr/>
          </a:p>
          <a:p>
            <a:pPr indent="-317500" lvl="0" marL="457200" rtl="0" algn="l">
              <a:spcBef>
                <a:spcPts val="1000"/>
              </a:spcBef>
              <a:spcAft>
                <a:spcPts val="0"/>
              </a:spcAft>
              <a:buClr>
                <a:srgbClr val="0063CB"/>
              </a:buClr>
              <a:buSzPts val="1400"/>
              <a:buChar char="➔"/>
            </a:pPr>
            <a:r>
              <a:rPr lang="fr"/>
              <a:t>pas traduisibles</a:t>
            </a:r>
            <a:endParaRPr/>
          </a:p>
          <a:p>
            <a:pPr indent="0" lvl="0" marL="0" rtl="0" algn="l">
              <a:spcBef>
                <a:spcPts val="1000"/>
              </a:spcBef>
              <a:spcAft>
                <a:spcPts val="1200"/>
              </a:spcAft>
              <a:buNone/>
            </a:pPr>
            <a:r>
              <a:t/>
            </a:r>
            <a:endParaRPr/>
          </a:p>
        </p:txBody>
      </p:sp>
      <p:sp>
        <p:nvSpPr>
          <p:cNvPr id="338" name="Google Shape;338;p42"/>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Source : le détournement des caractères Unicode, fléau pour l’accessibilité du web </a:t>
            </a:r>
            <a:r>
              <a:rPr lang="fr" u="sng">
                <a:solidFill>
                  <a:schemeClr val="hlink"/>
                </a:solidFill>
                <a:hlinkClick r:id="rId3"/>
              </a:rPr>
              <a:t>lalutineduweb.fr/detournement-unicode-emojis-accessibilite/</a:t>
            </a:r>
            <a:endParaRPr/>
          </a:p>
        </p:txBody>
      </p:sp>
      <p:sp>
        <p:nvSpPr>
          <p:cNvPr id="339" name="Google Shape;339;p42"/>
          <p:cNvSpPr/>
          <p:nvPr/>
        </p:nvSpPr>
        <p:spPr>
          <a:xfrm>
            <a:off x="310500" y="2978825"/>
            <a:ext cx="3530400" cy="1134900"/>
          </a:xfrm>
          <a:prstGeom prst="rect">
            <a:avLst/>
          </a:prstGeom>
          <a:solidFill>
            <a:srgbClr val="FFF8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indent="0" lvl="0" marL="0" rtl="0" algn="l">
              <a:spcBef>
                <a:spcPts val="1000"/>
              </a:spcBef>
              <a:spcAft>
                <a:spcPts val="1000"/>
              </a:spcAft>
              <a:buNone/>
            </a:pPr>
            <a:r>
              <a:rPr lang="fr">
                <a:solidFill>
                  <a:schemeClr val="dk1"/>
                </a:solidFill>
                <a:latin typeface="Outfit"/>
                <a:ea typeface="Outfit"/>
                <a:cs typeface="Outfit"/>
                <a:sym typeface="Outfit"/>
              </a:rPr>
              <a:t>Ne pas utiliser les caractères spéciaux</a:t>
            </a:r>
            <a:endParaRPr>
              <a:solidFill>
                <a:schemeClr val="dk1"/>
              </a:solidFill>
              <a:latin typeface="Outfit"/>
              <a:ea typeface="Outfit"/>
              <a:cs typeface="Outfit"/>
              <a:sym typeface="Outfit"/>
            </a:endParaRPr>
          </a:p>
        </p:txBody>
      </p:sp>
      <p:pic>
        <p:nvPicPr>
          <p:cNvPr descr="Pour mettre en forme leurs messages sur les réseaux sociaux, beaucoup de gens utilisent des générateurs de texte en faux gras, faux italique, caractères fantaisistes et abusent des émojis. Cela constitue, la plupart du temps, un détournement d'usage des caractères Unicode. Ce n'est pas sans poser des problèmes d'accessibilité pour les personnes handicapées et, notamment, pour les personnes aveugles utilisant un lecteur d'écran. Le texte ne sera pas lu correctement et sera totalement incompréhensible. Démonstrations et explications.&#10;&#10;Mea culpa : oui, je lis mon texte et ça se voit mais je n'ai pas pour vocation de devenir youtubeuse donc, tout va bien tant que cette vidéo fait son boulot de sensibilisation ! 😁&#10;&#10;Chapitres de la vidéo :&#10;&#10;0:00 Introduction&#10;2:46 Chapitre 1 : C’est quoi ces caractères dont tu nous parles ?&#10;3:45 Chapitre 2 : L’absence de compatibilité avec les lecteurs d’écran&#10;4:40 Test 1 : Introduction - Démonstrations de détournement de caractères mathématiques avec des lecteurs d’écran&#10;5:57 Test 1 : Démo avec VoiceOver&#10;11:26 Test 1 : Démo avec NVDA&#10;12:10 Test 1 : Démo avec JAWS&#10;14:20 Test 2 : Introduction - Démonstrations de détournement d’émojis avec des lecteurs d’écran&#10;15:25 Test 2 : Démo avec VoiceOver&#10;17:07 Test 2 : Démo avec NVDA&#10;18:27 Test 2 : Démo avec JAWS&#10;19:41 Chapitre 3 : Les autres problèmes posés par le détournement des caractères Unicode&#10;20:59 Chapitre 4 : Est-ce que c’est non conforme au RGAA ou aux WCAG ?&#10;23:14 Chapitre 5 : Qu’est-ce qu’on peut faire ?&#10;23:36 Pour les caractères fantaisistes&#10;24:31 Pour les émojis&#10;&#10;Transcription textuelle de la vidéo et ressources complémentaires disponible à cette adresse : https://www.lalutineduweb.fr/detournement-unicode-emojis-accessibilite" id="340" name="Google Shape;340;p42" title="Faux gras, abus d'émojis : le détournement des caractères Unicode, fléau pour l'accessibilité du web">
            <a:hlinkClick r:id="rId4"/>
          </p:cNvPr>
          <p:cNvPicPr preferRelativeResize="0"/>
          <p:nvPr/>
        </p:nvPicPr>
        <p:blipFill>
          <a:blip r:embed="rId5">
            <a:alphaModFix/>
          </a:blip>
          <a:stretch>
            <a:fillRect/>
          </a:stretch>
        </p:blipFill>
        <p:spPr>
          <a:xfrm>
            <a:off x="4639825" y="310500"/>
            <a:ext cx="3530400" cy="1985853"/>
          </a:xfrm>
          <a:prstGeom prst="rect">
            <a:avLst/>
          </a:prstGeom>
          <a:noFill/>
          <a:ln>
            <a:noFill/>
          </a:ln>
        </p:spPr>
      </p:pic>
      <p:pic>
        <p:nvPicPr>
          <p:cNvPr descr="Pour mettre en forme leurs messages sur les réseaux sociaux, beaucoup de gens utilisent des générateurs de texte en faux gras, faux italique, caractères fantaisistes et abusent des émojis. Cela constitue, la plupart du temps, un détournement d'usage des caractères Unicode. Ce n'est pas sans poser des problèmes d'accessibilité pour les personnes handicapées et, notamment, pour les personnes aveugles utilisant un lecteur d'écran. Le texte ne sera pas lu correctement et sera totalement incompréhensible. Démonstrations et explications.&#10;&#10;Mea culpa : oui, je lis mon texte et ça se voit mais je n'ai pas pour vocation de devenir youtubeuse donc, tout va bien tant que cette vidéo fait son boulot de sensibilisation ! 😁&#10;&#10;Chapitres de la vidéo :&#10;&#10;0:00 Introduction&#10;2:46 Chapitre 1 : C’est quoi ces caractères dont tu nous parles ?&#10;3:45 Chapitre 2 : L’absence de compatibilité avec les lecteurs d’écran&#10;4:40 Test 1 : Introduction - Démonstrations de détournement de caractères mathématiques avec des lecteurs d’écran&#10;5:57 Test 1 : Démo avec VoiceOver&#10;11:26 Test 1 : Démo avec NVDA&#10;12:10 Test 1 : Démo avec JAWS&#10;14:20 Test 2 : Introduction - Démonstrations de détournement d’émojis avec des lecteurs d’écran&#10;15:25 Test 2 : Démo avec VoiceOver&#10;17:07 Test 2 : Démo avec NVDA&#10;18:27 Test 2 : Démo avec JAWS&#10;19:41 Chapitre 3 : Les autres problèmes posés par le détournement des caractères Unicode&#10;20:59 Chapitre 4 : Est-ce que c’est non conforme au RGAA ou aux WCAG ?&#10;23:14 Chapitre 5 : Qu’est-ce qu’on peut faire ?&#10;23:36 Pour les caractères fantaisistes&#10;24:31 Pour les émojis&#10;&#10;Transcription textuelle de la vidéo et ressources complémentaires disponible à cette adresse : https://www.lalutineduweb.fr/detournement-unicode-emojis-accessibilite" id="341" name="Google Shape;341;p42" title="Faux gras, abus d'émojis : le détournement des caractères Unicode, fléau pour l'accessibilité du web">
            <a:hlinkClick r:id="rId6"/>
          </p:cNvPr>
          <p:cNvPicPr preferRelativeResize="0"/>
          <p:nvPr/>
        </p:nvPicPr>
        <p:blipFill>
          <a:blip r:embed="rId5">
            <a:alphaModFix/>
          </a:blip>
          <a:stretch>
            <a:fillRect/>
          </a:stretch>
        </p:blipFill>
        <p:spPr>
          <a:xfrm>
            <a:off x="4639825" y="2451450"/>
            <a:ext cx="3530395" cy="1985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3"/>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Écriture inclusive</a:t>
            </a:r>
            <a:endParaRPr/>
          </a:p>
        </p:txBody>
      </p:sp>
      <p:pic>
        <p:nvPicPr>
          <p:cNvPr id="347" name="Google Shape;347;p43"/>
          <p:cNvPicPr preferRelativeResize="0"/>
          <p:nvPr/>
        </p:nvPicPr>
        <p:blipFill rotWithShape="1">
          <a:blip r:embed="rId3">
            <a:alphaModFix/>
          </a:blip>
          <a:srcRect b="14012" l="19786" r="19372" t="10494"/>
          <a:stretch/>
        </p:blipFill>
        <p:spPr>
          <a:xfrm>
            <a:off x="310500" y="747900"/>
            <a:ext cx="3874399" cy="2979275"/>
          </a:xfrm>
          <a:prstGeom prst="rect">
            <a:avLst/>
          </a:prstGeom>
          <a:noFill/>
          <a:ln cap="flat" cmpd="sng" w="19050">
            <a:solidFill>
              <a:srgbClr val="B7BDCC"/>
            </a:solidFill>
            <a:prstDash val="solid"/>
            <a:round/>
            <a:headEnd len="sm" w="sm" type="none"/>
            <a:tailEnd len="sm" w="sm" type="none"/>
          </a:ln>
        </p:spPr>
      </p:pic>
      <p:pic>
        <p:nvPicPr>
          <p:cNvPr id="348" name="Google Shape;348;p43"/>
          <p:cNvPicPr preferRelativeResize="0"/>
          <p:nvPr/>
        </p:nvPicPr>
        <p:blipFill>
          <a:blip r:embed="rId4">
            <a:alphaModFix/>
          </a:blip>
          <a:stretch>
            <a:fillRect/>
          </a:stretch>
        </p:blipFill>
        <p:spPr>
          <a:xfrm>
            <a:off x="4571998" y="1054400"/>
            <a:ext cx="3557398" cy="2672774"/>
          </a:xfrm>
          <a:prstGeom prst="rect">
            <a:avLst/>
          </a:prstGeom>
          <a:noFill/>
          <a:ln cap="flat" cmpd="sng" w="19050">
            <a:solidFill>
              <a:srgbClr val="B7BDCC"/>
            </a:solidFill>
            <a:prstDash val="solid"/>
            <a:round/>
            <a:headEnd len="sm" w="sm" type="none"/>
            <a:tailEnd len="sm" w="sm" type="none"/>
          </a:ln>
        </p:spPr>
      </p:pic>
      <p:sp>
        <p:nvSpPr>
          <p:cNvPr id="349" name="Google Shape;349;p43"/>
          <p:cNvSpPr txBox="1"/>
          <p:nvPr/>
        </p:nvSpPr>
        <p:spPr>
          <a:xfrm>
            <a:off x="310500" y="3841475"/>
            <a:ext cx="3874500" cy="1067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i="1" lang="fr" sz="800">
                <a:solidFill>
                  <a:srgbClr val="595959"/>
                </a:solidFill>
                <a:latin typeface="Open Sans"/>
                <a:ea typeface="Open Sans"/>
                <a:cs typeface="Open Sans"/>
                <a:sym typeface="Open Sans"/>
              </a:rPr>
              <a:t>Étude exploratoire de Sophie Véla, </a:t>
            </a:r>
            <a:r>
              <a:rPr lang="fr" sz="800">
                <a:solidFill>
                  <a:srgbClr val="595959"/>
                </a:solidFill>
                <a:latin typeface="Open Sans"/>
                <a:ea typeface="Open Sans"/>
                <a:cs typeface="Open Sans"/>
                <a:sym typeface="Open Sans"/>
              </a:rPr>
              <a:t>sur la compréhension sémantique </a:t>
            </a:r>
            <a:r>
              <a:rPr b="1" lang="fr" sz="800">
                <a:solidFill>
                  <a:srgbClr val="595959"/>
                </a:solidFill>
                <a:latin typeface="Open Sans"/>
                <a:ea typeface="Open Sans"/>
                <a:cs typeface="Open Sans"/>
                <a:sym typeface="Open Sans"/>
              </a:rPr>
              <a:t>(</a:t>
            </a:r>
            <a:r>
              <a:rPr lang="fr" sz="800">
                <a:solidFill>
                  <a:srgbClr val="595959"/>
                </a:solidFill>
                <a:latin typeface="Open Sans"/>
                <a:ea typeface="Open Sans"/>
                <a:cs typeface="Open Sans"/>
                <a:sym typeface="Open Sans"/>
              </a:rPr>
              <a:t>sens du mot et de la phrase) : 95% des propositions sont comprises. </a:t>
            </a:r>
            <a:endParaRPr sz="800">
              <a:solidFill>
                <a:srgbClr val="595959"/>
              </a:solidFill>
              <a:latin typeface="Open Sans"/>
              <a:ea typeface="Open Sans"/>
              <a:cs typeface="Open Sans"/>
              <a:sym typeface="Open Sans"/>
            </a:endParaRPr>
          </a:p>
          <a:p>
            <a:pPr indent="0" lvl="0" marL="0" rtl="0" algn="l">
              <a:lnSpc>
                <a:spcPct val="150000"/>
              </a:lnSpc>
              <a:spcBef>
                <a:spcPts val="1000"/>
              </a:spcBef>
              <a:spcAft>
                <a:spcPts val="1000"/>
              </a:spcAft>
              <a:buNone/>
            </a:pPr>
            <a:r>
              <a:rPr b="1" lang="fr" sz="1000">
                <a:solidFill>
                  <a:srgbClr val="595959"/>
                </a:solidFill>
                <a:latin typeface="Open Sans"/>
                <a:ea typeface="Open Sans"/>
                <a:cs typeface="Open Sans"/>
                <a:sym typeface="Open Sans"/>
              </a:rPr>
              <a:t>Les phrases posant des difficultés sont les mêmes pour dys et non dys</a:t>
            </a:r>
            <a:r>
              <a:rPr lang="fr" sz="1000">
                <a:solidFill>
                  <a:srgbClr val="595959"/>
                </a:solidFill>
                <a:latin typeface="Open Sans"/>
                <a:ea typeface="Open Sans"/>
                <a:cs typeface="Open Sans"/>
                <a:sym typeface="Open Sans"/>
              </a:rPr>
              <a:t>, et mobilisent plut</a:t>
            </a:r>
            <a:r>
              <a:rPr lang="fr" sz="1000">
                <a:solidFill>
                  <a:srgbClr val="595959"/>
                </a:solidFill>
                <a:latin typeface="Open Sans"/>
                <a:ea typeface="Open Sans"/>
                <a:cs typeface="Open Sans"/>
                <a:sym typeface="Open Sans"/>
              </a:rPr>
              <a:t>ôt</a:t>
            </a:r>
            <a:r>
              <a:rPr lang="fr" sz="1000">
                <a:solidFill>
                  <a:srgbClr val="595959"/>
                </a:solidFill>
                <a:latin typeface="Open Sans"/>
                <a:ea typeface="Open Sans"/>
                <a:cs typeface="Open Sans"/>
                <a:sym typeface="Open Sans"/>
              </a:rPr>
              <a:t> des ligatures. </a:t>
            </a:r>
            <a:endParaRPr sz="1000">
              <a:solidFill>
                <a:srgbClr val="595959"/>
              </a:solidFill>
              <a:latin typeface="Open Sans"/>
              <a:ea typeface="Open Sans"/>
              <a:cs typeface="Open Sans"/>
              <a:sym typeface="Open Sans"/>
            </a:endParaRPr>
          </a:p>
        </p:txBody>
      </p:sp>
      <p:sp>
        <p:nvSpPr>
          <p:cNvPr id="350" name="Google Shape;350;p43"/>
          <p:cNvSpPr txBox="1"/>
          <p:nvPr/>
        </p:nvSpPr>
        <p:spPr>
          <a:xfrm>
            <a:off x="4493700" y="3841475"/>
            <a:ext cx="4340700" cy="1174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i="1" lang="fr" sz="800">
                <a:solidFill>
                  <a:srgbClr val="595959"/>
                </a:solidFill>
                <a:latin typeface="Open Sans"/>
                <a:ea typeface="Open Sans"/>
                <a:cs typeface="Open Sans"/>
                <a:sym typeface="Open Sans"/>
              </a:rPr>
              <a:t>Mémoire de Justine Bulteau </a:t>
            </a:r>
            <a:r>
              <a:rPr lang="fr" sz="800">
                <a:solidFill>
                  <a:srgbClr val="595959"/>
                </a:solidFill>
                <a:latin typeface="Open Sans"/>
                <a:ea typeface="Open Sans"/>
                <a:cs typeface="Open Sans"/>
                <a:sym typeface="Open Sans"/>
              </a:rPr>
              <a:t>sur la compréhension d’extraits, selon différentes formes d’écritures inclusives. </a:t>
            </a:r>
            <a:endParaRPr sz="800">
              <a:solidFill>
                <a:srgbClr val="595959"/>
              </a:solidFill>
              <a:latin typeface="Open Sans"/>
              <a:ea typeface="Open Sans"/>
              <a:cs typeface="Open Sans"/>
              <a:sym typeface="Open Sans"/>
            </a:endParaRPr>
          </a:p>
          <a:p>
            <a:pPr indent="0" lvl="0" marL="0" rtl="0" algn="l">
              <a:lnSpc>
                <a:spcPct val="150000"/>
              </a:lnSpc>
              <a:spcBef>
                <a:spcPts val="1000"/>
              </a:spcBef>
              <a:spcAft>
                <a:spcPts val="1000"/>
              </a:spcAft>
              <a:buNone/>
            </a:pPr>
            <a:r>
              <a:rPr b="1" lang="fr" sz="800">
                <a:solidFill>
                  <a:srgbClr val="595959"/>
                </a:solidFill>
                <a:latin typeface="Open Sans"/>
                <a:ea typeface="Open Sans"/>
                <a:cs typeface="Open Sans"/>
                <a:sym typeface="Open Sans"/>
              </a:rPr>
              <a:t>L’habitude aux écritures inclusives et le positionnement sur celles-ci influence sur l’accessibilité.</a:t>
            </a:r>
            <a:r>
              <a:rPr lang="fr" sz="800">
                <a:solidFill>
                  <a:srgbClr val="595959"/>
                </a:solidFill>
                <a:latin typeface="Open Sans"/>
                <a:ea typeface="Open Sans"/>
                <a:cs typeface="Open Sans"/>
                <a:sym typeface="Open Sans"/>
              </a:rPr>
              <a:t> Plus une personne est favorable aux écritures inclusives et a l’habitude de les lire, plus elle aura de la facilité à les comprendre et à les lire; et inversement.</a:t>
            </a:r>
            <a:endParaRPr sz="800">
              <a:solidFill>
                <a:srgbClr val="595959"/>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4"/>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Écriture inclusive</a:t>
            </a:r>
            <a:endParaRPr/>
          </a:p>
        </p:txBody>
      </p:sp>
      <p:sp>
        <p:nvSpPr>
          <p:cNvPr id="356" name="Google Shape;356;p44"/>
          <p:cNvSpPr txBox="1"/>
          <p:nvPr>
            <p:ph idx="1" type="body"/>
          </p:nvPr>
        </p:nvSpPr>
        <p:spPr>
          <a:xfrm>
            <a:off x="310500" y="747900"/>
            <a:ext cx="5273700" cy="40758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fr"/>
              <a:t>L’écriture inclusive ne se résume pas au point médian.</a:t>
            </a:r>
            <a:endParaRPr/>
          </a:p>
          <a:p>
            <a:pPr indent="-317500" lvl="0" marL="457200" rtl="0" algn="l">
              <a:spcBef>
                <a:spcPts val="1000"/>
              </a:spcBef>
              <a:spcAft>
                <a:spcPts val="0"/>
              </a:spcAft>
              <a:buClr>
                <a:schemeClr val="accent6"/>
              </a:buClr>
              <a:buSzPts val="1400"/>
              <a:buChar char="➔"/>
            </a:pPr>
            <a:r>
              <a:rPr b="1" lang="fr"/>
              <a:t>M</a:t>
            </a:r>
            <a:r>
              <a:rPr b="1" lang="fr"/>
              <a:t>ots</a:t>
            </a:r>
            <a:r>
              <a:rPr lang="fr"/>
              <a:t> </a:t>
            </a:r>
            <a:r>
              <a:rPr b="1" lang="fr"/>
              <a:t>épicènes</a:t>
            </a:r>
            <a:r>
              <a:rPr lang="fr"/>
              <a:t> : </a:t>
            </a:r>
            <a:r>
              <a:rPr i="1" lang="fr"/>
              <a:t>« les personnes »</a:t>
            </a:r>
            <a:r>
              <a:rPr lang="fr"/>
              <a:t> (que j’aime beaucoup, car on peut ensuite accorder au féminin 😇) </a:t>
            </a:r>
            <a:endParaRPr/>
          </a:p>
          <a:p>
            <a:pPr indent="-317500" lvl="0" marL="457200" rtl="0" algn="l">
              <a:spcBef>
                <a:spcPts val="1000"/>
              </a:spcBef>
              <a:spcAft>
                <a:spcPts val="0"/>
              </a:spcAft>
              <a:buClr>
                <a:schemeClr val="accent6"/>
              </a:buClr>
              <a:buSzPts val="1400"/>
              <a:buChar char="➔"/>
            </a:pPr>
            <a:r>
              <a:rPr b="1" lang="fr"/>
              <a:t>Formules</a:t>
            </a:r>
            <a:r>
              <a:rPr lang="fr"/>
              <a:t> </a:t>
            </a:r>
            <a:r>
              <a:rPr b="1" lang="fr"/>
              <a:t>englobantes</a:t>
            </a:r>
            <a:r>
              <a:rPr lang="fr"/>
              <a:t> : </a:t>
            </a:r>
            <a:r>
              <a:rPr i="1" lang="fr"/>
              <a:t>« les responsables des achats »</a:t>
            </a:r>
            <a:r>
              <a:rPr lang="fr"/>
              <a:t> plutôt que </a:t>
            </a:r>
            <a:r>
              <a:rPr i="1" lang="fr"/>
              <a:t>« les acheteurs et les acheteuses »</a:t>
            </a:r>
            <a:r>
              <a:rPr lang="fr"/>
              <a:t> </a:t>
            </a:r>
            <a:endParaRPr/>
          </a:p>
          <a:p>
            <a:pPr indent="-317500" lvl="0" marL="457200" rtl="0" algn="l">
              <a:spcBef>
                <a:spcPts val="1000"/>
              </a:spcBef>
              <a:spcAft>
                <a:spcPts val="0"/>
              </a:spcAft>
              <a:buClr>
                <a:schemeClr val="accent6"/>
              </a:buClr>
              <a:buSzPts val="1400"/>
              <a:buChar char="➔"/>
            </a:pPr>
            <a:r>
              <a:rPr b="1" lang="fr"/>
              <a:t>Écriture</a:t>
            </a:r>
            <a:r>
              <a:rPr lang="fr"/>
              <a:t> </a:t>
            </a:r>
            <a:r>
              <a:rPr b="1" lang="fr"/>
              <a:t>décomposée</a:t>
            </a:r>
            <a:r>
              <a:rPr lang="fr"/>
              <a:t> : </a:t>
            </a:r>
            <a:r>
              <a:rPr i="1" lang="fr"/>
              <a:t>« les développeuses et développeurs »</a:t>
            </a:r>
            <a:endParaRPr i="1"/>
          </a:p>
          <a:p>
            <a:pPr indent="0" lvl="0" marL="0" rtl="0" algn="l">
              <a:spcBef>
                <a:spcPts val="1000"/>
              </a:spcBef>
              <a:spcAft>
                <a:spcPts val="0"/>
              </a:spcAft>
              <a:buNone/>
            </a:pPr>
            <a:r>
              <a:rPr lang="fr"/>
              <a:t> </a:t>
            </a:r>
            <a:endParaRPr/>
          </a:p>
          <a:p>
            <a:pPr indent="-317500" lvl="0" marL="457200" rtl="0" algn="l">
              <a:spcBef>
                <a:spcPts val="1000"/>
              </a:spcBef>
              <a:spcAft>
                <a:spcPts val="0"/>
              </a:spcAft>
              <a:buClr>
                <a:schemeClr val="accent6"/>
              </a:buClr>
              <a:buSzPts val="1400"/>
              <a:buChar char="➔"/>
            </a:pPr>
            <a:r>
              <a:rPr b="1" lang="fr"/>
              <a:t>Abréviations</a:t>
            </a:r>
            <a:r>
              <a:rPr lang="fr"/>
              <a:t> </a:t>
            </a:r>
            <a:r>
              <a:rPr b="1" lang="fr"/>
              <a:t>inclusives</a:t>
            </a:r>
            <a:r>
              <a:rPr lang="fr"/>
              <a:t>, avec le point médian pour les mots qui se prononcent à l’identique, comme </a:t>
            </a:r>
            <a:r>
              <a:rPr i="1" lang="fr"/>
              <a:t>« ami·e·s »</a:t>
            </a:r>
            <a:r>
              <a:rPr lang="fr"/>
              <a:t> (mais pas pour </a:t>
            </a:r>
            <a:r>
              <a:rPr i="1" lang="fr"/>
              <a:t>« les utilisateur·rices »</a:t>
            </a:r>
            <a:r>
              <a:rPr lang="fr"/>
              <a:t>)</a:t>
            </a:r>
            <a:endParaRPr/>
          </a:p>
          <a:p>
            <a:pPr indent="-317500" lvl="0" marL="457200" rtl="0" algn="l">
              <a:spcBef>
                <a:spcPts val="1000"/>
              </a:spcBef>
              <a:spcAft>
                <a:spcPts val="1000"/>
              </a:spcAft>
              <a:buClr>
                <a:schemeClr val="accent6"/>
              </a:buClr>
              <a:buSzPts val="1400"/>
              <a:buChar char="➔"/>
            </a:pPr>
            <a:r>
              <a:rPr b="1" lang="fr"/>
              <a:t>Néologismes au genre</a:t>
            </a:r>
            <a:r>
              <a:rPr lang="fr"/>
              <a:t> </a:t>
            </a:r>
            <a:r>
              <a:rPr b="1" lang="fr"/>
              <a:t>neutre</a:t>
            </a:r>
            <a:r>
              <a:rPr lang="fr"/>
              <a:t> : </a:t>
            </a:r>
            <a:r>
              <a:rPr i="1" lang="fr"/>
              <a:t>« iel »</a:t>
            </a:r>
            <a:r>
              <a:rPr lang="fr"/>
              <a:t> </a:t>
            </a:r>
            <a:r>
              <a:rPr i="1" lang="fr"/>
              <a:t>(il ou elle) </a:t>
            </a:r>
            <a:r>
              <a:rPr lang="fr"/>
              <a:t>ou </a:t>
            </a:r>
            <a:r>
              <a:rPr i="1" lang="fr"/>
              <a:t>« celleux » </a:t>
            </a:r>
            <a:r>
              <a:rPr lang="fr"/>
              <a:t>(celles et ceux), « </a:t>
            </a:r>
            <a:r>
              <a:rPr i="1" lang="fr"/>
              <a:t>orateurices »</a:t>
            </a:r>
            <a:r>
              <a:rPr lang="fr"/>
              <a:t> (orateurs et oratrices)</a:t>
            </a:r>
            <a:endParaRPr/>
          </a:p>
        </p:txBody>
      </p:sp>
      <p:sp>
        <p:nvSpPr>
          <p:cNvPr id="357" name="Google Shape;357;p44"/>
          <p:cNvSpPr/>
          <p:nvPr/>
        </p:nvSpPr>
        <p:spPr>
          <a:xfrm>
            <a:off x="5770075" y="804675"/>
            <a:ext cx="2965200" cy="1350300"/>
          </a:xfrm>
          <a:prstGeom prst="rect">
            <a:avLst/>
          </a:prstGeom>
          <a:solidFill>
            <a:srgbClr val="FFF8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indent="0" lvl="0" marL="0" rtl="0" algn="l">
              <a:spcBef>
                <a:spcPts val="1000"/>
              </a:spcBef>
              <a:spcAft>
                <a:spcPts val="1000"/>
              </a:spcAft>
              <a:buNone/>
            </a:pPr>
            <a:r>
              <a:rPr lang="fr">
                <a:solidFill>
                  <a:schemeClr val="dk1"/>
                </a:solidFill>
                <a:latin typeface="Outfit"/>
                <a:ea typeface="Outfit"/>
                <a:cs typeface="Outfit"/>
                <a:sym typeface="Outfit"/>
              </a:rPr>
              <a:t>L’accessibilité ne doit pas être une excuse pour ne pas être inclusifs.</a:t>
            </a:r>
            <a:endParaRPr>
              <a:solidFill>
                <a:schemeClr val="dk1"/>
              </a:solidFill>
              <a:latin typeface="Outfit"/>
              <a:ea typeface="Outfit"/>
              <a:cs typeface="Outfit"/>
              <a:sym typeface="Outfit"/>
            </a:endParaRPr>
          </a:p>
        </p:txBody>
      </p:sp>
      <p:sp>
        <p:nvSpPr>
          <p:cNvPr id="358" name="Google Shape;358;p44"/>
          <p:cNvSpPr/>
          <p:nvPr/>
        </p:nvSpPr>
        <p:spPr>
          <a:xfrm>
            <a:off x="6047875" y="2571750"/>
            <a:ext cx="2687400" cy="22968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fr">
                <a:solidFill>
                  <a:schemeClr val="dk1"/>
                </a:solidFill>
                <a:latin typeface="Outfit"/>
                <a:ea typeface="Outfit"/>
                <a:cs typeface="Outfit"/>
                <a:sym typeface="Outfit"/>
              </a:rPr>
              <a:t>Résumé des défauts d’accessibilité</a:t>
            </a:r>
            <a:endParaRPr b="1">
              <a:solidFill>
                <a:schemeClr val="dk1"/>
              </a:solidFill>
              <a:latin typeface="Outfit"/>
              <a:ea typeface="Outfit"/>
              <a:cs typeface="Outfit"/>
              <a:sym typeface="Outfit"/>
            </a:endParaRPr>
          </a:p>
          <a:p>
            <a:pPr indent="0" lvl="0" marL="0" rtl="0" algn="l">
              <a:spcBef>
                <a:spcPts val="0"/>
              </a:spcBef>
              <a:spcAft>
                <a:spcPts val="0"/>
              </a:spcAft>
              <a:buNone/>
            </a:pPr>
            <a:r>
              <a:t/>
            </a:r>
            <a:endParaRPr b="1" sz="1200">
              <a:solidFill>
                <a:schemeClr val="dk1"/>
              </a:solidFill>
              <a:latin typeface="Outfit"/>
              <a:ea typeface="Outfit"/>
              <a:cs typeface="Outfit"/>
              <a:sym typeface="Outfit"/>
            </a:endParaRPr>
          </a:p>
          <a:p>
            <a:pPr indent="0" lvl="0" marL="0" rtl="0" algn="l">
              <a:spcBef>
                <a:spcPts val="0"/>
              </a:spcBef>
              <a:spcAft>
                <a:spcPts val="0"/>
              </a:spcAft>
              <a:buNone/>
            </a:pPr>
            <a:r>
              <a:rPr b="1" lang="fr" sz="1200">
                <a:solidFill>
                  <a:schemeClr val="dk1"/>
                </a:solidFill>
                <a:latin typeface="Outfit"/>
                <a:ea typeface="Outfit"/>
                <a:cs typeface="Outfit"/>
                <a:sym typeface="Outfit"/>
              </a:rPr>
              <a:t>Pour les personnes utilisant un lecteur d’écran</a:t>
            </a:r>
            <a:r>
              <a:rPr lang="fr" sz="1200">
                <a:solidFill>
                  <a:schemeClr val="dk1"/>
                </a:solidFill>
                <a:latin typeface="Outfit"/>
                <a:ea typeface="Outfit"/>
                <a:cs typeface="Outfit"/>
                <a:sym typeface="Outfit"/>
              </a:rPr>
              <a:t> : support plus ou moins abouti selon le signe et le logiciel utilisé. </a:t>
            </a:r>
            <a:endParaRPr sz="1200">
              <a:solidFill>
                <a:schemeClr val="dk1"/>
              </a:solidFill>
              <a:latin typeface="Outfit"/>
              <a:ea typeface="Outfit"/>
              <a:cs typeface="Outfit"/>
              <a:sym typeface="Outfit"/>
            </a:endParaRPr>
          </a:p>
          <a:p>
            <a:pPr indent="0" lvl="0" marL="0" rtl="0" algn="l">
              <a:spcBef>
                <a:spcPts val="0"/>
              </a:spcBef>
              <a:spcAft>
                <a:spcPts val="0"/>
              </a:spcAft>
              <a:buNone/>
            </a:pPr>
            <a:r>
              <a:t/>
            </a:r>
            <a:endParaRPr sz="1200">
              <a:solidFill>
                <a:schemeClr val="dk1"/>
              </a:solidFill>
              <a:latin typeface="Outfit"/>
              <a:ea typeface="Outfit"/>
              <a:cs typeface="Outfit"/>
              <a:sym typeface="Outfit"/>
            </a:endParaRPr>
          </a:p>
          <a:p>
            <a:pPr indent="0" lvl="0" marL="0" rtl="0" algn="l">
              <a:spcBef>
                <a:spcPts val="0"/>
              </a:spcBef>
              <a:spcAft>
                <a:spcPts val="0"/>
              </a:spcAft>
              <a:buNone/>
            </a:pPr>
            <a:r>
              <a:rPr b="1" lang="fr" sz="1200">
                <a:solidFill>
                  <a:schemeClr val="dk1"/>
                </a:solidFill>
                <a:latin typeface="Outfit"/>
                <a:ea typeface="Outfit"/>
                <a:cs typeface="Outfit"/>
                <a:sym typeface="Outfit"/>
              </a:rPr>
              <a:t>Pour les personnes dyslexiques</a:t>
            </a:r>
            <a:r>
              <a:rPr lang="fr" sz="1200">
                <a:solidFill>
                  <a:schemeClr val="dk1"/>
                </a:solidFill>
                <a:latin typeface="Outfit"/>
                <a:ea typeface="Outfit"/>
                <a:cs typeface="Outfit"/>
                <a:sym typeface="Outfit"/>
              </a:rPr>
              <a:t> : difficultée du point médian plus lié au fait qu’il soit nouveau.</a:t>
            </a:r>
            <a:endParaRPr sz="1200">
              <a:solidFill>
                <a:schemeClr val="dk1"/>
              </a:solidFill>
              <a:latin typeface="Outfit"/>
              <a:ea typeface="Outfit"/>
              <a:cs typeface="Outfit"/>
              <a:sym typeface="Outfit"/>
            </a:endParaRPr>
          </a:p>
        </p:txBody>
      </p:sp>
      <p:sp>
        <p:nvSpPr>
          <p:cNvPr id="359" name="Google Shape;359;p44"/>
          <p:cNvSpPr txBox="1"/>
          <p:nvPr>
            <p:ph idx="2" type="body"/>
          </p:nvPr>
        </p:nvSpPr>
        <p:spPr>
          <a:xfrm>
            <a:off x="310500" y="4750000"/>
            <a:ext cx="5340600" cy="393600"/>
          </a:xfrm>
          <a:prstGeom prst="rect">
            <a:avLst/>
          </a:prstGeom>
        </p:spPr>
        <p:txBody>
          <a:bodyPr anchorCtr="0" anchor="t" bIns="172800" lIns="0" spcFirstLastPara="1" rIns="0" wrap="square" tIns="0">
            <a:noAutofit/>
          </a:bodyPr>
          <a:lstStyle/>
          <a:p>
            <a:pPr indent="0" lvl="0" marL="0" rtl="0" algn="l">
              <a:spcBef>
                <a:spcPts val="0"/>
              </a:spcBef>
              <a:spcAft>
                <a:spcPts val="0"/>
              </a:spcAft>
              <a:buNone/>
            </a:pPr>
            <a:r>
              <a:rPr lang="fr"/>
              <a:t> Écriture inclusive : le point d’hyphénation rend-il vraiment meilleure la lecture par les lecteurs d’écran ?</a:t>
            </a:r>
            <a:endParaRPr/>
          </a:p>
          <a:p>
            <a:pPr indent="0" lvl="0" marL="0" rtl="0" algn="l">
              <a:spcBef>
                <a:spcPts val="400"/>
              </a:spcBef>
              <a:spcAft>
                <a:spcPts val="400"/>
              </a:spcAft>
              <a:buNone/>
            </a:pPr>
            <a:r>
              <a:rPr lang="fr" u="sng">
                <a:solidFill>
                  <a:schemeClr val="hlink"/>
                </a:solidFill>
                <a:hlinkClick r:id="rId3"/>
              </a:rPr>
              <a:t>lalutineduweb.fr/ecriture-inclusive-point-hyphenation-accessibilite-lecteurs-ecran/</a:t>
            </a:r>
            <a:endParaRPr/>
          </a:p>
        </p:txBody>
      </p:sp>
      <p:cxnSp>
        <p:nvCxnSpPr>
          <p:cNvPr id="360" name="Google Shape;360;p44"/>
          <p:cNvCxnSpPr/>
          <p:nvPr/>
        </p:nvCxnSpPr>
        <p:spPr>
          <a:xfrm flipH="1" rot="10800000">
            <a:off x="97550" y="3050500"/>
            <a:ext cx="5516100" cy="9000"/>
          </a:xfrm>
          <a:prstGeom prst="straightConnector1">
            <a:avLst/>
          </a:prstGeom>
          <a:noFill/>
          <a:ln cap="flat" cmpd="sng" w="19050">
            <a:solidFill>
              <a:schemeClr val="lt2"/>
            </a:solidFill>
            <a:prstDash val="dash"/>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5"/>
          <p:cNvSpPr txBox="1"/>
          <p:nvPr>
            <p:ph type="title"/>
          </p:nvPr>
        </p:nvSpPr>
        <p:spPr>
          <a:xfrm>
            <a:off x="729000" y="1612800"/>
            <a:ext cx="7758600" cy="738900"/>
          </a:xfrm>
          <a:prstGeom prst="rect">
            <a:avLst/>
          </a:prstGeom>
        </p:spPr>
        <p:txBody>
          <a:bodyPr anchorCtr="0" anchor="t" bIns="91425" lIns="0" spcFirstLastPara="1" rIns="0" wrap="square" tIns="91425">
            <a:spAutoFit/>
          </a:bodyPr>
          <a:lstStyle/>
          <a:p>
            <a:pPr indent="0" lvl="0" marL="0" rtl="0" algn="l">
              <a:spcBef>
                <a:spcPts val="0"/>
              </a:spcBef>
              <a:spcAft>
                <a:spcPts val="0"/>
              </a:spcAft>
              <a:buNone/>
            </a:pPr>
            <a:r>
              <a:rPr lang="fr" sz="3600"/>
              <a:t>Les images</a:t>
            </a:r>
            <a:endParaRPr sz="3600"/>
          </a:p>
        </p:txBody>
      </p:sp>
      <p:sp>
        <p:nvSpPr>
          <p:cNvPr id="366" name="Google Shape;366;p45"/>
          <p:cNvSpPr txBox="1"/>
          <p:nvPr/>
        </p:nvSpPr>
        <p:spPr>
          <a:xfrm>
            <a:off x="706525" y="2628275"/>
            <a:ext cx="4719600" cy="10878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accent6"/>
              </a:buClr>
              <a:buSzPts val="1400"/>
              <a:buFont typeface="Outfit"/>
              <a:buChar char="➔"/>
            </a:pPr>
            <a:r>
              <a:rPr lang="fr">
                <a:solidFill>
                  <a:schemeClr val="accent3"/>
                </a:solidFill>
                <a:latin typeface="Outfit"/>
                <a:ea typeface="Outfit"/>
                <a:cs typeface="Outfit"/>
                <a:sym typeface="Outfit"/>
              </a:rPr>
              <a:t>A</a:t>
            </a:r>
            <a:r>
              <a:rPr lang="fr">
                <a:solidFill>
                  <a:schemeClr val="accent3"/>
                </a:solidFill>
                <a:latin typeface="Outfit"/>
                <a:ea typeface="Outfit"/>
                <a:cs typeface="Outfit"/>
                <a:sym typeface="Outfit"/>
              </a:rPr>
              <a:t>lternatives</a:t>
            </a:r>
            <a:endParaRPr>
              <a:solidFill>
                <a:schemeClr val="accent3"/>
              </a:solidFill>
              <a:latin typeface="Outfit"/>
              <a:ea typeface="Outfit"/>
              <a:cs typeface="Outfit"/>
              <a:sym typeface="Outfit"/>
            </a:endParaRPr>
          </a:p>
          <a:p>
            <a:pPr indent="-317500" lvl="0" marL="457200" rtl="0" algn="l">
              <a:spcBef>
                <a:spcPts val="1000"/>
              </a:spcBef>
              <a:spcAft>
                <a:spcPts val="0"/>
              </a:spcAft>
              <a:buClr>
                <a:schemeClr val="accent6"/>
              </a:buClr>
              <a:buSzPts val="1400"/>
              <a:buFont typeface="Outfit"/>
              <a:buChar char="➔"/>
            </a:pPr>
            <a:r>
              <a:rPr lang="fr">
                <a:solidFill>
                  <a:schemeClr val="accent3"/>
                </a:solidFill>
                <a:latin typeface="Outfit"/>
                <a:ea typeface="Outfit"/>
                <a:cs typeface="Outfit"/>
                <a:sym typeface="Outfit"/>
              </a:rPr>
              <a:t>Contrastes</a:t>
            </a:r>
            <a:endParaRPr>
              <a:solidFill>
                <a:schemeClr val="accent3"/>
              </a:solidFill>
              <a:latin typeface="Outfit"/>
              <a:ea typeface="Outfit"/>
              <a:cs typeface="Outfit"/>
              <a:sym typeface="Outfit"/>
            </a:endParaRPr>
          </a:p>
          <a:p>
            <a:pPr indent="-317500" lvl="0" marL="457200" rtl="0" algn="l">
              <a:spcBef>
                <a:spcPts val="1000"/>
              </a:spcBef>
              <a:spcAft>
                <a:spcPts val="1000"/>
              </a:spcAft>
              <a:buClr>
                <a:schemeClr val="accent6"/>
              </a:buClr>
              <a:buSzPts val="1400"/>
              <a:buFont typeface="Outfit"/>
              <a:buChar char="➔"/>
            </a:pPr>
            <a:r>
              <a:rPr lang="fr">
                <a:solidFill>
                  <a:schemeClr val="accent3"/>
                </a:solidFill>
                <a:latin typeface="Outfit"/>
                <a:ea typeface="Outfit"/>
                <a:cs typeface="Outfit"/>
                <a:sym typeface="Outfit"/>
              </a:rPr>
              <a:t>Gifs animés</a:t>
            </a:r>
            <a:endParaRPr>
              <a:solidFill>
                <a:schemeClr val="accent3"/>
              </a:solidFill>
              <a:latin typeface="Outfit"/>
              <a:ea typeface="Outfit"/>
              <a:cs typeface="Outfit"/>
              <a:sym typeface="Outfi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6"/>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Alternatives aux images</a:t>
            </a:r>
            <a:endParaRPr/>
          </a:p>
        </p:txBody>
      </p:sp>
      <p:sp>
        <p:nvSpPr>
          <p:cNvPr id="372" name="Google Shape;372;p46"/>
          <p:cNvSpPr txBox="1"/>
          <p:nvPr>
            <p:ph idx="1" type="body"/>
          </p:nvPr>
        </p:nvSpPr>
        <p:spPr>
          <a:xfrm>
            <a:off x="310500" y="747900"/>
            <a:ext cx="8523900" cy="4075800"/>
          </a:xfrm>
          <a:prstGeom prst="rect">
            <a:avLst/>
          </a:prstGeom>
        </p:spPr>
        <p:txBody>
          <a:bodyPr anchorCtr="0" anchor="t" bIns="0" lIns="0" spcFirstLastPara="1" rIns="0" wrap="square" tIns="0">
            <a:normAutofit/>
          </a:bodyPr>
          <a:lstStyle/>
          <a:p>
            <a:pPr indent="0" lvl="0" marL="0" rtl="0" algn="l">
              <a:spcBef>
                <a:spcPts val="0"/>
              </a:spcBef>
              <a:spcAft>
                <a:spcPts val="1000"/>
              </a:spcAft>
              <a:buNone/>
            </a:pPr>
            <a:r>
              <a:rPr lang="fr"/>
              <a:t>🎯 Objectif : </a:t>
            </a:r>
            <a:r>
              <a:rPr b="1" lang="fr"/>
              <a:t>donner du contexte</a:t>
            </a:r>
            <a:r>
              <a:rPr lang="fr"/>
              <a:t> manquant aux personnes qui ne voient pas l’image.</a:t>
            </a:r>
            <a:endParaRPr/>
          </a:p>
        </p:txBody>
      </p:sp>
      <p:sp>
        <p:nvSpPr>
          <p:cNvPr id="373" name="Google Shape;373;p46"/>
          <p:cNvSpPr txBox="1"/>
          <p:nvPr/>
        </p:nvSpPr>
        <p:spPr>
          <a:xfrm>
            <a:off x="966625" y="4823700"/>
            <a:ext cx="5108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lt2"/>
              </a:solidFill>
              <a:latin typeface="Outfit"/>
              <a:ea typeface="Outfit"/>
              <a:cs typeface="Outfit"/>
              <a:sym typeface="Outfit"/>
            </a:endParaRPr>
          </a:p>
        </p:txBody>
      </p:sp>
      <p:pic>
        <p:nvPicPr>
          <p:cNvPr id="374" name="Google Shape;374;p46"/>
          <p:cNvPicPr preferRelativeResize="0"/>
          <p:nvPr/>
        </p:nvPicPr>
        <p:blipFill rotWithShape="1">
          <a:blip r:embed="rId3">
            <a:alphaModFix/>
          </a:blip>
          <a:srcRect b="0" l="0" r="0" t="58033"/>
          <a:stretch/>
        </p:blipFill>
        <p:spPr>
          <a:xfrm>
            <a:off x="5091200" y="3224079"/>
            <a:ext cx="3519875" cy="1599625"/>
          </a:xfrm>
          <a:prstGeom prst="rect">
            <a:avLst/>
          </a:prstGeom>
          <a:noFill/>
          <a:ln>
            <a:noFill/>
          </a:ln>
        </p:spPr>
      </p:pic>
      <p:pic>
        <p:nvPicPr>
          <p:cNvPr id="375" name="Google Shape;375;p46"/>
          <p:cNvPicPr preferRelativeResize="0"/>
          <p:nvPr/>
        </p:nvPicPr>
        <p:blipFill rotWithShape="1">
          <a:blip r:embed="rId3">
            <a:alphaModFix/>
          </a:blip>
          <a:srcRect b="81146" l="0" r="0" t="0"/>
          <a:stretch/>
        </p:blipFill>
        <p:spPr>
          <a:xfrm>
            <a:off x="5091200" y="2505450"/>
            <a:ext cx="3519875" cy="718625"/>
          </a:xfrm>
          <a:prstGeom prst="rect">
            <a:avLst/>
          </a:prstGeom>
          <a:noFill/>
          <a:ln>
            <a:noFill/>
          </a:ln>
        </p:spPr>
      </p:pic>
      <p:pic>
        <p:nvPicPr>
          <p:cNvPr id="376" name="Google Shape;376;p46"/>
          <p:cNvPicPr preferRelativeResize="0"/>
          <p:nvPr/>
        </p:nvPicPr>
        <p:blipFill>
          <a:blip r:embed="rId4">
            <a:alphaModFix/>
          </a:blip>
          <a:stretch>
            <a:fillRect/>
          </a:stretch>
        </p:blipFill>
        <p:spPr>
          <a:xfrm>
            <a:off x="5091200" y="992920"/>
            <a:ext cx="3519875" cy="1883605"/>
          </a:xfrm>
          <a:prstGeom prst="rect">
            <a:avLst/>
          </a:prstGeom>
          <a:noFill/>
          <a:ln>
            <a:noFill/>
          </a:ln>
        </p:spPr>
      </p:pic>
      <p:pic>
        <p:nvPicPr>
          <p:cNvPr id="377" name="Google Shape;377;p46"/>
          <p:cNvPicPr preferRelativeResize="0"/>
          <p:nvPr/>
        </p:nvPicPr>
        <p:blipFill>
          <a:blip r:embed="rId5">
            <a:alphaModFix/>
          </a:blip>
          <a:stretch>
            <a:fillRect/>
          </a:stretch>
        </p:blipFill>
        <p:spPr>
          <a:xfrm>
            <a:off x="266150" y="1236050"/>
            <a:ext cx="3340591" cy="2140125"/>
          </a:xfrm>
          <a:prstGeom prst="rect">
            <a:avLst/>
          </a:prstGeom>
          <a:noFill/>
          <a:ln>
            <a:noFill/>
          </a:ln>
        </p:spPr>
      </p:pic>
      <p:pic>
        <p:nvPicPr>
          <p:cNvPr id="378" name="Google Shape;378;p46"/>
          <p:cNvPicPr preferRelativeResize="0"/>
          <p:nvPr/>
        </p:nvPicPr>
        <p:blipFill>
          <a:blip r:embed="rId6">
            <a:alphaModFix/>
          </a:blip>
          <a:stretch>
            <a:fillRect/>
          </a:stretch>
        </p:blipFill>
        <p:spPr>
          <a:xfrm>
            <a:off x="1756375" y="2729750"/>
            <a:ext cx="2581801" cy="22895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7"/>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Alternatives aux images</a:t>
            </a:r>
            <a:endParaRPr/>
          </a:p>
        </p:txBody>
      </p:sp>
      <p:sp>
        <p:nvSpPr>
          <p:cNvPr id="384" name="Google Shape;384;p47"/>
          <p:cNvSpPr txBox="1"/>
          <p:nvPr>
            <p:ph idx="1" type="body"/>
          </p:nvPr>
        </p:nvSpPr>
        <p:spPr>
          <a:xfrm>
            <a:off x="310500" y="915450"/>
            <a:ext cx="3128100" cy="3526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fr"/>
              <a:t>Comment bien rédiger une alternative ?</a:t>
            </a:r>
            <a:endParaRPr/>
          </a:p>
          <a:p>
            <a:pPr indent="-317500" lvl="0" marL="457200" rtl="0" algn="l">
              <a:spcBef>
                <a:spcPts val="1000"/>
              </a:spcBef>
              <a:spcAft>
                <a:spcPts val="0"/>
              </a:spcAft>
              <a:buClr>
                <a:schemeClr val="accent6"/>
              </a:buClr>
              <a:buSzPts val="1400"/>
              <a:buChar char="➔"/>
            </a:pPr>
            <a:r>
              <a:rPr b="1" lang="fr"/>
              <a:t>Visuel</a:t>
            </a:r>
            <a:r>
              <a:rPr lang="fr"/>
              <a:t> : décrire ce qui vous paraît important (il n’y a pas qu’une seule manière de faire !)</a:t>
            </a:r>
            <a:endParaRPr/>
          </a:p>
          <a:p>
            <a:pPr indent="-317500" lvl="0" marL="457200" rtl="0" algn="l">
              <a:spcBef>
                <a:spcPts val="1000"/>
              </a:spcBef>
              <a:spcAft>
                <a:spcPts val="0"/>
              </a:spcAft>
              <a:buClr>
                <a:schemeClr val="accent6"/>
              </a:buClr>
              <a:buSzPts val="1400"/>
              <a:buChar char="➔"/>
            </a:pPr>
            <a:r>
              <a:rPr b="1" lang="fr"/>
              <a:t>Avec du texte</a:t>
            </a:r>
            <a:r>
              <a:rPr lang="fr"/>
              <a:t> : intégrer le texte important dans la description</a:t>
            </a:r>
            <a:endParaRPr/>
          </a:p>
          <a:p>
            <a:pPr indent="-317500" lvl="0" marL="457200" rtl="0" algn="l">
              <a:spcBef>
                <a:spcPts val="1000"/>
              </a:spcBef>
              <a:spcAft>
                <a:spcPts val="0"/>
              </a:spcAft>
              <a:buClr>
                <a:schemeClr val="accent6"/>
              </a:buClr>
              <a:buSzPts val="1400"/>
              <a:buChar char="➔"/>
            </a:pPr>
            <a:r>
              <a:rPr lang="fr"/>
              <a:t>⚠️ </a:t>
            </a:r>
            <a:r>
              <a:rPr b="1" lang="fr"/>
              <a:t>Image décorative </a:t>
            </a:r>
            <a:r>
              <a:rPr lang="fr"/>
              <a:t>: prévenir avec la mention « image décorative » </a:t>
            </a:r>
            <a:r>
              <a:rPr lang="fr" sz="900">
                <a:solidFill>
                  <a:schemeClr val="lt2"/>
                </a:solidFill>
              </a:rPr>
              <a:t>(contrairement au web)</a:t>
            </a:r>
            <a:endParaRPr sz="900">
              <a:solidFill>
                <a:schemeClr val="lt2"/>
              </a:solidFill>
            </a:endParaRPr>
          </a:p>
          <a:p>
            <a:pPr indent="0" lvl="0" marL="0" rtl="0" algn="l">
              <a:spcBef>
                <a:spcPts val="1000"/>
              </a:spcBef>
              <a:spcAft>
                <a:spcPts val="1200"/>
              </a:spcAft>
              <a:buNone/>
            </a:pPr>
            <a:r>
              <a:t/>
            </a:r>
            <a:endParaRPr/>
          </a:p>
        </p:txBody>
      </p:sp>
      <p:sp>
        <p:nvSpPr>
          <p:cNvPr id="385" name="Google Shape;385;p47"/>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p>
            <a:pPr indent="0" lvl="0" marL="0" rtl="0" algn="l">
              <a:spcBef>
                <a:spcPts val="0"/>
              </a:spcBef>
              <a:spcAft>
                <a:spcPts val="0"/>
              </a:spcAft>
              <a:buNone/>
            </a:pPr>
            <a:r>
              <a:rPr lang="fr" sz="1000"/>
              <a:t>Source : </a:t>
            </a:r>
            <a:r>
              <a:rPr lang="fr" sz="1000" u="sng">
                <a:solidFill>
                  <a:schemeClr val="hlink"/>
                </a:solidFill>
                <a:hlinkClick r:id="rId3"/>
              </a:rPr>
              <a:t>w3.org/WAI/tutorials/images/decision-tree/fr</a:t>
            </a:r>
            <a:endParaRPr/>
          </a:p>
        </p:txBody>
      </p:sp>
      <p:pic>
        <p:nvPicPr>
          <p:cNvPr id="386" name="Google Shape;386;p47" title="Capture d’écran 2025-04-01 à 12.21.07.png"/>
          <p:cNvPicPr preferRelativeResize="0"/>
          <p:nvPr/>
        </p:nvPicPr>
        <p:blipFill rotWithShape="1">
          <a:blip r:embed="rId4">
            <a:alphaModFix/>
          </a:blip>
          <a:srcRect b="0" l="0" r="0" t="7149"/>
          <a:stretch/>
        </p:blipFill>
        <p:spPr>
          <a:xfrm>
            <a:off x="4105923" y="722075"/>
            <a:ext cx="6812475" cy="3321225"/>
          </a:xfrm>
          <a:prstGeom prst="rect">
            <a:avLst/>
          </a:prstGeom>
          <a:noFill/>
          <a:ln cap="flat" cmpd="sng" w="228600">
            <a:solidFill>
              <a:srgbClr val="000000"/>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8"/>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Alternatives aux images</a:t>
            </a:r>
            <a:endParaRPr/>
          </a:p>
        </p:txBody>
      </p:sp>
      <p:sp>
        <p:nvSpPr>
          <p:cNvPr id="392" name="Google Shape;392;p48"/>
          <p:cNvSpPr txBox="1"/>
          <p:nvPr>
            <p:ph idx="1" type="body"/>
          </p:nvPr>
        </p:nvSpPr>
        <p:spPr>
          <a:xfrm>
            <a:off x="310500" y="747900"/>
            <a:ext cx="8523900" cy="40758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fr"/>
              <a:t>À chaque plateforme son moyen technique </a:t>
            </a:r>
            <a:endParaRPr/>
          </a:p>
        </p:txBody>
      </p:sp>
      <p:sp>
        <p:nvSpPr>
          <p:cNvPr id="393" name="Google Shape;393;p48"/>
          <p:cNvSpPr txBox="1"/>
          <p:nvPr>
            <p:ph idx="2" type="body"/>
          </p:nvPr>
        </p:nvSpPr>
        <p:spPr>
          <a:xfrm>
            <a:off x="310500" y="4563750"/>
            <a:ext cx="1622700" cy="393600"/>
          </a:xfrm>
          <a:prstGeom prst="rect">
            <a:avLst/>
          </a:prstGeom>
        </p:spPr>
        <p:txBody>
          <a:bodyPr anchorCtr="0" anchor="ctr" bIns="172800" lIns="0" spcFirstLastPara="1" rIns="0" wrap="square" tIns="0">
            <a:noAutofit/>
          </a:bodyPr>
          <a:lstStyle/>
          <a:p>
            <a:pPr indent="0" lvl="0" marL="0" rtl="0" algn="l">
              <a:spcBef>
                <a:spcPts val="0"/>
              </a:spcBef>
              <a:spcAft>
                <a:spcPts val="0"/>
              </a:spcAft>
              <a:buNone/>
            </a:pPr>
            <a:r>
              <a:rPr lang="fr"/>
              <a:t>Linkedin</a:t>
            </a:r>
            <a:endParaRPr/>
          </a:p>
        </p:txBody>
      </p:sp>
      <p:pic>
        <p:nvPicPr>
          <p:cNvPr id="394" name="Google Shape;394;p48"/>
          <p:cNvPicPr preferRelativeResize="0"/>
          <p:nvPr/>
        </p:nvPicPr>
        <p:blipFill>
          <a:blip r:embed="rId3">
            <a:alphaModFix/>
          </a:blip>
          <a:stretch>
            <a:fillRect/>
          </a:stretch>
        </p:blipFill>
        <p:spPr>
          <a:xfrm>
            <a:off x="310499" y="1170600"/>
            <a:ext cx="5036027" cy="3334401"/>
          </a:xfrm>
          <a:prstGeom prst="rect">
            <a:avLst/>
          </a:prstGeom>
          <a:noFill/>
          <a:ln cap="flat" cmpd="sng" w="19050">
            <a:solidFill>
              <a:schemeClr val="lt2"/>
            </a:solidFill>
            <a:prstDash val="solid"/>
            <a:round/>
            <a:headEnd len="sm" w="sm" type="none"/>
            <a:tailEnd len="sm" w="sm" type="none"/>
          </a:ln>
        </p:spPr>
      </p:pic>
      <p:pic>
        <p:nvPicPr>
          <p:cNvPr id="395" name="Google Shape;395;p48"/>
          <p:cNvPicPr preferRelativeResize="0"/>
          <p:nvPr/>
        </p:nvPicPr>
        <p:blipFill>
          <a:blip r:embed="rId4">
            <a:alphaModFix/>
          </a:blip>
          <a:stretch>
            <a:fillRect/>
          </a:stretch>
        </p:blipFill>
        <p:spPr>
          <a:xfrm>
            <a:off x="5507102" y="190324"/>
            <a:ext cx="3594199" cy="1932225"/>
          </a:xfrm>
          <a:prstGeom prst="rect">
            <a:avLst/>
          </a:prstGeom>
          <a:noFill/>
          <a:ln cap="flat" cmpd="sng" w="19050">
            <a:solidFill>
              <a:schemeClr val="lt2"/>
            </a:solidFill>
            <a:prstDash val="solid"/>
            <a:round/>
            <a:headEnd len="sm" w="sm" type="none"/>
            <a:tailEnd len="sm" w="sm" type="none"/>
          </a:ln>
        </p:spPr>
      </p:pic>
      <p:sp>
        <p:nvSpPr>
          <p:cNvPr id="396" name="Google Shape;396;p48"/>
          <p:cNvSpPr txBox="1"/>
          <p:nvPr>
            <p:ph idx="2" type="body"/>
          </p:nvPr>
        </p:nvSpPr>
        <p:spPr>
          <a:xfrm>
            <a:off x="5507100" y="2178150"/>
            <a:ext cx="1622700" cy="393600"/>
          </a:xfrm>
          <a:prstGeom prst="rect">
            <a:avLst/>
          </a:prstGeom>
        </p:spPr>
        <p:txBody>
          <a:bodyPr anchorCtr="0" anchor="ctr" bIns="172800" lIns="0" spcFirstLastPara="1" rIns="0" wrap="square" tIns="0">
            <a:noAutofit/>
          </a:bodyPr>
          <a:lstStyle/>
          <a:p>
            <a:pPr indent="0" lvl="0" marL="0" rtl="0" algn="l">
              <a:spcBef>
                <a:spcPts val="0"/>
              </a:spcBef>
              <a:spcAft>
                <a:spcPts val="0"/>
              </a:spcAft>
              <a:buNone/>
            </a:pPr>
            <a:r>
              <a:rPr lang="fr"/>
              <a:t>Mastodon</a:t>
            </a:r>
            <a:endParaRPr/>
          </a:p>
        </p:txBody>
      </p:sp>
      <p:pic>
        <p:nvPicPr>
          <p:cNvPr id="397" name="Google Shape;397;p48"/>
          <p:cNvPicPr preferRelativeResize="0"/>
          <p:nvPr/>
        </p:nvPicPr>
        <p:blipFill>
          <a:blip r:embed="rId5">
            <a:alphaModFix/>
          </a:blip>
          <a:stretch>
            <a:fillRect/>
          </a:stretch>
        </p:blipFill>
        <p:spPr>
          <a:xfrm>
            <a:off x="6643775" y="1755875"/>
            <a:ext cx="2457525" cy="3067825"/>
          </a:xfrm>
          <a:prstGeom prst="rect">
            <a:avLst/>
          </a:prstGeom>
          <a:noFill/>
          <a:ln cap="flat" cmpd="sng" w="19050">
            <a:solidFill>
              <a:schemeClr val="lt2"/>
            </a:solidFill>
            <a:prstDash val="solid"/>
            <a:round/>
            <a:headEnd len="sm" w="sm" type="none"/>
            <a:tailEnd len="sm" w="sm" type="none"/>
          </a:ln>
        </p:spPr>
      </p:pic>
      <p:sp>
        <p:nvSpPr>
          <p:cNvPr id="398" name="Google Shape;398;p48"/>
          <p:cNvSpPr txBox="1"/>
          <p:nvPr>
            <p:ph idx="2" type="body"/>
          </p:nvPr>
        </p:nvSpPr>
        <p:spPr>
          <a:xfrm>
            <a:off x="6643775" y="4902300"/>
            <a:ext cx="1622700" cy="393600"/>
          </a:xfrm>
          <a:prstGeom prst="rect">
            <a:avLst/>
          </a:prstGeom>
        </p:spPr>
        <p:txBody>
          <a:bodyPr anchorCtr="0" anchor="ctr" bIns="172800" lIns="0" spcFirstLastPara="1" rIns="0" wrap="square" tIns="0">
            <a:noAutofit/>
          </a:bodyPr>
          <a:lstStyle/>
          <a:p>
            <a:pPr indent="0" lvl="0" marL="0" rtl="0" algn="l">
              <a:spcBef>
                <a:spcPts val="0"/>
              </a:spcBef>
              <a:spcAft>
                <a:spcPts val="0"/>
              </a:spcAft>
              <a:buNone/>
            </a:pPr>
            <a:r>
              <a:rPr lang="fr"/>
              <a:t>X/Twitter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9"/>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Contrastes des images</a:t>
            </a:r>
            <a:endParaRPr/>
          </a:p>
        </p:txBody>
      </p:sp>
      <p:sp>
        <p:nvSpPr>
          <p:cNvPr id="404" name="Google Shape;404;p49"/>
          <p:cNvSpPr txBox="1"/>
          <p:nvPr>
            <p:ph idx="1" type="body"/>
          </p:nvPr>
        </p:nvSpPr>
        <p:spPr>
          <a:xfrm>
            <a:off x="310500" y="747900"/>
            <a:ext cx="3396300" cy="3313800"/>
          </a:xfrm>
          <a:prstGeom prst="rect">
            <a:avLst/>
          </a:prstGeom>
        </p:spPr>
        <p:txBody>
          <a:bodyPr anchorCtr="0" anchor="t" bIns="0" lIns="0" spcFirstLastPara="1" rIns="0" wrap="square" tIns="0">
            <a:normAutofit/>
          </a:bodyPr>
          <a:lstStyle/>
          <a:p>
            <a:pPr indent="-317500" lvl="0" marL="457200" rtl="0" algn="l">
              <a:spcBef>
                <a:spcPts val="0"/>
              </a:spcBef>
              <a:spcAft>
                <a:spcPts val="0"/>
              </a:spcAft>
              <a:buClr>
                <a:schemeClr val="accent6"/>
              </a:buClr>
              <a:buSzPts val="1400"/>
              <a:buChar char="➔"/>
            </a:pPr>
            <a:r>
              <a:rPr lang="fr"/>
              <a:t>Respecter un contraste suffisant si le texte est sur une image ou une couleur de fond : </a:t>
            </a:r>
            <a:r>
              <a:rPr b="1" lang="fr"/>
              <a:t>au moins 4.5:1 </a:t>
            </a:r>
            <a:endParaRPr b="1">
              <a:solidFill>
                <a:srgbClr val="000000"/>
              </a:solidFill>
              <a:latin typeface="Arial"/>
              <a:ea typeface="Arial"/>
              <a:cs typeface="Arial"/>
              <a:sym typeface="Arial"/>
            </a:endParaRPr>
          </a:p>
          <a:p>
            <a:pPr indent="-317500" lvl="0" marL="457200" rtl="0" algn="l">
              <a:spcBef>
                <a:spcPts val="1000"/>
              </a:spcBef>
              <a:spcAft>
                <a:spcPts val="0"/>
              </a:spcAft>
              <a:buClr>
                <a:schemeClr val="accent6"/>
              </a:buClr>
              <a:buSzPts val="1400"/>
              <a:buChar char="➔"/>
            </a:pPr>
            <a:r>
              <a:rPr lang="fr"/>
              <a:t>Jouer avec les effets graphiques (overlay sur l’image, fond coloré sous le texte…)</a:t>
            </a:r>
            <a:endParaRPr/>
          </a:p>
        </p:txBody>
      </p:sp>
      <p:pic>
        <p:nvPicPr>
          <p:cNvPr id="405" name="Google Shape;405;p49"/>
          <p:cNvPicPr preferRelativeResize="0"/>
          <p:nvPr/>
        </p:nvPicPr>
        <p:blipFill>
          <a:blip r:embed="rId3">
            <a:alphaModFix/>
          </a:blip>
          <a:stretch>
            <a:fillRect/>
          </a:stretch>
        </p:blipFill>
        <p:spPr>
          <a:xfrm>
            <a:off x="4187650" y="747900"/>
            <a:ext cx="5741150" cy="3678025"/>
          </a:xfrm>
          <a:prstGeom prst="rect">
            <a:avLst/>
          </a:prstGeom>
          <a:noFill/>
          <a:ln>
            <a:noFill/>
          </a:ln>
        </p:spPr>
      </p:pic>
      <p:cxnSp>
        <p:nvCxnSpPr>
          <p:cNvPr id="406" name="Google Shape;406;p49"/>
          <p:cNvCxnSpPr/>
          <p:nvPr/>
        </p:nvCxnSpPr>
        <p:spPr>
          <a:xfrm flipH="1" rot="10800000">
            <a:off x="4097075" y="1590025"/>
            <a:ext cx="519600" cy="183600"/>
          </a:xfrm>
          <a:prstGeom prst="straightConnector1">
            <a:avLst/>
          </a:prstGeom>
          <a:noFill/>
          <a:ln cap="flat" cmpd="sng" w="28575">
            <a:solidFill>
              <a:srgbClr val="FF0000"/>
            </a:solidFill>
            <a:prstDash val="solid"/>
            <a:round/>
            <a:headEnd len="med" w="med" type="none"/>
            <a:tailEnd len="med" w="med" type="triangle"/>
          </a:ln>
        </p:spPr>
      </p:cxnSp>
      <p:cxnSp>
        <p:nvCxnSpPr>
          <p:cNvPr id="407" name="Google Shape;407;p49"/>
          <p:cNvCxnSpPr/>
          <p:nvPr/>
        </p:nvCxnSpPr>
        <p:spPr>
          <a:xfrm flipH="1" rot="10800000">
            <a:off x="4052725" y="2260250"/>
            <a:ext cx="1359300" cy="480000"/>
          </a:xfrm>
          <a:prstGeom prst="straightConnector1">
            <a:avLst/>
          </a:prstGeom>
          <a:noFill/>
          <a:ln cap="flat" cmpd="sng" w="28575">
            <a:solidFill>
              <a:srgbClr val="FF0000"/>
            </a:solidFill>
            <a:prstDash val="solid"/>
            <a:round/>
            <a:headEnd len="med" w="med" type="none"/>
            <a:tailEnd len="med" w="med" type="triangle"/>
          </a:ln>
        </p:spPr>
      </p:cxnSp>
      <p:pic>
        <p:nvPicPr>
          <p:cNvPr id="408" name="Google Shape;408;p49"/>
          <p:cNvPicPr preferRelativeResize="0"/>
          <p:nvPr/>
        </p:nvPicPr>
        <p:blipFill>
          <a:blip r:embed="rId4">
            <a:alphaModFix/>
          </a:blip>
          <a:stretch>
            <a:fillRect/>
          </a:stretch>
        </p:blipFill>
        <p:spPr>
          <a:xfrm>
            <a:off x="310500" y="3229051"/>
            <a:ext cx="3742351" cy="1196875"/>
          </a:xfrm>
          <a:prstGeom prst="rect">
            <a:avLst/>
          </a:prstGeom>
          <a:noFill/>
          <a:ln>
            <a:noFill/>
          </a:ln>
        </p:spPr>
      </p:pic>
      <p:sp>
        <p:nvSpPr>
          <p:cNvPr id="409" name="Google Shape;409;p49"/>
          <p:cNvSpPr txBox="1"/>
          <p:nvPr/>
        </p:nvSpPr>
        <p:spPr>
          <a:xfrm>
            <a:off x="321450" y="4349725"/>
            <a:ext cx="30000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fr" sz="800" u="sng">
                <a:solidFill>
                  <a:schemeClr val="hlink"/>
                </a:solidFill>
                <a:latin typeface="Outfit"/>
                <a:ea typeface="Outfit"/>
                <a:cs typeface="Outfit"/>
                <a:sym typeface="Outfit"/>
                <a:hlinkClick r:id="rId5"/>
              </a:rPr>
              <a:t>Outil pour aider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0"/>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Gifs animés</a:t>
            </a:r>
            <a:endParaRPr/>
          </a:p>
        </p:txBody>
      </p:sp>
      <p:sp>
        <p:nvSpPr>
          <p:cNvPr id="415" name="Google Shape;415;p50"/>
          <p:cNvSpPr txBox="1"/>
          <p:nvPr>
            <p:ph idx="1" type="body"/>
          </p:nvPr>
        </p:nvSpPr>
        <p:spPr>
          <a:xfrm>
            <a:off x="310500" y="747900"/>
            <a:ext cx="3942300" cy="407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fr"/>
              <a:t>Difficulté de </a:t>
            </a:r>
            <a:r>
              <a:rPr b="1" lang="fr"/>
              <a:t>navigation</a:t>
            </a:r>
            <a:r>
              <a:rPr lang="fr"/>
              <a:t> pour les utilisateurs ayant des troubles de l’attention.</a:t>
            </a:r>
            <a:endParaRPr/>
          </a:p>
          <a:p>
            <a:pPr indent="0" lvl="0" marL="0" rtl="0" algn="l">
              <a:spcBef>
                <a:spcPts val="1200"/>
              </a:spcBef>
              <a:spcAft>
                <a:spcPts val="1200"/>
              </a:spcAft>
              <a:buNone/>
            </a:pPr>
            <a:r>
              <a:rPr i="1" lang="fr">
                <a:solidFill>
                  <a:schemeClr val="lt2"/>
                </a:solidFill>
              </a:rPr>
              <a:t>Actuellement, seul Twitter permet aux utilisateurs de mettre les GIF en pause.</a:t>
            </a:r>
            <a:endParaRPr i="1">
              <a:solidFill>
                <a:schemeClr val="lt2"/>
              </a:solidFill>
            </a:endParaRPr>
          </a:p>
        </p:txBody>
      </p:sp>
      <p:sp>
        <p:nvSpPr>
          <p:cNvPr id="416" name="Google Shape;416;p50"/>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Étude de cas : Rédaction d’alternatives pour  1000 gifs animés fréquemment utilisés / </a:t>
            </a:r>
            <a:r>
              <a:rPr lang="fr" u="sng">
                <a:solidFill>
                  <a:schemeClr val="hlink"/>
                </a:solidFill>
                <a:hlinkClick r:id="rId3"/>
              </a:rPr>
              <a:t>https://www.scribelytribe.com/case-studies/giphy</a:t>
            </a:r>
            <a:endParaRPr/>
          </a:p>
        </p:txBody>
      </p:sp>
      <p:sp>
        <p:nvSpPr>
          <p:cNvPr id="417" name="Google Shape;417;p50"/>
          <p:cNvSpPr txBox="1"/>
          <p:nvPr>
            <p:ph idx="1" type="body"/>
          </p:nvPr>
        </p:nvSpPr>
        <p:spPr>
          <a:xfrm>
            <a:off x="4882500" y="747900"/>
            <a:ext cx="3942300" cy="407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fr"/>
              <a:t>Difficulté de </a:t>
            </a:r>
            <a:r>
              <a:rPr b="1" lang="fr"/>
              <a:t>perception</a:t>
            </a:r>
            <a:r>
              <a:rPr lang="fr"/>
              <a:t> pour les personnes utilisant une synthèse vocale.</a:t>
            </a:r>
            <a:endParaRPr/>
          </a:p>
          <a:p>
            <a:pPr indent="0" lvl="0" marL="0" rtl="0" algn="l">
              <a:spcBef>
                <a:spcPts val="1200"/>
              </a:spcBef>
              <a:spcAft>
                <a:spcPts val="1200"/>
              </a:spcAft>
              <a:buNone/>
            </a:pPr>
            <a:r>
              <a:rPr i="1" lang="fr">
                <a:solidFill>
                  <a:schemeClr val="lt2"/>
                </a:solidFill>
              </a:rPr>
              <a:t>Actuellement, peu de réseaux permettent de renseigner des alternatives aux GIF. </a:t>
            </a:r>
            <a:endParaRPr i="1">
              <a:solidFill>
                <a:schemeClr val="lt2"/>
              </a:solidFill>
            </a:endParaRPr>
          </a:p>
        </p:txBody>
      </p:sp>
      <p:sp>
        <p:nvSpPr>
          <p:cNvPr id="418" name="Google Shape;418;p50"/>
          <p:cNvSpPr/>
          <p:nvPr/>
        </p:nvSpPr>
        <p:spPr>
          <a:xfrm>
            <a:off x="310500" y="3044425"/>
            <a:ext cx="8523900" cy="1302600"/>
          </a:xfrm>
          <a:prstGeom prst="rect">
            <a:avLst/>
          </a:prstGeom>
          <a:solidFill>
            <a:srgbClr val="FFF8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indent="0" lvl="0" marL="0" rtl="0" algn="l">
              <a:spcBef>
                <a:spcPts val="1000"/>
              </a:spcBef>
              <a:spcAft>
                <a:spcPts val="1000"/>
              </a:spcAft>
              <a:buNone/>
            </a:pPr>
            <a:r>
              <a:rPr lang="fr">
                <a:solidFill>
                  <a:schemeClr val="dk1"/>
                </a:solidFill>
                <a:latin typeface="Outfit"/>
                <a:ea typeface="Outfit"/>
                <a:cs typeface="Outfit"/>
                <a:sym typeface="Outfit"/>
              </a:rPr>
              <a:t>Éviter les gifs animés !</a:t>
            </a:r>
            <a:endParaRPr>
              <a:solidFill>
                <a:schemeClr val="dk1"/>
              </a:solidFill>
              <a:latin typeface="Outfit"/>
              <a:ea typeface="Outfit"/>
              <a:cs typeface="Outfit"/>
              <a:sym typeface="Outfi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1"/>
          <p:cNvSpPr txBox="1"/>
          <p:nvPr>
            <p:ph type="title"/>
          </p:nvPr>
        </p:nvSpPr>
        <p:spPr>
          <a:xfrm>
            <a:off x="729000" y="1612800"/>
            <a:ext cx="7758600" cy="738900"/>
          </a:xfrm>
          <a:prstGeom prst="rect">
            <a:avLst/>
          </a:prstGeom>
        </p:spPr>
        <p:txBody>
          <a:bodyPr anchorCtr="0" anchor="t" bIns="91425" lIns="0" spcFirstLastPara="1" rIns="0" wrap="square" tIns="91425">
            <a:spAutoFit/>
          </a:bodyPr>
          <a:lstStyle/>
          <a:p>
            <a:pPr indent="0" lvl="0" marL="0" rtl="0" algn="l">
              <a:spcBef>
                <a:spcPts val="0"/>
              </a:spcBef>
              <a:spcAft>
                <a:spcPts val="0"/>
              </a:spcAft>
              <a:buNone/>
            </a:pPr>
            <a:r>
              <a:rPr lang="fr" sz="3600"/>
              <a:t>Les vidéos, audios et podcasts</a:t>
            </a:r>
            <a:endParaRPr sz="3600"/>
          </a:p>
        </p:txBody>
      </p:sp>
      <p:sp>
        <p:nvSpPr>
          <p:cNvPr id="424" name="Google Shape;424;p51"/>
          <p:cNvSpPr txBox="1"/>
          <p:nvPr/>
        </p:nvSpPr>
        <p:spPr>
          <a:xfrm>
            <a:off x="706525" y="2628275"/>
            <a:ext cx="4719600" cy="744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rgbClr val="0063CB"/>
              </a:buClr>
              <a:buSzPts val="1400"/>
              <a:buFont typeface="Outfit"/>
              <a:buChar char="➔"/>
            </a:pPr>
            <a:r>
              <a:rPr lang="fr">
                <a:solidFill>
                  <a:schemeClr val="accent3"/>
                </a:solidFill>
                <a:latin typeface="Outfit"/>
                <a:ea typeface="Outfit"/>
                <a:cs typeface="Outfit"/>
                <a:sym typeface="Outfit"/>
              </a:rPr>
              <a:t>T</a:t>
            </a:r>
            <a:r>
              <a:rPr lang="fr">
                <a:solidFill>
                  <a:schemeClr val="accent3"/>
                </a:solidFill>
                <a:latin typeface="Outfit"/>
                <a:ea typeface="Outfit"/>
                <a:cs typeface="Outfit"/>
                <a:sym typeface="Outfit"/>
              </a:rPr>
              <a:t>ranscriptions</a:t>
            </a:r>
            <a:endParaRPr>
              <a:solidFill>
                <a:schemeClr val="accent3"/>
              </a:solidFill>
              <a:latin typeface="Outfit"/>
              <a:ea typeface="Outfit"/>
              <a:cs typeface="Outfit"/>
              <a:sym typeface="Outfit"/>
            </a:endParaRPr>
          </a:p>
          <a:p>
            <a:pPr indent="-317500" lvl="0" marL="457200" rtl="0" algn="l">
              <a:spcBef>
                <a:spcPts val="1000"/>
              </a:spcBef>
              <a:spcAft>
                <a:spcPts val="1000"/>
              </a:spcAft>
              <a:buClr>
                <a:srgbClr val="0063CB"/>
              </a:buClr>
              <a:buSzPts val="1400"/>
              <a:buFont typeface="Outfit"/>
              <a:buChar char="➔"/>
            </a:pPr>
            <a:r>
              <a:rPr lang="fr">
                <a:solidFill>
                  <a:schemeClr val="accent3"/>
                </a:solidFill>
                <a:latin typeface="Outfit"/>
                <a:ea typeface="Outfit"/>
                <a:cs typeface="Outfit"/>
                <a:sym typeface="Outfit"/>
              </a:rPr>
              <a:t>Sous-titres</a:t>
            </a:r>
            <a:endParaRPr>
              <a:solidFill>
                <a:schemeClr val="accent3"/>
              </a:solidFill>
              <a:latin typeface="Outfit"/>
              <a:ea typeface="Outfit"/>
              <a:cs typeface="Outfit"/>
              <a:sym typeface="Outfi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2"/>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Vidéos</a:t>
            </a:r>
            <a:endParaRPr/>
          </a:p>
        </p:txBody>
      </p:sp>
      <p:sp>
        <p:nvSpPr>
          <p:cNvPr id="430" name="Google Shape;430;p52"/>
          <p:cNvSpPr txBox="1"/>
          <p:nvPr>
            <p:ph idx="1" type="body"/>
          </p:nvPr>
        </p:nvSpPr>
        <p:spPr>
          <a:xfrm>
            <a:off x="310500" y="747900"/>
            <a:ext cx="3779400" cy="407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fr"/>
              <a:t>🚨 </a:t>
            </a:r>
            <a:r>
              <a:rPr lang="fr"/>
              <a:t>Elles doivent être</a:t>
            </a:r>
            <a:r>
              <a:rPr lang="fr"/>
              <a:t> </a:t>
            </a:r>
            <a:r>
              <a:rPr b="1" lang="fr"/>
              <a:t>consultables sans le son</a:t>
            </a:r>
            <a:r>
              <a:rPr lang="fr"/>
              <a:t> : </a:t>
            </a:r>
            <a:endParaRPr/>
          </a:p>
          <a:p>
            <a:pPr indent="-317500" lvl="0" marL="457200" rtl="0" algn="l">
              <a:spcBef>
                <a:spcPts val="1200"/>
              </a:spcBef>
              <a:spcAft>
                <a:spcPts val="0"/>
              </a:spcAft>
              <a:buClr>
                <a:schemeClr val="accent6"/>
              </a:buClr>
              <a:buSzPts val="1400"/>
              <a:buChar char="➔"/>
            </a:pPr>
            <a:r>
              <a:rPr lang="fr"/>
              <a:t>pour être accessibles aux personnes sourdes et malentendantes</a:t>
            </a:r>
            <a:endParaRPr/>
          </a:p>
          <a:p>
            <a:pPr indent="-317500" lvl="0" marL="457200" rtl="0" algn="l">
              <a:spcBef>
                <a:spcPts val="1000"/>
              </a:spcBef>
              <a:spcAft>
                <a:spcPts val="0"/>
              </a:spcAft>
              <a:buClr>
                <a:schemeClr val="accent6"/>
              </a:buClr>
              <a:buSzPts val="1400"/>
              <a:buChar char="➔"/>
            </a:pPr>
            <a:r>
              <a:rPr lang="fr"/>
              <a:t>car une grande partie de votre public consultera vos comptes sur un mobile, souvent en mode silencieux. </a:t>
            </a:r>
            <a:endParaRPr/>
          </a:p>
        </p:txBody>
      </p:sp>
      <p:sp>
        <p:nvSpPr>
          <p:cNvPr id="431" name="Google Shape;431;p52"/>
          <p:cNvSpPr/>
          <p:nvPr/>
        </p:nvSpPr>
        <p:spPr>
          <a:xfrm>
            <a:off x="310500" y="3044425"/>
            <a:ext cx="3779400" cy="1302600"/>
          </a:xfrm>
          <a:prstGeom prst="rect">
            <a:avLst/>
          </a:prstGeom>
          <a:solidFill>
            <a:srgbClr val="FFF8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indent="0" lvl="0" marL="0" rtl="0" algn="l">
              <a:spcBef>
                <a:spcPts val="1000"/>
              </a:spcBef>
              <a:spcAft>
                <a:spcPts val="1000"/>
              </a:spcAft>
              <a:buNone/>
            </a:pPr>
            <a:r>
              <a:rPr lang="fr">
                <a:solidFill>
                  <a:schemeClr val="dk1"/>
                </a:solidFill>
                <a:latin typeface="Outfit"/>
                <a:ea typeface="Outfit"/>
                <a:cs typeface="Outfit"/>
                <a:sym typeface="Outfit"/>
              </a:rPr>
              <a:t>Inclure des sous-titres (de taille suffisante) pour chacune de vos vidéos.</a:t>
            </a:r>
            <a:endParaRPr>
              <a:solidFill>
                <a:schemeClr val="dk1"/>
              </a:solidFill>
              <a:latin typeface="Outfit"/>
              <a:ea typeface="Outfit"/>
              <a:cs typeface="Outfit"/>
              <a:sym typeface="Outfit"/>
            </a:endParaRPr>
          </a:p>
        </p:txBody>
      </p:sp>
      <p:pic>
        <p:nvPicPr>
          <p:cNvPr id="432" name="Google Shape;432;p52"/>
          <p:cNvPicPr preferRelativeResize="0"/>
          <p:nvPr/>
        </p:nvPicPr>
        <p:blipFill>
          <a:blip r:embed="rId3">
            <a:alphaModFix/>
          </a:blip>
          <a:stretch>
            <a:fillRect/>
          </a:stretch>
        </p:blipFill>
        <p:spPr>
          <a:xfrm>
            <a:off x="4341210" y="605925"/>
            <a:ext cx="4696565" cy="3741100"/>
          </a:xfrm>
          <a:prstGeom prst="rect">
            <a:avLst/>
          </a:prstGeom>
          <a:noFill/>
          <a:ln>
            <a:noFill/>
          </a:ln>
        </p:spPr>
      </p:pic>
      <p:sp>
        <p:nvSpPr>
          <p:cNvPr id="433" name="Google Shape;433;p52"/>
          <p:cNvSpPr txBox="1"/>
          <p:nvPr>
            <p:ph idx="2" type="body"/>
          </p:nvPr>
        </p:nvSpPr>
        <p:spPr>
          <a:xfrm>
            <a:off x="4341200" y="4411050"/>
            <a:ext cx="4696500" cy="253500"/>
          </a:xfrm>
          <a:prstGeom prst="rect">
            <a:avLst/>
          </a:prstGeom>
        </p:spPr>
        <p:txBody>
          <a:bodyPr anchorCtr="0" anchor="t" bIns="172800" lIns="0" spcFirstLastPara="1" rIns="0" wrap="square" tIns="0">
            <a:noAutofit/>
          </a:bodyPr>
          <a:lstStyle/>
          <a:p>
            <a:pPr indent="0" lvl="0" marL="0" rtl="0" algn="l">
              <a:spcBef>
                <a:spcPts val="0"/>
              </a:spcBef>
              <a:spcAft>
                <a:spcPts val="0"/>
              </a:spcAft>
              <a:buNone/>
            </a:pPr>
            <a:r>
              <a:rPr lang="fr"/>
              <a:t>Cette vidéo est sous-titrée. Une retranscription est m</a:t>
            </a:r>
            <a:r>
              <a:rPr lang="fr"/>
              <a:t>ême proposée dans le corps du post.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3"/>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Podcasts</a:t>
            </a:r>
            <a:endParaRPr/>
          </a:p>
        </p:txBody>
      </p:sp>
      <p:sp>
        <p:nvSpPr>
          <p:cNvPr id="439" name="Google Shape;439;p53"/>
          <p:cNvSpPr txBox="1"/>
          <p:nvPr>
            <p:ph idx="1" type="body"/>
          </p:nvPr>
        </p:nvSpPr>
        <p:spPr>
          <a:xfrm>
            <a:off x="310500" y="747900"/>
            <a:ext cx="3298800" cy="407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fr"/>
              <a:t> </a:t>
            </a:r>
            <a:endParaRPr/>
          </a:p>
          <a:p>
            <a:pPr indent="0" lvl="0" marL="0" rtl="0" algn="l">
              <a:spcBef>
                <a:spcPts val="1200"/>
              </a:spcBef>
              <a:spcAft>
                <a:spcPts val="0"/>
              </a:spcAft>
              <a:buNone/>
            </a:pPr>
            <a:r>
              <a:rPr b="1" lang="fr"/>
              <a:t>Proposez une transcription</a:t>
            </a:r>
            <a:endParaRPr b="1"/>
          </a:p>
          <a:p>
            <a:pPr indent="-317500" lvl="0" marL="457200" rtl="0" algn="l">
              <a:spcBef>
                <a:spcPts val="1000"/>
              </a:spcBef>
              <a:spcAft>
                <a:spcPts val="0"/>
              </a:spcAft>
              <a:buClr>
                <a:schemeClr val="accent6"/>
              </a:buClr>
              <a:buSzPts val="1400"/>
              <a:buChar char="➔"/>
            </a:pPr>
            <a:r>
              <a:rPr lang="fr"/>
              <a:t>hébergée sur votre site</a:t>
            </a:r>
            <a:endParaRPr/>
          </a:p>
          <a:p>
            <a:pPr indent="-317500" lvl="0" marL="457200" rtl="0" algn="l">
              <a:spcBef>
                <a:spcPts val="1000"/>
              </a:spcBef>
              <a:spcAft>
                <a:spcPts val="0"/>
              </a:spcAft>
              <a:buClr>
                <a:schemeClr val="accent6"/>
              </a:buClr>
              <a:buSzPts val="1400"/>
              <a:buChar char="➔"/>
            </a:pPr>
            <a:r>
              <a:rPr lang="fr"/>
              <a:t>via  votre flux RSS de podcasts</a:t>
            </a:r>
            <a:endParaRPr/>
          </a:p>
          <a:p>
            <a:pPr indent="0" lvl="0" marL="457200" rtl="0" algn="l">
              <a:spcBef>
                <a:spcPts val="1000"/>
              </a:spcBef>
              <a:spcAft>
                <a:spcPts val="0"/>
              </a:spcAft>
              <a:buNone/>
            </a:pPr>
            <a:r>
              <a:rPr lang="fr" sz="1000">
                <a:solidFill>
                  <a:schemeClr val="lt2"/>
                </a:solidFill>
              </a:rPr>
              <a:t>Pris en charge par Apple Podcast par exemple</a:t>
            </a:r>
            <a:endParaRPr sz="1000">
              <a:solidFill>
                <a:schemeClr val="lt2"/>
              </a:solidFill>
            </a:endParaRPr>
          </a:p>
          <a:p>
            <a:pPr indent="0" lvl="0" marL="457200" rtl="0" algn="l">
              <a:spcBef>
                <a:spcPts val="1200"/>
              </a:spcBef>
              <a:spcAft>
                <a:spcPts val="0"/>
              </a:spcAft>
              <a:buNone/>
            </a:pPr>
            <a:r>
              <a:rPr lang="fr" sz="1000">
                <a:solidFill>
                  <a:schemeClr val="lt2"/>
                </a:solidFill>
              </a:rPr>
              <a:t>Transcription automatique modifiable sur Ausha</a:t>
            </a:r>
            <a:endParaRPr sz="1000">
              <a:solidFill>
                <a:schemeClr val="lt2"/>
              </a:solidFill>
            </a:endParaRPr>
          </a:p>
          <a:p>
            <a:pPr indent="0" lvl="0" marL="0" rtl="0" algn="l">
              <a:spcBef>
                <a:spcPts val="1200"/>
              </a:spcBef>
              <a:spcAft>
                <a:spcPts val="1200"/>
              </a:spcAft>
              <a:buNone/>
            </a:pPr>
            <a:r>
              <a:t/>
            </a:r>
            <a:endParaRPr sz="1000">
              <a:solidFill>
                <a:schemeClr val="lt2"/>
              </a:solidFill>
            </a:endParaRPr>
          </a:p>
        </p:txBody>
      </p:sp>
      <p:sp>
        <p:nvSpPr>
          <p:cNvPr id="440" name="Google Shape;440;p53"/>
          <p:cNvSpPr txBox="1"/>
          <p:nvPr>
            <p:ph idx="2" type="body"/>
          </p:nvPr>
        </p:nvSpPr>
        <p:spPr>
          <a:xfrm>
            <a:off x="3921313" y="4462625"/>
            <a:ext cx="19857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Exemple de transcription hébergée par le projet</a:t>
            </a:r>
            <a:endParaRPr/>
          </a:p>
        </p:txBody>
      </p:sp>
      <p:pic>
        <p:nvPicPr>
          <p:cNvPr id="441" name="Google Shape;441;p53"/>
          <p:cNvPicPr preferRelativeResize="0"/>
          <p:nvPr/>
        </p:nvPicPr>
        <p:blipFill>
          <a:blip r:embed="rId3">
            <a:alphaModFix/>
          </a:blip>
          <a:stretch>
            <a:fillRect/>
          </a:stretch>
        </p:blipFill>
        <p:spPr>
          <a:xfrm>
            <a:off x="3921325" y="511100"/>
            <a:ext cx="1985686" cy="3811604"/>
          </a:xfrm>
          <a:prstGeom prst="rect">
            <a:avLst/>
          </a:prstGeom>
          <a:noFill/>
          <a:ln>
            <a:noFill/>
          </a:ln>
        </p:spPr>
      </p:pic>
      <p:pic>
        <p:nvPicPr>
          <p:cNvPr id="442" name="Google Shape;442;p53"/>
          <p:cNvPicPr preferRelativeResize="0"/>
          <p:nvPr/>
        </p:nvPicPr>
        <p:blipFill>
          <a:blip r:embed="rId4">
            <a:alphaModFix/>
          </a:blip>
          <a:stretch>
            <a:fillRect/>
          </a:stretch>
        </p:blipFill>
        <p:spPr>
          <a:xfrm>
            <a:off x="6156963" y="511100"/>
            <a:ext cx="2369070" cy="4205100"/>
          </a:xfrm>
          <a:prstGeom prst="rect">
            <a:avLst/>
          </a:prstGeom>
          <a:noFill/>
          <a:ln>
            <a:noFill/>
          </a:ln>
        </p:spPr>
      </p:pic>
      <p:sp>
        <p:nvSpPr>
          <p:cNvPr id="443" name="Google Shape;443;p53"/>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Source : Pourquoi et comment rendre accessible un podcast ? </a:t>
            </a:r>
            <a:r>
              <a:rPr lang="fr" u="sng">
                <a:solidFill>
                  <a:schemeClr val="hlink"/>
                </a:solidFill>
                <a:hlinkClick r:id="rId5"/>
              </a:rPr>
              <a:t>emmanuelle-aboaf.netlify.app/blog/article/pourquoi-et-comment-rendre-accessible-un-podcast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4"/>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À éviter : les sous-titres mots à mots</a:t>
            </a:r>
            <a:endParaRPr/>
          </a:p>
        </p:txBody>
      </p:sp>
      <p:sp>
        <p:nvSpPr>
          <p:cNvPr id="449" name="Google Shape;449;p54"/>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Les sous-titres mots à mots passent trop rapidement pour pouvoir </a:t>
            </a:r>
            <a:r>
              <a:rPr lang="fr"/>
              <a:t>être lus par tout le monde. Ils peuvent aussi déclencher des crises d’épilepsie.</a:t>
            </a:r>
            <a:endParaRPr/>
          </a:p>
        </p:txBody>
      </p:sp>
      <p:pic>
        <p:nvPicPr>
          <p:cNvPr id="450" name="Google Shape;450;p54"/>
          <p:cNvPicPr preferRelativeResize="0"/>
          <p:nvPr/>
        </p:nvPicPr>
        <p:blipFill>
          <a:blip r:embed="rId3">
            <a:alphaModFix/>
          </a:blip>
          <a:stretch>
            <a:fillRect/>
          </a:stretch>
        </p:blipFill>
        <p:spPr>
          <a:xfrm>
            <a:off x="310500" y="875170"/>
            <a:ext cx="2077460" cy="3690673"/>
          </a:xfrm>
          <a:prstGeom prst="rect">
            <a:avLst/>
          </a:prstGeom>
          <a:noFill/>
          <a:ln>
            <a:noFill/>
          </a:ln>
        </p:spPr>
      </p:pic>
      <p:pic>
        <p:nvPicPr>
          <p:cNvPr id="451" name="Google Shape;451;p54"/>
          <p:cNvPicPr preferRelativeResize="0"/>
          <p:nvPr/>
        </p:nvPicPr>
        <p:blipFill>
          <a:blip r:embed="rId4">
            <a:alphaModFix/>
          </a:blip>
          <a:stretch>
            <a:fillRect/>
          </a:stretch>
        </p:blipFill>
        <p:spPr>
          <a:xfrm>
            <a:off x="4608132" y="875158"/>
            <a:ext cx="2077460" cy="3690673"/>
          </a:xfrm>
          <a:prstGeom prst="rect">
            <a:avLst/>
          </a:prstGeom>
          <a:noFill/>
          <a:ln>
            <a:noFill/>
          </a:ln>
        </p:spPr>
      </p:pic>
      <p:pic>
        <p:nvPicPr>
          <p:cNvPr id="452" name="Google Shape;452;p54"/>
          <p:cNvPicPr preferRelativeResize="0"/>
          <p:nvPr/>
        </p:nvPicPr>
        <p:blipFill>
          <a:blip r:embed="rId5">
            <a:alphaModFix/>
          </a:blip>
          <a:stretch>
            <a:fillRect/>
          </a:stretch>
        </p:blipFill>
        <p:spPr>
          <a:xfrm>
            <a:off x="6756940" y="875170"/>
            <a:ext cx="2077460" cy="3690673"/>
          </a:xfrm>
          <a:prstGeom prst="rect">
            <a:avLst/>
          </a:prstGeom>
          <a:noFill/>
          <a:ln>
            <a:noFill/>
          </a:ln>
        </p:spPr>
      </p:pic>
      <p:pic>
        <p:nvPicPr>
          <p:cNvPr id="453" name="Google Shape;453;p54"/>
          <p:cNvPicPr preferRelativeResize="0"/>
          <p:nvPr/>
        </p:nvPicPr>
        <p:blipFill>
          <a:blip r:embed="rId6">
            <a:alphaModFix/>
          </a:blip>
          <a:stretch>
            <a:fillRect/>
          </a:stretch>
        </p:blipFill>
        <p:spPr>
          <a:xfrm>
            <a:off x="2459321" y="875170"/>
            <a:ext cx="2077460" cy="369067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5"/>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À éviter : les sous-titres illisibles</a:t>
            </a:r>
            <a:endParaRPr/>
          </a:p>
        </p:txBody>
      </p:sp>
      <p:sp>
        <p:nvSpPr>
          <p:cNvPr id="459" name="Google Shape;459;p55"/>
          <p:cNvSpPr txBox="1"/>
          <p:nvPr>
            <p:ph idx="2" type="body"/>
          </p:nvPr>
        </p:nvSpPr>
        <p:spPr>
          <a:xfrm>
            <a:off x="310500" y="3584150"/>
            <a:ext cx="19863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Nope</a:t>
            </a:r>
            <a:endParaRPr/>
          </a:p>
        </p:txBody>
      </p:sp>
      <p:pic>
        <p:nvPicPr>
          <p:cNvPr id="460" name="Google Shape;460;p55"/>
          <p:cNvPicPr preferRelativeResize="0"/>
          <p:nvPr/>
        </p:nvPicPr>
        <p:blipFill>
          <a:blip r:embed="rId3">
            <a:alphaModFix/>
          </a:blip>
          <a:stretch>
            <a:fillRect/>
          </a:stretch>
        </p:blipFill>
        <p:spPr>
          <a:xfrm>
            <a:off x="310499" y="1299350"/>
            <a:ext cx="2397725" cy="2284800"/>
          </a:xfrm>
          <a:prstGeom prst="rect">
            <a:avLst/>
          </a:prstGeom>
          <a:noFill/>
          <a:ln>
            <a:noFill/>
          </a:ln>
        </p:spPr>
      </p:pic>
      <p:pic>
        <p:nvPicPr>
          <p:cNvPr id="461" name="Google Shape;461;p55"/>
          <p:cNvPicPr preferRelativeResize="0"/>
          <p:nvPr/>
        </p:nvPicPr>
        <p:blipFill>
          <a:blip r:embed="rId4">
            <a:alphaModFix/>
          </a:blip>
          <a:stretch>
            <a:fillRect/>
          </a:stretch>
        </p:blipFill>
        <p:spPr>
          <a:xfrm>
            <a:off x="3300925" y="1216513"/>
            <a:ext cx="2441200" cy="2450482"/>
          </a:xfrm>
          <a:prstGeom prst="rect">
            <a:avLst/>
          </a:prstGeom>
          <a:noFill/>
          <a:ln>
            <a:noFill/>
          </a:ln>
        </p:spPr>
      </p:pic>
      <p:sp>
        <p:nvSpPr>
          <p:cNvPr id="462" name="Google Shape;462;p55"/>
          <p:cNvSpPr txBox="1"/>
          <p:nvPr>
            <p:ph idx="2" type="body"/>
          </p:nvPr>
        </p:nvSpPr>
        <p:spPr>
          <a:xfrm>
            <a:off x="3300925" y="3667000"/>
            <a:ext cx="19863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Oui, avec un fond</a:t>
            </a:r>
            <a:endParaRPr/>
          </a:p>
        </p:txBody>
      </p:sp>
      <p:pic>
        <p:nvPicPr>
          <p:cNvPr id="463" name="Google Shape;463;p55"/>
          <p:cNvPicPr preferRelativeResize="0"/>
          <p:nvPr/>
        </p:nvPicPr>
        <p:blipFill>
          <a:blip r:embed="rId5">
            <a:alphaModFix/>
          </a:blip>
          <a:stretch>
            <a:fillRect/>
          </a:stretch>
        </p:blipFill>
        <p:spPr>
          <a:xfrm>
            <a:off x="6334825" y="261150"/>
            <a:ext cx="2367023" cy="4205102"/>
          </a:xfrm>
          <a:prstGeom prst="rect">
            <a:avLst/>
          </a:prstGeom>
          <a:noFill/>
          <a:ln>
            <a:noFill/>
          </a:ln>
        </p:spPr>
      </p:pic>
      <p:sp>
        <p:nvSpPr>
          <p:cNvPr id="464" name="Google Shape;464;p55"/>
          <p:cNvSpPr txBox="1"/>
          <p:nvPr>
            <p:ph idx="2" type="body"/>
          </p:nvPr>
        </p:nvSpPr>
        <p:spPr>
          <a:xfrm>
            <a:off x="6334825" y="4466250"/>
            <a:ext cx="19863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a:t>Oui, avec une bordure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6"/>
          <p:cNvSpPr txBox="1"/>
          <p:nvPr>
            <p:ph type="title"/>
          </p:nvPr>
        </p:nvSpPr>
        <p:spPr>
          <a:xfrm>
            <a:off x="310500" y="310500"/>
            <a:ext cx="85239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Sous-titres : quelques ressources</a:t>
            </a:r>
            <a:endParaRPr/>
          </a:p>
        </p:txBody>
      </p:sp>
      <p:sp>
        <p:nvSpPr>
          <p:cNvPr id="470" name="Google Shape;470;p56"/>
          <p:cNvSpPr txBox="1"/>
          <p:nvPr>
            <p:ph idx="1" type="body"/>
          </p:nvPr>
        </p:nvSpPr>
        <p:spPr>
          <a:xfrm>
            <a:off x="310500" y="747900"/>
            <a:ext cx="8523900" cy="407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fr"/>
              <a:t>Toutes les vidéos doivent avoir des sous-titres et si possible une transcription.</a:t>
            </a:r>
            <a:endParaRPr/>
          </a:p>
          <a:p>
            <a:pPr indent="-317500" lvl="0" marL="457200" rtl="0" algn="l">
              <a:spcBef>
                <a:spcPts val="1200"/>
              </a:spcBef>
              <a:spcAft>
                <a:spcPts val="0"/>
              </a:spcAft>
              <a:buClr>
                <a:schemeClr val="accent6"/>
              </a:buClr>
              <a:buSzPts val="1400"/>
              <a:buChar char="➔"/>
            </a:pPr>
            <a:r>
              <a:rPr lang="fr"/>
              <a:t>YouTube permet de générer automatiquement des sous-titres. Vous pouvez télécharger le .srt via YouTube.</a:t>
            </a:r>
            <a:endParaRPr/>
          </a:p>
          <a:p>
            <a:pPr indent="-317500" lvl="0" marL="457200" rtl="0" algn="l">
              <a:spcBef>
                <a:spcPts val="1000"/>
              </a:spcBef>
              <a:spcAft>
                <a:spcPts val="0"/>
              </a:spcAft>
              <a:buClr>
                <a:schemeClr val="accent6"/>
              </a:buClr>
              <a:buSzPts val="1400"/>
              <a:buChar char="➔"/>
            </a:pPr>
            <a:r>
              <a:rPr lang="fr"/>
              <a:t>Pour les réseaux sociaux ne générant pas de sous-titres automatiques, il existe des outils comme MixCaptions (AppStore) ou AutoCap (GooglePlay).</a:t>
            </a:r>
            <a:endParaRPr/>
          </a:p>
          <a:p>
            <a:pPr indent="0" lvl="0" marL="0" rtl="0" algn="l">
              <a:spcBef>
                <a:spcPts val="1200"/>
              </a:spcBef>
              <a:spcAft>
                <a:spcPts val="0"/>
              </a:spcAft>
              <a:buNone/>
            </a:pPr>
            <a:r>
              <a:rPr i="1" lang="fr">
                <a:solidFill>
                  <a:schemeClr val="lt2"/>
                </a:solidFill>
              </a:rPr>
              <a:t>⚠️ Il faut toujours vérifier / corriger les sous-titres automatiques. </a:t>
            </a:r>
            <a:endParaRPr i="1">
              <a:solidFill>
                <a:schemeClr val="lt2"/>
              </a:solidFill>
            </a:endParaRPr>
          </a:p>
          <a:p>
            <a:pPr indent="0" lvl="0" marL="0" rtl="0" algn="l">
              <a:spcBef>
                <a:spcPts val="1200"/>
              </a:spcBef>
              <a:spcAft>
                <a:spcPts val="0"/>
              </a:spcAft>
              <a:buNone/>
            </a:pPr>
            <a:r>
              <a:t/>
            </a:r>
            <a:endParaRPr/>
          </a:p>
          <a:p>
            <a:pPr indent="-317500" lvl="0" marL="457200" rtl="0" algn="l">
              <a:spcBef>
                <a:spcPts val="1000"/>
              </a:spcBef>
              <a:spcAft>
                <a:spcPts val="0"/>
              </a:spcAft>
              <a:buClr>
                <a:schemeClr val="accent6"/>
              </a:buClr>
              <a:buSzPts val="1400"/>
              <a:buChar char="➔"/>
            </a:pPr>
            <a:r>
              <a:rPr lang="fr"/>
              <a:t>D’autres ressources chez Emmanuelle Aboaf</a:t>
            </a:r>
            <a:endParaRPr/>
          </a:p>
          <a:p>
            <a:pPr indent="-304800" lvl="1" marL="914400" rtl="0" algn="l">
              <a:spcBef>
                <a:spcPts val="1000"/>
              </a:spcBef>
              <a:spcAft>
                <a:spcPts val="0"/>
              </a:spcAft>
              <a:buSzPts val="1200"/>
              <a:buChar char="◆"/>
            </a:pPr>
            <a:r>
              <a:rPr lang="fr" u="sng">
                <a:solidFill>
                  <a:schemeClr val="hlink"/>
                </a:solidFill>
                <a:hlinkClick r:id="rId3"/>
              </a:rPr>
              <a:t>Comment continuer à bien sous-titrer vos vidéos ?</a:t>
            </a:r>
            <a:endParaRPr/>
          </a:p>
          <a:p>
            <a:pPr indent="-304800" lvl="1" marL="914400" rtl="0" algn="l">
              <a:spcBef>
                <a:spcPts val="1000"/>
              </a:spcBef>
              <a:spcAft>
                <a:spcPts val="1000"/>
              </a:spcAft>
              <a:buSzPts val="1200"/>
              <a:buChar char="◆"/>
            </a:pPr>
            <a:r>
              <a:rPr lang="fr" u="sng">
                <a:solidFill>
                  <a:schemeClr val="hlink"/>
                </a:solidFill>
                <a:hlinkClick r:id="rId4"/>
              </a:rPr>
              <a:t>Comment sous-titrer vos vidéos et vos podcasts et avec quels outils ?</a:t>
            </a:r>
            <a:endParaRPr i="1">
              <a:solidFill>
                <a:schemeClr val="lt2"/>
              </a:solidFill>
            </a:endParaRPr>
          </a:p>
        </p:txBody>
      </p:sp>
      <p:sp>
        <p:nvSpPr>
          <p:cNvPr id="471" name="Google Shape;471;p56"/>
          <p:cNvSpPr txBox="1"/>
          <p:nvPr>
            <p:ph idx="2" type="body"/>
          </p:nvPr>
        </p:nvSpPr>
        <p:spPr>
          <a:xfrm>
            <a:off x="310500" y="4750006"/>
            <a:ext cx="85239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7"/>
          <p:cNvSpPr txBox="1"/>
          <p:nvPr>
            <p:ph type="title"/>
          </p:nvPr>
        </p:nvSpPr>
        <p:spPr>
          <a:xfrm>
            <a:off x="729000" y="1612800"/>
            <a:ext cx="7758600" cy="738900"/>
          </a:xfrm>
          <a:prstGeom prst="rect">
            <a:avLst/>
          </a:prstGeom>
        </p:spPr>
        <p:txBody>
          <a:bodyPr anchorCtr="0" anchor="t" bIns="91425" lIns="0" spcFirstLastPara="1" rIns="0" wrap="square" tIns="91425">
            <a:spAutoFit/>
          </a:bodyPr>
          <a:lstStyle/>
          <a:p>
            <a:pPr indent="0" lvl="0" marL="0" rtl="0" algn="l">
              <a:spcBef>
                <a:spcPts val="0"/>
              </a:spcBef>
              <a:spcAft>
                <a:spcPts val="0"/>
              </a:spcAft>
              <a:buNone/>
            </a:pPr>
            <a:r>
              <a:rPr lang="fr" sz="3600"/>
              <a:t>En résumé</a:t>
            </a:r>
            <a:endParaRPr sz="3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8"/>
          <p:cNvSpPr txBox="1"/>
          <p:nvPr>
            <p:ph type="title"/>
          </p:nvPr>
        </p:nvSpPr>
        <p:spPr>
          <a:xfrm>
            <a:off x="311700" y="445025"/>
            <a:ext cx="8520600" cy="323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fr"/>
              <a:t>Ce qu’il faut retenir</a:t>
            </a:r>
            <a:endParaRPr/>
          </a:p>
        </p:txBody>
      </p:sp>
      <p:sp>
        <p:nvSpPr>
          <p:cNvPr id="482" name="Google Shape;482;p58"/>
          <p:cNvSpPr txBox="1"/>
          <p:nvPr>
            <p:ph idx="1" type="body"/>
          </p:nvPr>
        </p:nvSpPr>
        <p:spPr>
          <a:xfrm>
            <a:off x="311700" y="1152475"/>
            <a:ext cx="7705200" cy="3416400"/>
          </a:xfrm>
          <a:prstGeom prst="rect">
            <a:avLst/>
          </a:prstGeom>
        </p:spPr>
        <p:txBody>
          <a:bodyPr anchorCtr="0" anchor="t" bIns="0" lIns="0" spcFirstLastPara="1" rIns="0" wrap="square" tIns="0">
            <a:normAutofit/>
          </a:bodyPr>
          <a:lstStyle/>
          <a:p>
            <a:pPr indent="-317500" lvl="0" marL="457200" rtl="0" algn="l">
              <a:lnSpc>
                <a:spcPct val="100000"/>
              </a:lnSpc>
              <a:spcBef>
                <a:spcPts val="0"/>
              </a:spcBef>
              <a:spcAft>
                <a:spcPts val="0"/>
              </a:spcAft>
              <a:buClr>
                <a:schemeClr val="accent6"/>
              </a:buClr>
              <a:buSzPts val="1400"/>
              <a:buChar char="➔"/>
            </a:pPr>
            <a:r>
              <a:rPr b="1" lang="fr"/>
              <a:t>Apprendre à utiliser vos plateformes de réseaux sociaux</a:t>
            </a:r>
            <a:endParaRPr b="1"/>
          </a:p>
          <a:p>
            <a:pPr indent="457200" lvl="0" marL="0" rtl="0" algn="l">
              <a:spcBef>
                <a:spcPts val="1000"/>
              </a:spcBef>
              <a:spcAft>
                <a:spcPts val="0"/>
              </a:spcAft>
              <a:buNone/>
            </a:pPr>
            <a:r>
              <a:rPr lang="fr">
                <a:solidFill>
                  <a:schemeClr val="lt2"/>
                </a:solidFill>
              </a:rPr>
              <a:t>Linkedin, Mastodon, X/Twitter… </a:t>
            </a:r>
            <a:endParaRPr>
              <a:solidFill>
                <a:schemeClr val="lt2"/>
              </a:solidFill>
            </a:endParaRPr>
          </a:p>
          <a:p>
            <a:pPr indent="457200" lvl="0" marL="0" rtl="0" algn="l">
              <a:spcBef>
                <a:spcPts val="0"/>
              </a:spcBef>
              <a:spcAft>
                <a:spcPts val="0"/>
              </a:spcAft>
              <a:buNone/>
            </a:pPr>
            <a:r>
              <a:rPr lang="fr">
                <a:solidFill>
                  <a:schemeClr val="lt2"/>
                </a:solidFill>
              </a:rPr>
              <a:t>Voir par exemple </a:t>
            </a:r>
            <a:r>
              <a:rPr lang="fr">
                <a:solidFill>
                  <a:schemeClr val="lt2"/>
                </a:solidFill>
              </a:rPr>
              <a:t>access42.net/images-accessibles-reseaux-sociaux</a:t>
            </a:r>
            <a:endParaRPr>
              <a:solidFill>
                <a:schemeClr val="lt2"/>
              </a:solidFill>
            </a:endParaRPr>
          </a:p>
          <a:p>
            <a:pPr indent="-317500" lvl="0" marL="457200" rtl="0" algn="l">
              <a:lnSpc>
                <a:spcPct val="115000"/>
              </a:lnSpc>
              <a:spcBef>
                <a:spcPts val="1000"/>
              </a:spcBef>
              <a:spcAft>
                <a:spcPts val="0"/>
              </a:spcAft>
              <a:buClr>
                <a:schemeClr val="accent6"/>
              </a:buClr>
              <a:buSzPts val="1400"/>
              <a:buChar char="➔"/>
            </a:pPr>
            <a:r>
              <a:rPr b="1" lang="fr"/>
              <a:t>Mettre en place des bonnes pratiques de communication</a:t>
            </a:r>
            <a:endParaRPr b="1"/>
          </a:p>
          <a:p>
            <a:pPr indent="457200" lvl="0" marL="0" rtl="0" algn="l">
              <a:spcBef>
                <a:spcPts val="0"/>
              </a:spcBef>
              <a:spcAft>
                <a:spcPts val="0"/>
              </a:spcAft>
              <a:buNone/>
            </a:pPr>
            <a:r>
              <a:rPr lang="fr">
                <a:solidFill>
                  <a:schemeClr val="lt2"/>
                </a:solidFill>
              </a:rPr>
              <a:t>Limiter les émojis</a:t>
            </a:r>
            <a:endParaRPr>
              <a:solidFill>
                <a:schemeClr val="lt2"/>
              </a:solidFill>
            </a:endParaRPr>
          </a:p>
          <a:p>
            <a:pPr indent="457200" lvl="0" marL="0" rtl="0" algn="l">
              <a:spcBef>
                <a:spcPts val="0"/>
              </a:spcBef>
              <a:spcAft>
                <a:spcPts val="0"/>
              </a:spcAft>
              <a:buNone/>
            </a:pPr>
            <a:r>
              <a:rPr lang="fr">
                <a:solidFill>
                  <a:schemeClr val="lt2"/>
                </a:solidFill>
              </a:rPr>
              <a:t>Bannir les faux caractères…</a:t>
            </a:r>
            <a:endParaRPr>
              <a:solidFill>
                <a:schemeClr val="lt2"/>
              </a:solidFill>
            </a:endParaRPr>
          </a:p>
          <a:p>
            <a:pPr indent="-317500" lvl="0" marL="457200" rtl="0" algn="l">
              <a:spcBef>
                <a:spcPts val="1000"/>
              </a:spcBef>
              <a:spcAft>
                <a:spcPts val="0"/>
              </a:spcAft>
              <a:buClr>
                <a:schemeClr val="accent6"/>
              </a:buClr>
              <a:buSzPts val="1400"/>
              <a:buChar char="➔"/>
            </a:pPr>
            <a:r>
              <a:rPr b="1" lang="fr"/>
              <a:t>Mettre en place des process</a:t>
            </a:r>
            <a:endParaRPr b="1"/>
          </a:p>
          <a:p>
            <a:pPr indent="457200" lvl="0" marL="0" rtl="0" algn="l">
              <a:spcBef>
                <a:spcPts val="0"/>
              </a:spcBef>
              <a:spcAft>
                <a:spcPts val="0"/>
              </a:spcAft>
              <a:buNone/>
            </a:pPr>
            <a:r>
              <a:rPr lang="fr">
                <a:solidFill>
                  <a:schemeClr val="lt2"/>
                </a:solidFill>
              </a:rPr>
              <a:t>Si vidéo, penser aussi aux sous-titres</a:t>
            </a:r>
            <a:endParaRPr>
              <a:solidFill>
                <a:schemeClr val="lt2"/>
              </a:solidFill>
            </a:endParaRPr>
          </a:p>
          <a:p>
            <a:pPr indent="457200" lvl="0" marL="0" rtl="0" algn="l">
              <a:spcBef>
                <a:spcPts val="0"/>
              </a:spcBef>
              <a:spcAft>
                <a:spcPts val="1200"/>
              </a:spcAft>
              <a:buNone/>
            </a:pPr>
            <a:r>
              <a:rPr lang="fr">
                <a:solidFill>
                  <a:schemeClr val="lt2"/>
                </a:solidFill>
              </a:rPr>
              <a:t>Si vidéo/podcast, penser aux transcriptions</a:t>
            </a:r>
            <a:endParaRPr>
              <a:solidFill>
                <a:schemeClr val="lt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9"/>
          <p:cNvSpPr txBox="1"/>
          <p:nvPr>
            <p:ph idx="2" type="body"/>
          </p:nvPr>
        </p:nvSpPr>
        <p:spPr>
          <a:xfrm>
            <a:off x="3462075" y="4744351"/>
            <a:ext cx="53703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rPr lang="fr" u="sng">
                <a:solidFill>
                  <a:schemeClr val="hlink"/>
                </a:solidFill>
                <a:hlinkClick r:id="rId3"/>
              </a:rPr>
              <a:t>espace-membre.incubateur.net/formations</a:t>
            </a:r>
            <a:endParaRPr/>
          </a:p>
        </p:txBody>
      </p:sp>
      <p:pic>
        <p:nvPicPr>
          <p:cNvPr id="488" name="Google Shape;488;p59"/>
          <p:cNvPicPr preferRelativeResize="0"/>
          <p:nvPr/>
        </p:nvPicPr>
        <p:blipFill>
          <a:blip r:embed="rId4">
            <a:alphaModFix/>
          </a:blip>
          <a:stretch>
            <a:fillRect/>
          </a:stretch>
        </p:blipFill>
        <p:spPr>
          <a:xfrm>
            <a:off x="1472600" y="310500"/>
            <a:ext cx="7359703" cy="4218901"/>
          </a:xfrm>
          <a:prstGeom prst="rect">
            <a:avLst/>
          </a:prstGeom>
          <a:noFill/>
          <a:ln cap="flat" cmpd="sng" w="19050">
            <a:solidFill>
              <a:schemeClr val="lt2"/>
            </a:solidFill>
            <a:prstDash val="solid"/>
            <a:round/>
            <a:headEnd len="sm" w="sm" type="none"/>
            <a:tailEnd len="sm" w="sm" type="none"/>
          </a:ln>
        </p:spPr>
      </p:pic>
      <p:pic>
        <p:nvPicPr>
          <p:cNvPr id="489" name="Google Shape;489;p59"/>
          <p:cNvPicPr preferRelativeResize="0"/>
          <p:nvPr/>
        </p:nvPicPr>
        <p:blipFill rotWithShape="1">
          <a:blip r:embed="rId5">
            <a:alphaModFix/>
          </a:blip>
          <a:srcRect b="39579" l="0" r="0" t="1479"/>
          <a:stretch/>
        </p:blipFill>
        <p:spPr>
          <a:xfrm>
            <a:off x="2174625" y="1606500"/>
            <a:ext cx="6091704" cy="29229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0"/>
          <p:cNvSpPr txBox="1"/>
          <p:nvPr>
            <p:ph type="title"/>
          </p:nvPr>
        </p:nvSpPr>
        <p:spPr>
          <a:xfrm>
            <a:off x="310500" y="310500"/>
            <a:ext cx="2461200" cy="6927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fr">
                <a:latin typeface="Outfit"/>
                <a:ea typeface="Outfit"/>
                <a:cs typeface="Outfit"/>
                <a:sym typeface="Outfit"/>
              </a:rPr>
              <a:t>Contacts </a:t>
            </a:r>
            <a:br>
              <a:rPr lang="fr">
                <a:latin typeface="Outfit"/>
                <a:ea typeface="Outfit"/>
                <a:cs typeface="Outfit"/>
                <a:sym typeface="Outfit"/>
              </a:rPr>
            </a:br>
            <a:r>
              <a:rPr lang="fr" sz="1500">
                <a:solidFill>
                  <a:schemeClr val="accent1"/>
                </a:solidFill>
              </a:rPr>
              <a:t>chez beta.gouv.fr</a:t>
            </a:r>
            <a:endParaRPr sz="1500">
              <a:solidFill>
                <a:schemeClr val="accent1"/>
              </a:solidFill>
            </a:endParaRPr>
          </a:p>
        </p:txBody>
      </p:sp>
      <p:sp>
        <p:nvSpPr>
          <p:cNvPr id="495" name="Google Shape;495;p60"/>
          <p:cNvSpPr txBox="1"/>
          <p:nvPr>
            <p:ph idx="1" type="body"/>
          </p:nvPr>
        </p:nvSpPr>
        <p:spPr>
          <a:xfrm>
            <a:off x="3461400" y="310500"/>
            <a:ext cx="5370900" cy="4525200"/>
          </a:xfrm>
          <a:prstGeom prst="rect">
            <a:avLst/>
          </a:prstGeom>
        </p:spPr>
        <p:txBody>
          <a:bodyPr anchorCtr="0" anchor="t" bIns="0" lIns="0" spcFirstLastPara="1" rIns="0" wrap="square" tIns="0">
            <a:normAutofit/>
          </a:bodyPr>
          <a:lstStyle/>
          <a:p>
            <a:pPr indent="-342900" lvl="0" marL="457200" rtl="0" algn="l">
              <a:lnSpc>
                <a:spcPct val="115000"/>
              </a:lnSpc>
              <a:spcBef>
                <a:spcPts val="0"/>
              </a:spcBef>
              <a:spcAft>
                <a:spcPts val="0"/>
              </a:spcAft>
              <a:buClr>
                <a:schemeClr val="accent1"/>
              </a:buClr>
              <a:buSzPts val="1800"/>
              <a:buChar char="➔"/>
            </a:pPr>
            <a:r>
              <a:rPr lang="fr">
                <a:latin typeface="Outfit"/>
                <a:ea typeface="Outfit"/>
                <a:cs typeface="Outfit"/>
                <a:sym typeface="Outfit"/>
              </a:rPr>
              <a:t>Sur le channel </a:t>
            </a:r>
            <a:r>
              <a:rPr b="1" lang="fr">
                <a:latin typeface="Outfit"/>
                <a:ea typeface="Outfit"/>
                <a:cs typeface="Outfit"/>
                <a:sym typeface="Outfit"/>
              </a:rPr>
              <a:t>#domaine-accessibilité</a:t>
            </a:r>
            <a:r>
              <a:rPr lang="fr">
                <a:latin typeface="Outfit"/>
                <a:ea typeface="Outfit"/>
                <a:cs typeface="Outfit"/>
                <a:sym typeface="Outfit"/>
              </a:rPr>
              <a:t> de Mattermost</a:t>
            </a:r>
            <a:endParaRPr b="1">
              <a:latin typeface="Outfit"/>
              <a:ea typeface="Outfit"/>
              <a:cs typeface="Outfit"/>
              <a:sym typeface="Outfit"/>
            </a:endParaRPr>
          </a:p>
          <a:p>
            <a:pPr indent="-342900" lvl="0" marL="457200" rtl="0" algn="l">
              <a:lnSpc>
                <a:spcPct val="115000"/>
              </a:lnSpc>
              <a:spcBef>
                <a:spcPts val="1000"/>
              </a:spcBef>
              <a:spcAft>
                <a:spcPts val="0"/>
              </a:spcAft>
              <a:buClr>
                <a:schemeClr val="accent1"/>
              </a:buClr>
              <a:buSzPts val="1800"/>
              <a:buChar char="➔"/>
            </a:pPr>
            <a:r>
              <a:rPr lang="fr"/>
              <a:t>Par le </a:t>
            </a:r>
            <a:r>
              <a:rPr b="1" lang="fr" u="sng">
                <a:solidFill>
                  <a:schemeClr val="hlink"/>
                </a:solidFill>
                <a:hlinkClick r:id="rId3"/>
              </a:rPr>
              <a:t>formulaire de demande d'accompagnement</a:t>
            </a:r>
            <a:endParaRPr b="1"/>
          </a:p>
          <a:p>
            <a:pPr indent="-342900" lvl="0" marL="457200" rtl="0" algn="l">
              <a:spcBef>
                <a:spcPts val="1000"/>
              </a:spcBef>
              <a:spcAft>
                <a:spcPts val="0"/>
              </a:spcAft>
              <a:buClr>
                <a:schemeClr val="accent1"/>
              </a:buClr>
              <a:buSzPts val="1800"/>
              <a:buChar char="➔"/>
            </a:pPr>
            <a:r>
              <a:rPr lang="fr"/>
              <a:t>Par le </a:t>
            </a:r>
            <a:r>
              <a:rPr b="1" lang="fr"/>
              <a:t>Pôle Numérique Inclusif </a:t>
            </a:r>
            <a:br>
              <a:rPr b="1" lang="fr"/>
            </a:br>
            <a:r>
              <a:rPr lang="fr"/>
              <a:t>à </a:t>
            </a:r>
            <a:r>
              <a:rPr b="1" lang="fr" u="sng">
                <a:solidFill>
                  <a:schemeClr val="hlink"/>
                </a:solidFill>
                <a:hlinkClick r:id="rId4"/>
              </a:rPr>
              <a:t>accessibilite@beta.gouv.fr</a:t>
            </a:r>
            <a:endParaRPr b="1"/>
          </a:p>
          <a:p>
            <a:pPr indent="0" lvl="0" marL="0" rtl="0" algn="l">
              <a:lnSpc>
                <a:spcPct val="115000"/>
              </a:lnSpc>
              <a:spcBef>
                <a:spcPts val="1000"/>
              </a:spcBef>
              <a:spcAft>
                <a:spcPts val="0"/>
              </a:spcAft>
              <a:buNone/>
            </a:pPr>
            <a:r>
              <a:t/>
            </a:r>
            <a:endParaRPr>
              <a:latin typeface="Outfit"/>
              <a:ea typeface="Outfit"/>
              <a:cs typeface="Outfit"/>
              <a:sym typeface="Outfit"/>
            </a:endParaRPr>
          </a:p>
          <a:p>
            <a:pPr indent="0" lvl="0" marL="457200" rtl="0" algn="l">
              <a:lnSpc>
                <a:spcPct val="200000"/>
              </a:lnSpc>
              <a:spcBef>
                <a:spcPts val="1000"/>
              </a:spcBef>
              <a:spcAft>
                <a:spcPts val="800"/>
              </a:spcAft>
              <a:buNone/>
            </a:pPr>
            <a:r>
              <a:t/>
            </a:r>
            <a:endParaRPr b="1">
              <a:latin typeface="Outfit"/>
              <a:ea typeface="Outfit"/>
              <a:cs typeface="Outfit"/>
              <a:sym typeface="Outfit"/>
            </a:endParaRPr>
          </a:p>
        </p:txBody>
      </p:sp>
      <p:sp>
        <p:nvSpPr>
          <p:cNvPr id="496" name="Google Shape;496;p60"/>
          <p:cNvSpPr txBox="1"/>
          <p:nvPr>
            <p:ph idx="12" type="sldNum"/>
          </p:nvPr>
        </p:nvSpPr>
        <p:spPr>
          <a:xfrm>
            <a:off x="8469004" y="4833225"/>
            <a:ext cx="675000" cy="310500"/>
          </a:xfrm>
          <a:prstGeom prst="rect">
            <a:avLst/>
          </a:prstGeom>
        </p:spPr>
        <p:txBody>
          <a:bodyPr anchorCtr="0" anchor="b" bIns="172800" lIns="0" spcFirstLastPara="1" rIns="310500" wrap="square" tIns="0">
            <a:noAutofit/>
          </a:bodyPr>
          <a:lstStyle/>
          <a:p>
            <a:pPr indent="0" lvl="0" marL="0" rtl="0" algn="r">
              <a:spcBef>
                <a:spcPts val="0"/>
              </a:spcBef>
              <a:spcAft>
                <a:spcPts val="0"/>
              </a:spcAft>
              <a:buNone/>
            </a:pPr>
            <a:fld id="{00000000-1234-1234-1234-123412341234}" type="slidenum">
              <a:rPr lang="fr"/>
              <a:t>‹#›</a:t>
            </a:fld>
            <a:endParaRPr/>
          </a:p>
        </p:txBody>
      </p:sp>
      <p:sp>
        <p:nvSpPr>
          <p:cNvPr id="497" name="Google Shape;497;p60"/>
          <p:cNvSpPr txBox="1"/>
          <p:nvPr>
            <p:ph idx="2" type="body"/>
          </p:nvPr>
        </p:nvSpPr>
        <p:spPr>
          <a:xfrm>
            <a:off x="3462075" y="4744351"/>
            <a:ext cx="5370300" cy="393600"/>
          </a:xfrm>
          <a:prstGeom prst="rect">
            <a:avLst/>
          </a:prstGeom>
        </p:spPr>
        <p:txBody>
          <a:bodyPr anchorCtr="0" anchor="b" bIns="172800" lIns="0" spcFirstLastPara="1" rIns="0" wrap="square" tIns="0">
            <a:noAutofit/>
          </a:bodyPr>
          <a:lstStyle/>
          <a:p>
            <a:pPr indent="0" lvl="0" marL="0" rtl="0" algn="l">
              <a:spcBef>
                <a:spcPts val="0"/>
              </a:spcBef>
              <a:spcAft>
                <a:spcPts val="4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ncluBeta">
  <a:themeElements>
    <a:clrScheme name="Streamline">
      <a:dk1>
        <a:srgbClr val="0E2356"/>
      </a:dk1>
      <a:lt1>
        <a:srgbClr val="ECEDF3"/>
      </a:lt1>
      <a:dk2>
        <a:srgbClr val="E1000F"/>
      </a:dk2>
      <a:lt2>
        <a:srgbClr val="6A7693"/>
      </a:lt2>
      <a:accent1>
        <a:srgbClr val="B7BDCC"/>
      </a:accent1>
      <a:accent2>
        <a:srgbClr val="2BC82B"/>
      </a:accent2>
      <a:accent3>
        <a:srgbClr val="DDF3F7"/>
      </a:accent3>
      <a:accent4>
        <a:srgbClr val="FFF466"/>
      </a:accent4>
      <a:accent5>
        <a:srgbClr val="FFED00"/>
      </a:accent5>
      <a:accent6>
        <a:srgbClr val="0063CB"/>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